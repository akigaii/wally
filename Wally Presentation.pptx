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1" r:id="rId4"/>
    <p:sldId id="260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0520"/>
    <a:srgbClr val="0D03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8"/>
    <p:restoredTop sz="94681"/>
  </p:normalViewPr>
  <p:slideViewPr>
    <p:cSldViewPr snapToGrid="0">
      <p:cViewPr>
        <p:scale>
          <a:sx n="43" d="100"/>
          <a:sy n="43" d="100"/>
        </p:scale>
        <p:origin x="1936" y="1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D56F6-00AA-0F99-B04B-FCBFC5708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1A64D-BF1D-072D-14E8-25C5A6F99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F0DE3-56C1-9EA1-5058-3F422FB0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A39ED-188A-F6CA-2E9B-5FE8C37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F728A-52BF-0C41-725F-4566AA03F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76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684CF-F61B-F07A-99C5-F911F1FE6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BE912-1D33-EE39-7EAE-09983F90A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75D48-AEF7-FA1D-52D8-A6A45F64D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AE1C5-1260-879A-53FC-D44585BC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0E107-C5D1-8333-05FE-169916D8B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5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BD841-0777-B5DC-3524-4670F8062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69DEB-2F55-FC73-E2B6-0CABB7A38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199C7-D395-1E56-C02D-86EA7135D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BED3F-0F20-30B2-8527-02275B01B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A7969-8F40-B3C4-3E10-CC71EA883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36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2631E-154D-C285-8967-772B2073F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24F4D-F52E-134A-F2BB-ED7C54F5D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A3372-4137-00A0-F56D-AC7A201DC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2B101-69D3-CFCA-0DF6-56E709795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573C9-A744-36FF-E810-FFDD78E1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9032D-1A6A-BF2A-A0EA-8A66DC62B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413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9AEB4-92D7-350F-CA23-813058407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E9559-6C7C-B1F6-6196-737052E1C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9BFE3-4ABA-EAB2-9886-F78978B06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230F8-3E9C-114A-AF64-3683E53B2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E94D3E-79CA-555F-60C5-A61DAA35A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099AC8-BD1E-2A75-2108-5A76D3127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7140CB-8106-6C8B-0351-94F09683A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D7209-91C4-505F-23D3-5B41F008E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76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C73BF-FAD5-8AE4-DDB9-50E82E4BF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98FE95-EC24-8D79-5AFF-9F3D5BF9C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9D636A-7A8D-569A-894F-129C0B89F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BF7CB-3200-4F88-9F28-074F775C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18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DC02C3-D648-CBC4-D4AC-CB8D2CABD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67BAC8-39B3-5343-FCAD-B4C87D10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50F9D-6CC1-E52C-54D9-3C43BE8E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96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90E9-FD7C-9C1B-8627-7064F4571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1F54C-8038-6EE8-B677-FC1325717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A7455-1E9B-6FCB-9A16-39D243408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A21E9-CBE4-6E83-D337-BDCFB3FC9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065B7-7CB8-8E42-60F2-CAF25EDBA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DB74D-E271-95E1-363E-129298592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73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CE908-C216-21BF-73AF-DFC416D9D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B9E917-FC45-B6C5-3881-37975FB1A3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E91AE-CF8D-21E3-4B6D-C01FD6CA4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25BAE-EB96-0E68-0CB3-D204DBB6D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A2721-BCD4-5716-1FFB-1DECD43C7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4866E-7188-DFB7-18EF-EEC706307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7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FC741-41D8-BC70-47E6-8156EB2E1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B9AEF-23F1-0D67-D9D6-6C26FD9CF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93176-782F-0113-11B7-A4238834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6C39E-34A8-F64A-F3ED-6E6CBA82E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66DAF-31A8-7638-33A9-486F89661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0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5DB39D-B27B-04CF-C58B-52E6269E76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5C5A24-32E2-EB94-4893-8B1916A7F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16F05-719C-DFC3-38C9-4BE6C487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2F71F-389A-B96C-E610-835966697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F6745-9D27-6E57-A0BC-A904E20F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6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6429B1-EB7B-D7BD-5611-1C6508582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8BB42-A842-80C8-3C18-AF570098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66AB4-112A-2296-27FD-BC3C36261E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E83F1-42E0-CB42-964E-6F3A825258DB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9CDE-A137-02C4-33DC-571CB1437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96942-4C57-5908-71DC-512CE1FA6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CD0FA-3C43-FD41-A144-73B40D080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44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5000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5000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3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83C6BE-894D-02D7-3E4B-2D9E62811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5">
            <a:extLst>
              <a:ext uri="{FF2B5EF4-FFF2-40B4-BE49-F238E27FC236}">
                <a16:creationId xmlns:a16="http://schemas.microsoft.com/office/drawing/2014/main" id="{348E9865-B120-5039-76B0-876C77F6326A}"/>
              </a:ext>
            </a:extLst>
          </p:cNvPr>
          <p:cNvGrpSpPr/>
          <p:nvPr/>
        </p:nvGrpSpPr>
        <p:grpSpPr>
          <a:xfrm>
            <a:off x="-1948160" y="-78388"/>
            <a:ext cx="6958167" cy="6980484"/>
            <a:chOff x="-1948160" y="-78388"/>
            <a:chExt cx="6958167" cy="698048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C1720D4-0A4C-97B4-E3E3-1A73807E92A7}"/>
                </a:ext>
              </a:extLst>
            </p:cNvPr>
            <p:cNvSpPr/>
            <p:nvPr/>
          </p:nvSpPr>
          <p:spPr>
            <a:xfrm>
              <a:off x="-1948160" y="-78388"/>
              <a:ext cx="6958167" cy="6980484"/>
            </a:xfrm>
            <a:custGeom>
              <a:avLst/>
              <a:gdLst>
                <a:gd name="csX0" fmla="*/ 6119712 w 6958167"/>
                <a:gd name="csY0" fmla="*/ 5773616 h 6980484"/>
                <a:gd name="csX1" fmla="*/ 5722275 w 6958167"/>
                <a:gd name="csY1" fmla="*/ 5883418 h 6980484"/>
                <a:gd name="csX2" fmla="*/ 5587678 w 6958167"/>
                <a:gd name="csY2" fmla="*/ 6273161 h 6980484"/>
                <a:gd name="csX3" fmla="*/ 5176072 w 6958167"/>
                <a:gd name="csY3" fmla="*/ 6297955 h 6980484"/>
                <a:gd name="csX4" fmla="*/ 4962941 w 6958167"/>
                <a:gd name="csY4" fmla="*/ 6650934 h 6980484"/>
                <a:gd name="csX5" fmla="*/ 4555244 w 6958167"/>
                <a:gd name="csY5" fmla="*/ 6589010 h 6980484"/>
                <a:gd name="csX6" fmla="*/ 4273227 w 6958167"/>
                <a:gd name="csY6" fmla="*/ 6889837 h 6980484"/>
                <a:gd name="csX7" fmla="*/ 3887270 w 6958167"/>
                <a:gd name="csY7" fmla="*/ 6744615 h 6980484"/>
                <a:gd name="csX8" fmla="*/ 3549069 w 6958167"/>
                <a:gd name="csY8" fmla="*/ 6980464 h 6980484"/>
                <a:gd name="csX9" fmla="*/ 3201586 w 6958167"/>
                <a:gd name="csY9" fmla="*/ 6758538 h 6980484"/>
                <a:gd name="csX10" fmla="*/ 2821859 w 6958167"/>
                <a:gd name="csY10" fmla="*/ 6919272 h 6980484"/>
                <a:gd name="csX11" fmla="*/ 2527994 w 6958167"/>
                <a:gd name="csY11" fmla="*/ 6630049 h 6980484"/>
                <a:gd name="csX12" fmla="*/ 2123106 w 6958167"/>
                <a:gd name="csY12" fmla="*/ 6707973 h 6980484"/>
                <a:gd name="csX13" fmla="*/ 1896295 w 6958167"/>
                <a:gd name="csY13" fmla="*/ 6363666 h 6980484"/>
                <a:gd name="csX14" fmla="*/ 1484079 w 6958167"/>
                <a:gd name="csY14" fmla="*/ 6355238 h 6980484"/>
                <a:gd name="csX15" fmla="*/ 1333849 w 6958167"/>
                <a:gd name="csY15" fmla="*/ 5971236 h 6980484"/>
                <a:gd name="csX16" fmla="*/ 932136 w 6958167"/>
                <a:gd name="csY16" fmla="*/ 5878044 h 6980484"/>
                <a:gd name="csX17" fmla="*/ 864227 w 6958167"/>
                <a:gd name="csY17" fmla="*/ 5471324 h 6980484"/>
                <a:gd name="csX18" fmla="*/ 490729 w 6958167"/>
                <a:gd name="csY18" fmla="*/ 5296544 h 6980484"/>
                <a:gd name="csX19" fmla="*/ 509416 w 6958167"/>
                <a:gd name="csY19" fmla="*/ 4884572 h 6980484"/>
                <a:gd name="csX20" fmla="*/ 180742 w 6958167"/>
                <a:gd name="csY20" fmla="*/ 4635532 h 6980484"/>
                <a:gd name="csX21" fmla="*/ 284926 w 6958167"/>
                <a:gd name="csY21" fmla="*/ 4236629 h 6980484"/>
                <a:gd name="csX22" fmla="*/ 15245 w 6958167"/>
                <a:gd name="csY22" fmla="*/ 3924810 h 6980484"/>
                <a:gd name="csX23" fmla="*/ 199795 w 6958167"/>
                <a:gd name="csY23" fmla="*/ 3556074 h 6980484"/>
                <a:gd name="csX24" fmla="*/ 344 w 6958167"/>
                <a:gd name="csY24" fmla="*/ 3195156 h 6980484"/>
                <a:gd name="csX25" fmla="*/ 257200 w 6958167"/>
                <a:gd name="csY25" fmla="*/ 2872589 h 6980484"/>
                <a:gd name="csX26" fmla="*/ 137139 w 6958167"/>
                <a:gd name="csY26" fmla="*/ 2478083 h 6980484"/>
                <a:gd name="csX27" fmla="*/ 455675 w 6958167"/>
                <a:gd name="csY27" fmla="*/ 2216218 h 6980484"/>
                <a:gd name="csX28" fmla="*/ 420744 w 6958167"/>
                <a:gd name="csY28" fmla="*/ 1805345 h 6980484"/>
                <a:gd name="csX29" fmla="*/ 787036 w 6958167"/>
                <a:gd name="csY29" fmla="*/ 1615909 h 6980484"/>
                <a:gd name="csX30" fmla="*/ 838334 w 6958167"/>
                <a:gd name="csY30" fmla="*/ 1206746 h 6980484"/>
                <a:gd name="csX31" fmla="*/ 1235772 w 6958167"/>
                <a:gd name="csY31" fmla="*/ 1096944 h 6980484"/>
                <a:gd name="csX32" fmla="*/ 1370368 w 6958167"/>
                <a:gd name="csY32" fmla="*/ 707201 h 6980484"/>
                <a:gd name="csX33" fmla="*/ 1781974 w 6958167"/>
                <a:gd name="csY33" fmla="*/ 682407 h 6980484"/>
                <a:gd name="csX34" fmla="*/ 1995105 w 6958167"/>
                <a:gd name="csY34" fmla="*/ 329427 h 6980484"/>
                <a:gd name="csX35" fmla="*/ 2402802 w 6958167"/>
                <a:gd name="csY35" fmla="*/ 391352 h 6980484"/>
                <a:gd name="csX36" fmla="*/ 2684819 w 6958167"/>
                <a:gd name="csY36" fmla="*/ 90525 h 6980484"/>
                <a:gd name="csX37" fmla="*/ 3070776 w 6958167"/>
                <a:gd name="csY37" fmla="*/ 235747 h 6980484"/>
                <a:gd name="csX38" fmla="*/ 3409099 w 6958167"/>
                <a:gd name="csY38" fmla="*/ 21 h 6980484"/>
                <a:gd name="csX39" fmla="*/ 3756582 w 6958167"/>
                <a:gd name="csY39" fmla="*/ 221946 h 6980484"/>
                <a:gd name="csX40" fmla="*/ 4136310 w 6958167"/>
                <a:gd name="csY40" fmla="*/ 61212 h 6980484"/>
                <a:gd name="csX41" fmla="*/ 4430174 w 6958167"/>
                <a:gd name="csY41" fmla="*/ 350435 h 6980484"/>
                <a:gd name="csX42" fmla="*/ 4835062 w 6958167"/>
                <a:gd name="csY42" fmla="*/ 272511 h 6980484"/>
                <a:gd name="csX43" fmla="*/ 5061873 w 6958167"/>
                <a:gd name="csY43" fmla="*/ 616819 h 6980484"/>
                <a:gd name="csX44" fmla="*/ 5474090 w 6958167"/>
                <a:gd name="csY44" fmla="*/ 625246 h 6980484"/>
                <a:gd name="csX45" fmla="*/ 5624320 w 6958167"/>
                <a:gd name="csY45" fmla="*/ 1009249 h 6980484"/>
                <a:gd name="csX46" fmla="*/ 6026032 w 6958167"/>
                <a:gd name="csY46" fmla="*/ 1102440 h 6980484"/>
                <a:gd name="csX47" fmla="*/ 6093941 w 6958167"/>
                <a:gd name="csY47" fmla="*/ 1509160 h 6980484"/>
                <a:gd name="csX48" fmla="*/ 6467440 w 6958167"/>
                <a:gd name="csY48" fmla="*/ 1683940 h 6980484"/>
                <a:gd name="csX49" fmla="*/ 6448752 w 6958167"/>
                <a:gd name="csY49" fmla="*/ 2095912 h 6980484"/>
                <a:gd name="csX50" fmla="*/ 6777427 w 6958167"/>
                <a:gd name="csY50" fmla="*/ 2344952 h 6980484"/>
                <a:gd name="csX51" fmla="*/ 6673242 w 6958167"/>
                <a:gd name="csY51" fmla="*/ 2743855 h 6980484"/>
                <a:gd name="csX52" fmla="*/ 6942924 w 6958167"/>
                <a:gd name="csY52" fmla="*/ 3055674 h 6980484"/>
                <a:gd name="csX53" fmla="*/ 6758373 w 6958167"/>
                <a:gd name="csY53" fmla="*/ 3424410 h 6980484"/>
                <a:gd name="csX54" fmla="*/ 6957824 w 6958167"/>
                <a:gd name="csY54" fmla="*/ 3785328 h 6980484"/>
                <a:gd name="csX55" fmla="*/ 6700968 w 6958167"/>
                <a:gd name="csY55" fmla="*/ 4107895 h 6980484"/>
                <a:gd name="csX56" fmla="*/ 6821030 w 6958167"/>
                <a:gd name="csY56" fmla="*/ 4502402 h 6980484"/>
                <a:gd name="csX57" fmla="*/ 6502493 w 6958167"/>
                <a:gd name="csY57" fmla="*/ 4764266 h 6980484"/>
                <a:gd name="csX58" fmla="*/ 6537425 w 6958167"/>
                <a:gd name="csY58" fmla="*/ 5175139 h 6980484"/>
                <a:gd name="csX59" fmla="*/ 6171132 w 6958167"/>
                <a:gd name="csY59" fmla="*/ 5364575 h 6980484"/>
                <a:gd name="csX60" fmla="*/ 6119834 w 6958167"/>
                <a:gd name="csY60" fmla="*/ 5773738 h 6980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</a:cxnLst>
              <a:rect l="l" t="t" r="r" b="b"/>
              <a:pathLst>
                <a:path w="6958167" h="6980484">
                  <a:moveTo>
                    <a:pt x="6119712" y="5773616"/>
                  </a:moveTo>
                  <a:cubicBezTo>
                    <a:pt x="6041544" y="5863998"/>
                    <a:pt x="5807527" y="5803418"/>
                    <a:pt x="5722275" y="5883418"/>
                  </a:cubicBezTo>
                  <a:cubicBezTo>
                    <a:pt x="5635312" y="5965129"/>
                    <a:pt x="5681114" y="6202321"/>
                    <a:pt x="5587678" y="6273161"/>
                  </a:cubicBezTo>
                  <a:cubicBezTo>
                    <a:pt x="5494242" y="6344001"/>
                    <a:pt x="5276592" y="6237130"/>
                    <a:pt x="5176072" y="6297955"/>
                  </a:cubicBezTo>
                  <a:cubicBezTo>
                    <a:pt x="5074453" y="6359390"/>
                    <a:pt x="5069446" y="6600980"/>
                    <a:pt x="4962941" y="6650934"/>
                  </a:cubicBezTo>
                  <a:cubicBezTo>
                    <a:pt x="4855582" y="6701255"/>
                    <a:pt x="4666634" y="6550537"/>
                    <a:pt x="4555244" y="6589010"/>
                  </a:cubicBezTo>
                  <a:cubicBezTo>
                    <a:pt x="4443243" y="6627728"/>
                    <a:pt x="4388037" y="6863088"/>
                    <a:pt x="4273227" y="6889837"/>
                  </a:cubicBezTo>
                  <a:cubicBezTo>
                    <a:pt x="4157928" y="6916707"/>
                    <a:pt x="4004523" y="6729958"/>
                    <a:pt x="3887270" y="6744615"/>
                  </a:cubicBezTo>
                  <a:cubicBezTo>
                    <a:pt x="3770017" y="6759271"/>
                    <a:pt x="3667177" y="6978021"/>
                    <a:pt x="3549069" y="6980464"/>
                  </a:cubicBezTo>
                  <a:cubicBezTo>
                    <a:pt x="3430962" y="6982906"/>
                    <a:pt x="3319449" y="6768431"/>
                    <a:pt x="3201586" y="6758538"/>
                  </a:cubicBezTo>
                  <a:cubicBezTo>
                    <a:pt x="3083723" y="6748645"/>
                    <a:pt x="2938256" y="6941502"/>
                    <a:pt x="2821859" y="6919272"/>
                  </a:cubicBezTo>
                  <a:cubicBezTo>
                    <a:pt x="2705461" y="6897043"/>
                    <a:pt x="2641582" y="6664370"/>
                    <a:pt x="2527994" y="6630049"/>
                  </a:cubicBezTo>
                  <a:cubicBezTo>
                    <a:pt x="2415383" y="6595972"/>
                    <a:pt x="2232542" y="6754141"/>
                    <a:pt x="2123106" y="6707973"/>
                  </a:cubicBezTo>
                  <a:cubicBezTo>
                    <a:pt x="2014891" y="6662293"/>
                    <a:pt x="2000479" y="6421192"/>
                    <a:pt x="1896295" y="6363666"/>
                  </a:cubicBezTo>
                  <a:cubicBezTo>
                    <a:pt x="1793699" y="6306993"/>
                    <a:pt x="1581911" y="6423513"/>
                    <a:pt x="1484079" y="6355238"/>
                  </a:cubicBezTo>
                  <a:cubicBezTo>
                    <a:pt x="1386246" y="6286963"/>
                    <a:pt x="1424231" y="6049404"/>
                    <a:pt x="1333849" y="5971236"/>
                  </a:cubicBezTo>
                  <a:cubicBezTo>
                    <a:pt x="1243466" y="5893067"/>
                    <a:pt x="1012259" y="5963174"/>
                    <a:pt x="932136" y="5878044"/>
                  </a:cubicBezTo>
                  <a:cubicBezTo>
                    <a:pt x="850426" y="5791082"/>
                    <a:pt x="935068" y="5564637"/>
                    <a:pt x="864227" y="5471324"/>
                  </a:cubicBezTo>
                  <a:cubicBezTo>
                    <a:pt x="792288" y="5376545"/>
                    <a:pt x="551554" y="5397064"/>
                    <a:pt x="490729" y="5296544"/>
                  </a:cubicBezTo>
                  <a:cubicBezTo>
                    <a:pt x="429904" y="5196024"/>
                    <a:pt x="559370" y="4991198"/>
                    <a:pt x="509416" y="4884572"/>
                  </a:cubicBezTo>
                  <a:cubicBezTo>
                    <a:pt x="459095" y="4777212"/>
                    <a:pt x="219338" y="4746922"/>
                    <a:pt x="180742" y="4635532"/>
                  </a:cubicBezTo>
                  <a:cubicBezTo>
                    <a:pt x="142146" y="4524142"/>
                    <a:pt x="311674" y="4351439"/>
                    <a:pt x="284926" y="4236629"/>
                  </a:cubicBezTo>
                  <a:cubicBezTo>
                    <a:pt x="258178" y="4121819"/>
                    <a:pt x="29901" y="4041940"/>
                    <a:pt x="15245" y="3924810"/>
                  </a:cubicBezTo>
                  <a:cubicBezTo>
                    <a:pt x="588" y="3807679"/>
                    <a:pt x="202238" y="3674304"/>
                    <a:pt x="199795" y="3556074"/>
                  </a:cubicBezTo>
                  <a:cubicBezTo>
                    <a:pt x="197353" y="3437845"/>
                    <a:pt x="-9549" y="3313020"/>
                    <a:pt x="344" y="3195156"/>
                  </a:cubicBezTo>
                  <a:cubicBezTo>
                    <a:pt x="10237" y="3077293"/>
                    <a:pt x="235093" y="2988987"/>
                    <a:pt x="257200" y="2872589"/>
                  </a:cubicBezTo>
                  <a:cubicBezTo>
                    <a:pt x="279307" y="2756192"/>
                    <a:pt x="102818" y="2591671"/>
                    <a:pt x="137139" y="2478083"/>
                  </a:cubicBezTo>
                  <a:cubicBezTo>
                    <a:pt x="171459" y="2364494"/>
                    <a:pt x="409507" y="2325776"/>
                    <a:pt x="455675" y="2216218"/>
                  </a:cubicBezTo>
                  <a:cubicBezTo>
                    <a:pt x="501843" y="2106660"/>
                    <a:pt x="363216" y="1909529"/>
                    <a:pt x="420744" y="1805345"/>
                  </a:cubicBezTo>
                  <a:cubicBezTo>
                    <a:pt x="478271" y="1701162"/>
                    <a:pt x="718761" y="1713742"/>
                    <a:pt x="787036" y="1615909"/>
                  </a:cubicBezTo>
                  <a:cubicBezTo>
                    <a:pt x="855311" y="1518076"/>
                    <a:pt x="760166" y="1297251"/>
                    <a:pt x="838334" y="1206746"/>
                  </a:cubicBezTo>
                  <a:cubicBezTo>
                    <a:pt x="916502" y="1116242"/>
                    <a:pt x="1150519" y="1176944"/>
                    <a:pt x="1235772" y="1096944"/>
                  </a:cubicBezTo>
                  <a:cubicBezTo>
                    <a:pt x="1322734" y="1015234"/>
                    <a:pt x="1276932" y="778041"/>
                    <a:pt x="1370368" y="707201"/>
                  </a:cubicBezTo>
                  <a:cubicBezTo>
                    <a:pt x="1463804" y="636361"/>
                    <a:pt x="1681454" y="743232"/>
                    <a:pt x="1781974" y="682407"/>
                  </a:cubicBezTo>
                  <a:cubicBezTo>
                    <a:pt x="1882493" y="621582"/>
                    <a:pt x="1888600" y="379382"/>
                    <a:pt x="1995105" y="329427"/>
                  </a:cubicBezTo>
                  <a:cubicBezTo>
                    <a:pt x="2101610" y="279473"/>
                    <a:pt x="2291412" y="429825"/>
                    <a:pt x="2402802" y="391352"/>
                  </a:cubicBezTo>
                  <a:cubicBezTo>
                    <a:pt x="2514192" y="352878"/>
                    <a:pt x="2570010" y="117273"/>
                    <a:pt x="2684819" y="90525"/>
                  </a:cubicBezTo>
                  <a:cubicBezTo>
                    <a:pt x="2800118" y="63655"/>
                    <a:pt x="2953523" y="250404"/>
                    <a:pt x="3070776" y="235747"/>
                  </a:cubicBezTo>
                  <a:cubicBezTo>
                    <a:pt x="3188029" y="221091"/>
                    <a:pt x="3290991" y="2463"/>
                    <a:pt x="3409099" y="21"/>
                  </a:cubicBezTo>
                  <a:cubicBezTo>
                    <a:pt x="3527207" y="-2422"/>
                    <a:pt x="3638719" y="212053"/>
                    <a:pt x="3756582" y="221946"/>
                  </a:cubicBezTo>
                  <a:cubicBezTo>
                    <a:pt x="3874445" y="231839"/>
                    <a:pt x="4019912" y="38983"/>
                    <a:pt x="4136310" y="61212"/>
                  </a:cubicBezTo>
                  <a:cubicBezTo>
                    <a:pt x="4252708" y="83441"/>
                    <a:pt x="4316586" y="316114"/>
                    <a:pt x="4430174" y="350435"/>
                  </a:cubicBezTo>
                  <a:cubicBezTo>
                    <a:pt x="4543763" y="384756"/>
                    <a:pt x="4725627" y="226343"/>
                    <a:pt x="4835062" y="272511"/>
                  </a:cubicBezTo>
                  <a:cubicBezTo>
                    <a:pt x="4944499" y="318679"/>
                    <a:pt x="4957689" y="559292"/>
                    <a:pt x="5061873" y="616819"/>
                  </a:cubicBezTo>
                  <a:cubicBezTo>
                    <a:pt x="5166057" y="674346"/>
                    <a:pt x="5376257" y="556971"/>
                    <a:pt x="5474090" y="625246"/>
                  </a:cubicBezTo>
                  <a:cubicBezTo>
                    <a:pt x="5571922" y="693521"/>
                    <a:pt x="5533937" y="931080"/>
                    <a:pt x="5624320" y="1009249"/>
                  </a:cubicBezTo>
                  <a:cubicBezTo>
                    <a:pt x="5714702" y="1087417"/>
                    <a:pt x="5945910" y="1017310"/>
                    <a:pt x="6026032" y="1102440"/>
                  </a:cubicBezTo>
                  <a:cubicBezTo>
                    <a:pt x="6107743" y="1189403"/>
                    <a:pt x="6023101" y="1415847"/>
                    <a:pt x="6093941" y="1509160"/>
                  </a:cubicBezTo>
                  <a:cubicBezTo>
                    <a:pt x="6165881" y="1603940"/>
                    <a:pt x="6406615" y="1583420"/>
                    <a:pt x="6467440" y="1683940"/>
                  </a:cubicBezTo>
                  <a:cubicBezTo>
                    <a:pt x="6528875" y="1785559"/>
                    <a:pt x="6398798" y="1989286"/>
                    <a:pt x="6448752" y="2095912"/>
                  </a:cubicBezTo>
                  <a:cubicBezTo>
                    <a:pt x="6498707" y="2202539"/>
                    <a:pt x="6738831" y="2233562"/>
                    <a:pt x="6777427" y="2344952"/>
                  </a:cubicBezTo>
                  <a:cubicBezTo>
                    <a:pt x="6816022" y="2456342"/>
                    <a:pt x="6646494" y="2629046"/>
                    <a:pt x="6673242" y="2743855"/>
                  </a:cubicBezTo>
                  <a:cubicBezTo>
                    <a:pt x="6700113" y="2859154"/>
                    <a:pt x="6928267" y="2938544"/>
                    <a:pt x="6942924" y="3055674"/>
                  </a:cubicBezTo>
                  <a:cubicBezTo>
                    <a:pt x="6957580" y="3172927"/>
                    <a:pt x="6755930" y="3306180"/>
                    <a:pt x="6758373" y="3424410"/>
                  </a:cubicBezTo>
                  <a:cubicBezTo>
                    <a:pt x="6760816" y="3542639"/>
                    <a:pt x="6967717" y="3667464"/>
                    <a:pt x="6957824" y="3785328"/>
                  </a:cubicBezTo>
                  <a:cubicBezTo>
                    <a:pt x="6947931" y="3903191"/>
                    <a:pt x="6723075" y="3991497"/>
                    <a:pt x="6700968" y="4107895"/>
                  </a:cubicBezTo>
                  <a:cubicBezTo>
                    <a:pt x="6678861" y="4224293"/>
                    <a:pt x="6855351" y="4388813"/>
                    <a:pt x="6821030" y="4502402"/>
                  </a:cubicBezTo>
                  <a:cubicBezTo>
                    <a:pt x="6786709" y="4615990"/>
                    <a:pt x="6548661" y="4654708"/>
                    <a:pt x="6502493" y="4764266"/>
                  </a:cubicBezTo>
                  <a:cubicBezTo>
                    <a:pt x="6456325" y="4873824"/>
                    <a:pt x="6594952" y="5070955"/>
                    <a:pt x="6537425" y="5175139"/>
                  </a:cubicBezTo>
                  <a:cubicBezTo>
                    <a:pt x="6479898" y="5279322"/>
                    <a:pt x="6239408" y="5266742"/>
                    <a:pt x="6171132" y="5364575"/>
                  </a:cubicBezTo>
                  <a:cubicBezTo>
                    <a:pt x="6104201" y="5460454"/>
                    <a:pt x="6198003" y="5683234"/>
                    <a:pt x="6119834" y="5773738"/>
                  </a:cubicBezTo>
                  <a:close/>
                </a:path>
              </a:pathLst>
            </a:custGeom>
            <a:solidFill>
              <a:srgbClr val="E0E4D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0EB56E7-A063-4B54-7D8C-D8ABA46FFEAE}"/>
                </a:ext>
              </a:extLst>
            </p:cNvPr>
            <p:cNvSpPr/>
            <p:nvPr/>
          </p:nvSpPr>
          <p:spPr>
            <a:xfrm>
              <a:off x="1439564" y="655019"/>
              <a:ext cx="180520" cy="2757810"/>
            </a:xfrm>
            <a:custGeom>
              <a:avLst/>
              <a:gdLst>
                <a:gd name="csX0" fmla="*/ 180398 w 180520"/>
                <a:gd name="csY0" fmla="*/ 296 h 2757810"/>
                <a:gd name="csX1" fmla="*/ 0 w 180520"/>
                <a:gd name="csY1" fmla="*/ 3472 h 2757810"/>
                <a:gd name="csX2" fmla="*/ 141436 w 180520"/>
                <a:gd name="csY2" fmla="*/ 2757810 h 2757810"/>
                <a:gd name="csX3" fmla="*/ 180521 w 180520"/>
                <a:gd name="csY3" fmla="*/ 296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80398" y="296"/>
                  </a:moveTo>
                  <a:cubicBezTo>
                    <a:pt x="120184" y="-559"/>
                    <a:pt x="60092" y="418"/>
                    <a:pt x="0" y="3472"/>
                  </a:cubicBezTo>
                  <a:lnTo>
                    <a:pt x="141436" y="2757810"/>
                  </a:lnTo>
                  <a:lnTo>
                    <a:pt x="180521" y="29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AE74B32-4EAB-1F04-70AB-CCB4FBA3E401}"/>
                </a:ext>
              </a:extLst>
            </p:cNvPr>
            <p:cNvSpPr/>
            <p:nvPr/>
          </p:nvSpPr>
          <p:spPr>
            <a:xfrm>
              <a:off x="1581000" y="683774"/>
              <a:ext cx="576370" cy="2729055"/>
            </a:xfrm>
            <a:custGeom>
              <a:avLst/>
              <a:gdLst>
                <a:gd name="csX0" fmla="*/ 576370 w 576370"/>
                <a:gd name="csY0" fmla="*/ 31756 h 2729055"/>
                <a:gd name="csX1" fmla="*/ 398659 w 576370"/>
                <a:gd name="csY1" fmla="*/ 0 h 2729055"/>
                <a:gd name="csX2" fmla="*/ 0 w 576370"/>
                <a:gd name="csY2" fmla="*/ 2729056 h 2729055"/>
                <a:gd name="csX3" fmla="*/ 576370 w 576370"/>
                <a:gd name="csY3" fmla="*/ 31756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576370" y="31756"/>
                  </a:moveTo>
                  <a:cubicBezTo>
                    <a:pt x="517377" y="19176"/>
                    <a:pt x="458141" y="8672"/>
                    <a:pt x="398659" y="0"/>
                  </a:cubicBezTo>
                  <a:lnTo>
                    <a:pt x="0" y="2729056"/>
                  </a:lnTo>
                  <a:lnTo>
                    <a:pt x="576370" y="317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57B6893-ABBB-6875-5934-36B174FD8473}"/>
                </a:ext>
              </a:extLst>
            </p:cNvPr>
            <p:cNvSpPr/>
            <p:nvPr/>
          </p:nvSpPr>
          <p:spPr>
            <a:xfrm>
              <a:off x="1259777" y="658491"/>
              <a:ext cx="321223" cy="2754338"/>
            </a:xfrm>
            <a:custGeom>
              <a:avLst/>
              <a:gdLst>
                <a:gd name="csX0" fmla="*/ 179787 w 321223"/>
                <a:gd name="csY0" fmla="*/ 0 h 2754338"/>
                <a:gd name="csX1" fmla="*/ 0 w 321223"/>
                <a:gd name="csY1" fmla="*/ 15267 h 2754338"/>
                <a:gd name="csX2" fmla="*/ 321223 w 321223"/>
                <a:gd name="csY2" fmla="*/ 2754339 h 2754338"/>
                <a:gd name="csX3" fmla="*/ 179787 w 321223"/>
                <a:gd name="csY3" fmla="*/ 0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79787" y="0"/>
                  </a:moveTo>
                  <a:cubicBezTo>
                    <a:pt x="119695" y="3053"/>
                    <a:pt x="59725" y="8305"/>
                    <a:pt x="0" y="15267"/>
                  </a:cubicBezTo>
                  <a:lnTo>
                    <a:pt x="321223" y="2754339"/>
                  </a:lnTo>
                  <a:lnTo>
                    <a:pt x="17978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FD67D8B-86CA-3874-76C7-C43FB594FFBC}"/>
                </a:ext>
              </a:extLst>
            </p:cNvPr>
            <p:cNvSpPr/>
            <p:nvPr/>
          </p:nvSpPr>
          <p:spPr>
            <a:xfrm>
              <a:off x="1581000" y="663743"/>
              <a:ext cx="398658" cy="2749086"/>
            </a:xfrm>
            <a:custGeom>
              <a:avLst/>
              <a:gdLst>
                <a:gd name="csX0" fmla="*/ 398659 w 398658"/>
                <a:gd name="csY0" fmla="*/ 20031 h 2749086"/>
                <a:gd name="csX1" fmla="*/ 219360 w 398658"/>
                <a:gd name="csY1" fmla="*/ 0 h 2749086"/>
                <a:gd name="csX2" fmla="*/ 0 w 398658"/>
                <a:gd name="csY2" fmla="*/ 2749087 h 2749086"/>
                <a:gd name="csX3" fmla="*/ 398659 w 398658"/>
                <a:gd name="csY3" fmla="*/ 20031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8" h="2749086">
                  <a:moveTo>
                    <a:pt x="398659" y="20031"/>
                  </a:moveTo>
                  <a:cubicBezTo>
                    <a:pt x="339056" y="11359"/>
                    <a:pt x="279208" y="4763"/>
                    <a:pt x="219360" y="0"/>
                  </a:cubicBezTo>
                  <a:lnTo>
                    <a:pt x="0" y="2749087"/>
                  </a:lnTo>
                  <a:lnTo>
                    <a:pt x="398659" y="2003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6FD454A-6E7C-45A6-16F6-4D5D61C69641}"/>
                </a:ext>
              </a:extLst>
            </p:cNvPr>
            <p:cNvSpPr/>
            <p:nvPr/>
          </p:nvSpPr>
          <p:spPr>
            <a:xfrm>
              <a:off x="1581000" y="715530"/>
              <a:ext cx="751516" cy="2697299"/>
            </a:xfrm>
            <a:custGeom>
              <a:avLst/>
              <a:gdLst>
                <a:gd name="csX0" fmla="*/ 751516 w 751516"/>
                <a:gd name="csY0" fmla="*/ 43481 h 2697299"/>
                <a:gd name="csX1" fmla="*/ 576370 w 751516"/>
                <a:gd name="csY1" fmla="*/ 0 h 2697299"/>
                <a:gd name="csX2" fmla="*/ 0 w 751516"/>
                <a:gd name="csY2" fmla="*/ 2697300 h 2697299"/>
                <a:gd name="csX3" fmla="*/ 751516 w 751516"/>
                <a:gd name="csY3" fmla="*/ 43481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751516" y="43481"/>
                  </a:moveTo>
                  <a:cubicBezTo>
                    <a:pt x="693501" y="27115"/>
                    <a:pt x="635119" y="12458"/>
                    <a:pt x="576370" y="0"/>
                  </a:cubicBezTo>
                  <a:lnTo>
                    <a:pt x="0" y="2697300"/>
                  </a:lnTo>
                  <a:lnTo>
                    <a:pt x="751516" y="43481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783F824-A722-7298-DDEB-2D03AEB2B3FA}"/>
                </a:ext>
              </a:extLst>
            </p:cNvPr>
            <p:cNvSpPr/>
            <p:nvPr/>
          </p:nvSpPr>
          <p:spPr>
            <a:xfrm>
              <a:off x="1581000" y="1044326"/>
              <a:ext cx="1564345" cy="2368503"/>
            </a:xfrm>
            <a:custGeom>
              <a:avLst/>
              <a:gdLst>
                <a:gd name="csX0" fmla="*/ 1564346 w 1564345"/>
                <a:gd name="csY0" fmla="*/ 97588 h 2368503"/>
                <a:gd name="csX1" fmla="*/ 1412528 w 1564345"/>
                <a:gd name="csY1" fmla="*/ 0 h 2368503"/>
                <a:gd name="csX2" fmla="*/ 0 w 1564345"/>
                <a:gd name="csY2" fmla="*/ 2368504 h 2368503"/>
                <a:gd name="csX3" fmla="*/ 1564346 w 1564345"/>
                <a:gd name="csY3" fmla="*/ 97588 h 2368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5" h="2368503">
                  <a:moveTo>
                    <a:pt x="1564346" y="97588"/>
                  </a:moveTo>
                  <a:cubicBezTo>
                    <a:pt x="1514514" y="63145"/>
                    <a:pt x="1463948" y="30657"/>
                    <a:pt x="1412528" y="0"/>
                  </a:cubicBezTo>
                  <a:lnTo>
                    <a:pt x="0" y="2368504"/>
                  </a:lnTo>
                  <a:lnTo>
                    <a:pt x="1564346" y="97588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1E1C926-4F14-FD0F-CE5F-CF8C66E1A733}"/>
                </a:ext>
              </a:extLst>
            </p:cNvPr>
            <p:cNvSpPr/>
            <p:nvPr/>
          </p:nvSpPr>
          <p:spPr>
            <a:xfrm>
              <a:off x="1581000" y="956875"/>
              <a:ext cx="1412528" cy="2455954"/>
            </a:xfrm>
            <a:custGeom>
              <a:avLst/>
              <a:gdLst>
                <a:gd name="csX0" fmla="*/ 1412528 w 1412528"/>
                <a:gd name="csY0" fmla="*/ 87451 h 2455954"/>
                <a:gd name="csX1" fmla="*/ 1254726 w 1412528"/>
                <a:gd name="csY1" fmla="*/ 0 h 2455954"/>
                <a:gd name="csX2" fmla="*/ 0 w 1412528"/>
                <a:gd name="csY2" fmla="*/ 2455955 h 2455954"/>
                <a:gd name="csX3" fmla="*/ 1412528 w 1412528"/>
                <a:gd name="csY3" fmla="*/ 87451 h 245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4">
                  <a:moveTo>
                    <a:pt x="1412528" y="87451"/>
                  </a:moveTo>
                  <a:cubicBezTo>
                    <a:pt x="1360620" y="56428"/>
                    <a:pt x="1307978" y="27237"/>
                    <a:pt x="1254726" y="0"/>
                  </a:cubicBezTo>
                  <a:lnTo>
                    <a:pt x="0" y="2455955"/>
                  </a:lnTo>
                  <a:lnTo>
                    <a:pt x="1412528" y="8745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1C33553-37F6-FF9D-BB3F-C1B021C68735}"/>
                </a:ext>
              </a:extLst>
            </p:cNvPr>
            <p:cNvSpPr/>
            <p:nvPr/>
          </p:nvSpPr>
          <p:spPr>
            <a:xfrm>
              <a:off x="1581000" y="879684"/>
              <a:ext cx="1254725" cy="2533146"/>
            </a:xfrm>
            <a:custGeom>
              <a:avLst/>
              <a:gdLst>
                <a:gd name="csX0" fmla="*/ 1254726 w 1254725"/>
                <a:gd name="csY0" fmla="*/ 77069 h 2533146"/>
                <a:gd name="csX1" fmla="*/ 1091549 w 1254725"/>
                <a:gd name="csY1" fmla="*/ 0 h 2533146"/>
                <a:gd name="csX2" fmla="*/ 0 w 1254725"/>
                <a:gd name="csY2" fmla="*/ 2533146 h 2533146"/>
                <a:gd name="csX3" fmla="*/ 1254726 w 1254725"/>
                <a:gd name="csY3" fmla="*/ 77191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1254726" y="77069"/>
                  </a:moveTo>
                  <a:cubicBezTo>
                    <a:pt x="1200985" y="49588"/>
                    <a:pt x="1146511" y="23695"/>
                    <a:pt x="1091549" y="0"/>
                  </a:cubicBezTo>
                  <a:lnTo>
                    <a:pt x="0" y="2533146"/>
                  </a:lnTo>
                  <a:lnTo>
                    <a:pt x="1254726" y="7719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3746B85-6176-654F-462A-2596F08A4F44}"/>
                </a:ext>
              </a:extLst>
            </p:cNvPr>
            <p:cNvSpPr/>
            <p:nvPr/>
          </p:nvSpPr>
          <p:spPr>
            <a:xfrm>
              <a:off x="1581000" y="813851"/>
              <a:ext cx="1091549" cy="2598978"/>
            </a:xfrm>
            <a:custGeom>
              <a:avLst/>
              <a:gdLst>
                <a:gd name="csX0" fmla="*/ 1091549 w 1091549"/>
                <a:gd name="csY0" fmla="*/ 65832 h 2598978"/>
                <a:gd name="csX1" fmla="*/ 923487 w 1091549"/>
                <a:gd name="csY1" fmla="*/ 0 h 2598978"/>
                <a:gd name="csX2" fmla="*/ 0 w 1091549"/>
                <a:gd name="csY2" fmla="*/ 2598979 h 2598978"/>
                <a:gd name="csX3" fmla="*/ 1091549 w 1091549"/>
                <a:gd name="csY3" fmla="*/ 65832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1091549" y="65832"/>
                  </a:moveTo>
                  <a:cubicBezTo>
                    <a:pt x="1036098" y="41893"/>
                    <a:pt x="980037" y="20031"/>
                    <a:pt x="923487" y="0"/>
                  </a:cubicBezTo>
                  <a:lnTo>
                    <a:pt x="0" y="2598979"/>
                  </a:lnTo>
                  <a:lnTo>
                    <a:pt x="1091549" y="65832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010A41C-3EA0-B9BB-913B-805E21F67611}"/>
                </a:ext>
              </a:extLst>
            </p:cNvPr>
            <p:cNvSpPr/>
            <p:nvPr/>
          </p:nvSpPr>
          <p:spPr>
            <a:xfrm>
              <a:off x="1581000" y="759011"/>
              <a:ext cx="923486" cy="2653818"/>
            </a:xfrm>
            <a:custGeom>
              <a:avLst/>
              <a:gdLst>
                <a:gd name="csX0" fmla="*/ 923487 w 923486"/>
                <a:gd name="csY0" fmla="*/ 54840 h 2653818"/>
                <a:gd name="csX1" fmla="*/ 751516 w 923486"/>
                <a:gd name="csY1" fmla="*/ 0 h 2653818"/>
                <a:gd name="csX2" fmla="*/ 0 w 923486"/>
                <a:gd name="csY2" fmla="*/ 2653819 h 2653818"/>
                <a:gd name="csX3" fmla="*/ 923487 w 923486"/>
                <a:gd name="csY3" fmla="*/ 54840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923487" y="54840"/>
                  </a:moveTo>
                  <a:cubicBezTo>
                    <a:pt x="866571" y="34687"/>
                    <a:pt x="809288" y="16367"/>
                    <a:pt x="751516" y="0"/>
                  </a:cubicBezTo>
                  <a:lnTo>
                    <a:pt x="0" y="2653819"/>
                  </a:lnTo>
                  <a:lnTo>
                    <a:pt x="923487" y="54840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3EB005F-62ED-BE69-B37E-2CF755DDD22E}"/>
                </a:ext>
              </a:extLst>
            </p:cNvPr>
            <p:cNvSpPr/>
            <p:nvPr/>
          </p:nvSpPr>
          <p:spPr>
            <a:xfrm>
              <a:off x="-582555" y="1565490"/>
              <a:ext cx="2163433" cy="1847218"/>
            </a:xfrm>
            <a:custGeom>
              <a:avLst/>
              <a:gdLst>
                <a:gd name="csX0" fmla="*/ 116398 w 2163433"/>
                <a:gd name="csY0" fmla="*/ 122 h 1847218"/>
                <a:gd name="csX1" fmla="*/ 0 w 2163433"/>
                <a:gd name="csY1" fmla="*/ 138016 h 1847218"/>
                <a:gd name="csX2" fmla="*/ 2163434 w 2163433"/>
                <a:gd name="csY2" fmla="*/ 1847218 h 1847218"/>
                <a:gd name="csX3" fmla="*/ 116398 w 2163433"/>
                <a:gd name="csY3" fmla="*/ 0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3" h="1847218">
                  <a:moveTo>
                    <a:pt x="116398" y="122"/>
                  </a:moveTo>
                  <a:cubicBezTo>
                    <a:pt x="75848" y="45069"/>
                    <a:pt x="37130" y="91237"/>
                    <a:pt x="0" y="138016"/>
                  </a:cubicBezTo>
                  <a:lnTo>
                    <a:pt x="2163434" y="1847218"/>
                  </a:lnTo>
                  <a:lnTo>
                    <a:pt x="11639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98E72CE-3AEB-225D-E1DA-20363887E991}"/>
                </a:ext>
              </a:extLst>
            </p:cNvPr>
            <p:cNvSpPr/>
            <p:nvPr/>
          </p:nvSpPr>
          <p:spPr>
            <a:xfrm>
              <a:off x="-340844" y="1314007"/>
              <a:ext cx="1921844" cy="2098822"/>
            </a:xfrm>
            <a:custGeom>
              <a:avLst/>
              <a:gdLst>
                <a:gd name="csX0" fmla="*/ 133131 w 1921844"/>
                <a:gd name="csY0" fmla="*/ 0 h 2098822"/>
                <a:gd name="csX1" fmla="*/ 0 w 1921844"/>
                <a:gd name="csY1" fmla="*/ 121772 h 2098822"/>
                <a:gd name="csX2" fmla="*/ 1921845 w 1921844"/>
                <a:gd name="csY2" fmla="*/ 2098823 h 2098822"/>
                <a:gd name="csX3" fmla="*/ 133131 w 1921844"/>
                <a:gd name="csY3" fmla="*/ 0 h 2098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2">
                  <a:moveTo>
                    <a:pt x="133131" y="0"/>
                  </a:moveTo>
                  <a:cubicBezTo>
                    <a:pt x="87695" y="38840"/>
                    <a:pt x="43359" y="79512"/>
                    <a:pt x="0" y="121772"/>
                  </a:cubicBezTo>
                  <a:lnTo>
                    <a:pt x="1921845" y="2098823"/>
                  </a:lnTo>
                  <a:lnTo>
                    <a:pt x="1331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7DA8269-2DD9-AD16-8C28-20E20F6DCF59}"/>
                </a:ext>
              </a:extLst>
            </p:cNvPr>
            <p:cNvSpPr/>
            <p:nvPr/>
          </p:nvSpPr>
          <p:spPr>
            <a:xfrm>
              <a:off x="-207591" y="1201396"/>
              <a:ext cx="1788591" cy="2211311"/>
            </a:xfrm>
            <a:custGeom>
              <a:avLst/>
              <a:gdLst>
                <a:gd name="csX0" fmla="*/ 140947 w 1788591"/>
                <a:gd name="csY0" fmla="*/ 0 h 2211311"/>
                <a:gd name="csX1" fmla="*/ 0 w 1788591"/>
                <a:gd name="csY1" fmla="*/ 112611 h 2211311"/>
                <a:gd name="csX2" fmla="*/ 1788592 w 1788591"/>
                <a:gd name="csY2" fmla="*/ 2211312 h 2211311"/>
                <a:gd name="csX3" fmla="*/ 140947 w 1788591"/>
                <a:gd name="csY3" fmla="*/ 0 h 2211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311">
                  <a:moveTo>
                    <a:pt x="140947" y="0"/>
                  </a:moveTo>
                  <a:cubicBezTo>
                    <a:pt x="92947" y="35786"/>
                    <a:pt x="45924" y="73283"/>
                    <a:pt x="0" y="112611"/>
                  </a:cubicBezTo>
                  <a:lnTo>
                    <a:pt x="1788592" y="2211312"/>
                  </a:lnTo>
                  <a:lnTo>
                    <a:pt x="14094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CE86D53E-27A5-70E9-B1F1-C5C8B3303475}"/>
                </a:ext>
              </a:extLst>
            </p:cNvPr>
            <p:cNvSpPr/>
            <p:nvPr/>
          </p:nvSpPr>
          <p:spPr>
            <a:xfrm>
              <a:off x="-66643" y="1098189"/>
              <a:ext cx="1647644" cy="2314640"/>
            </a:xfrm>
            <a:custGeom>
              <a:avLst/>
              <a:gdLst>
                <a:gd name="csX0" fmla="*/ 148032 w 1647644"/>
                <a:gd name="csY0" fmla="*/ 0 h 2314640"/>
                <a:gd name="csX1" fmla="*/ 0 w 1647644"/>
                <a:gd name="csY1" fmla="*/ 103207 h 2314640"/>
                <a:gd name="csX2" fmla="*/ 1647645 w 1647644"/>
                <a:gd name="csY2" fmla="*/ 2314641 h 2314640"/>
                <a:gd name="csX3" fmla="*/ 148032 w 1647644"/>
                <a:gd name="csY3" fmla="*/ 0 h 231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0">
                  <a:moveTo>
                    <a:pt x="148032" y="0"/>
                  </a:moveTo>
                  <a:cubicBezTo>
                    <a:pt x="97833" y="32611"/>
                    <a:pt x="48367" y="67054"/>
                    <a:pt x="0" y="103207"/>
                  </a:cubicBezTo>
                  <a:lnTo>
                    <a:pt x="1647645" y="2314641"/>
                  </a:lnTo>
                  <a:lnTo>
                    <a:pt x="1480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7E26B7F-BEA4-ACEB-A623-60C2CA5323C3}"/>
                </a:ext>
              </a:extLst>
            </p:cNvPr>
            <p:cNvSpPr/>
            <p:nvPr/>
          </p:nvSpPr>
          <p:spPr>
            <a:xfrm>
              <a:off x="-466157" y="1435779"/>
              <a:ext cx="2047036" cy="1977051"/>
            </a:xfrm>
            <a:custGeom>
              <a:avLst/>
              <a:gdLst>
                <a:gd name="csX0" fmla="*/ 125314 w 2047036"/>
                <a:gd name="csY0" fmla="*/ 0 h 1977051"/>
                <a:gd name="csX1" fmla="*/ 0 w 2047036"/>
                <a:gd name="csY1" fmla="*/ 129833 h 1977051"/>
                <a:gd name="csX2" fmla="*/ 2047036 w 2047036"/>
                <a:gd name="csY2" fmla="*/ 1977051 h 1977051"/>
                <a:gd name="csX3" fmla="*/ 125314 w 2047036"/>
                <a:gd name="csY3" fmla="*/ 0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6" h="1977051">
                  <a:moveTo>
                    <a:pt x="125314" y="0"/>
                  </a:moveTo>
                  <a:cubicBezTo>
                    <a:pt x="82565" y="41649"/>
                    <a:pt x="40672" y="84886"/>
                    <a:pt x="0" y="129833"/>
                  </a:cubicBezTo>
                  <a:lnTo>
                    <a:pt x="2047036" y="1977051"/>
                  </a:lnTo>
                  <a:lnTo>
                    <a:pt x="12531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898EEC4-D0AA-2C2E-9664-03B3683757B9}"/>
                </a:ext>
              </a:extLst>
            </p:cNvPr>
            <p:cNvSpPr/>
            <p:nvPr/>
          </p:nvSpPr>
          <p:spPr>
            <a:xfrm>
              <a:off x="1580878" y="1141914"/>
              <a:ext cx="1709324" cy="2270915"/>
            </a:xfrm>
            <a:custGeom>
              <a:avLst/>
              <a:gdLst>
                <a:gd name="csX0" fmla="*/ 1709324 w 1709324"/>
                <a:gd name="csY0" fmla="*/ 107482 h 2270915"/>
                <a:gd name="csX1" fmla="*/ 1564346 w 1709324"/>
                <a:gd name="csY1" fmla="*/ 0 h 2270915"/>
                <a:gd name="csX2" fmla="*/ 0 w 1709324"/>
                <a:gd name="csY2" fmla="*/ 2270916 h 2270915"/>
                <a:gd name="csX3" fmla="*/ 1709202 w 1709324"/>
                <a:gd name="csY3" fmla="*/ 107482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1709324" y="107482"/>
                  </a:moveTo>
                  <a:cubicBezTo>
                    <a:pt x="1661812" y="69863"/>
                    <a:pt x="1613568" y="33954"/>
                    <a:pt x="1564346" y="0"/>
                  </a:cubicBezTo>
                  <a:lnTo>
                    <a:pt x="0" y="2270916"/>
                  </a:lnTo>
                  <a:lnTo>
                    <a:pt x="1709202" y="10748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F529690-DD66-79E2-506A-772C6E88E4B3}"/>
                </a:ext>
              </a:extLst>
            </p:cNvPr>
            <p:cNvSpPr/>
            <p:nvPr/>
          </p:nvSpPr>
          <p:spPr>
            <a:xfrm>
              <a:off x="81387" y="1004753"/>
              <a:ext cx="1499612" cy="2408076"/>
            </a:xfrm>
            <a:custGeom>
              <a:avLst/>
              <a:gdLst>
                <a:gd name="csX0" fmla="*/ 154383 w 1499612"/>
                <a:gd name="csY0" fmla="*/ 0 h 2408076"/>
                <a:gd name="csX1" fmla="*/ 0 w 1499612"/>
                <a:gd name="csY1" fmla="*/ 93436 h 2408076"/>
                <a:gd name="csX2" fmla="*/ 1499613 w 1499612"/>
                <a:gd name="csY2" fmla="*/ 2408077 h 2408076"/>
                <a:gd name="csX3" fmla="*/ 154383 w 1499612"/>
                <a:gd name="csY3" fmla="*/ 122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54383" y="0"/>
                  </a:moveTo>
                  <a:cubicBezTo>
                    <a:pt x="102108" y="29313"/>
                    <a:pt x="50565" y="60458"/>
                    <a:pt x="0" y="93436"/>
                  </a:cubicBezTo>
                  <a:lnTo>
                    <a:pt x="1499613" y="2408077"/>
                  </a:lnTo>
                  <a:lnTo>
                    <a:pt x="154383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E6A5A61-1F23-EE18-A59B-8BF5104C42DC}"/>
                </a:ext>
              </a:extLst>
            </p:cNvPr>
            <p:cNvSpPr/>
            <p:nvPr/>
          </p:nvSpPr>
          <p:spPr>
            <a:xfrm>
              <a:off x="396137" y="850004"/>
              <a:ext cx="1184740" cy="2562825"/>
            </a:xfrm>
            <a:custGeom>
              <a:avLst/>
              <a:gdLst>
                <a:gd name="csX0" fmla="*/ 165497 w 1184740"/>
                <a:gd name="csY0" fmla="*/ 0 h 2562825"/>
                <a:gd name="csX1" fmla="*/ 0 w 1184740"/>
                <a:gd name="csY1" fmla="*/ 72062 h 2562825"/>
                <a:gd name="csX2" fmla="*/ 1184741 w 1184740"/>
                <a:gd name="csY2" fmla="*/ 2562826 h 2562825"/>
                <a:gd name="csX3" fmla="*/ 165375 w 1184740"/>
                <a:gd name="csY3" fmla="*/ 0 h 2562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5">
                  <a:moveTo>
                    <a:pt x="165497" y="0"/>
                  </a:moveTo>
                  <a:cubicBezTo>
                    <a:pt x="109680" y="22107"/>
                    <a:pt x="54474" y="46168"/>
                    <a:pt x="0" y="72062"/>
                  </a:cubicBezTo>
                  <a:lnTo>
                    <a:pt x="1184741" y="2562826"/>
                  </a:lnTo>
                  <a:lnTo>
                    <a:pt x="165375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DFB0033-4DFD-D5FD-643F-0ADA52D19051}"/>
                </a:ext>
              </a:extLst>
            </p:cNvPr>
            <p:cNvSpPr/>
            <p:nvPr/>
          </p:nvSpPr>
          <p:spPr>
            <a:xfrm>
              <a:off x="235892" y="921943"/>
              <a:ext cx="1345230" cy="2490764"/>
            </a:xfrm>
            <a:custGeom>
              <a:avLst/>
              <a:gdLst>
                <a:gd name="csX0" fmla="*/ 160368 w 1345230"/>
                <a:gd name="csY0" fmla="*/ 122 h 2490764"/>
                <a:gd name="csX1" fmla="*/ 0 w 1345230"/>
                <a:gd name="csY1" fmla="*/ 82810 h 2490764"/>
                <a:gd name="csX2" fmla="*/ 1345230 w 1345230"/>
                <a:gd name="csY2" fmla="*/ 2490764 h 2490764"/>
                <a:gd name="csX3" fmla="*/ 160490 w 1345230"/>
                <a:gd name="csY3" fmla="*/ 0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60368" y="122"/>
                  </a:moveTo>
                  <a:cubicBezTo>
                    <a:pt x="106138" y="25893"/>
                    <a:pt x="52642" y="53374"/>
                    <a:pt x="0" y="82810"/>
                  </a:cubicBezTo>
                  <a:lnTo>
                    <a:pt x="1345230" y="2490764"/>
                  </a:lnTo>
                  <a:lnTo>
                    <a:pt x="16049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6F08A5B8-59FF-5918-121B-5D04384F0ADD}"/>
                </a:ext>
              </a:extLst>
            </p:cNvPr>
            <p:cNvSpPr/>
            <p:nvPr/>
          </p:nvSpPr>
          <p:spPr>
            <a:xfrm>
              <a:off x="731529" y="738980"/>
              <a:ext cx="849471" cy="2673849"/>
            </a:xfrm>
            <a:custGeom>
              <a:avLst/>
              <a:gdLst>
                <a:gd name="csX0" fmla="*/ 173436 w 849471"/>
                <a:gd name="csY0" fmla="*/ 0 h 2673849"/>
                <a:gd name="csX1" fmla="*/ 0 w 849471"/>
                <a:gd name="csY1" fmla="*/ 49832 h 2673849"/>
                <a:gd name="csX2" fmla="*/ 849471 w 849471"/>
                <a:gd name="csY2" fmla="*/ 2673850 h 2673849"/>
                <a:gd name="csX3" fmla="*/ 173436 w 849471"/>
                <a:gd name="csY3" fmla="*/ 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173436" y="0"/>
                  </a:moveTo>
                  <a:cubicBezTo>
                    <a:pt x="115176" y="14657"/>
                    <a:pt x="57282" y="31267"/>
                    <a:pt x="0" y="49832"/>
                  </a:cubicBezTo>
                  <a:lnTo>
                    <a:pt x="849471" y="2673850"/>
                  </a:lnTo>
                  <a:lnTo>
                    <a:pt x="17343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55B987D-CE0D-8DAA-A2F8-370FCF39A2F4}"/>
                </a:ext>
              </a:extLst>
            </p:cNvPr>
            <p:cNvSpPr/>
            <p:nvPr/>
          </p:nvSpPr>
          <p:spPr>
            <a:xfrm>
              <a:off x="904965" y="700629"/>
              <a:ext cx="676035" cy="2712200"/>
            </a:xfrm>
            <a:custGeom>
              <a:avLst/>
              <a:gdLst>
                <a:gd name="csX0" fmla="*/ 176368 w 676035"/>
                <a:gd name="csY0" fmla="*/ 0 h 2712200"/>
                <a:gd name="csX1" fmla="*/ 0 w 676035"/>
                <a:gd name="csY1" fmla="*/ 38351 h 2712200"/>
                <a:gd name="csX2" fmla="*/ 676035 w 676035"/>
                <a:gd name="csY2" fmla="*/ 2712201 h 2712200"/>
                <a:gd name="csX3" fmla="*/ 176368 w 676035"/>
                <a:gd name="csY3" fmla="*/ 0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176368" y="0"/>
                  </a:moveTo>
                  <a:cubicBezTo>
                    <a:pt x="117253" y="10870"/>
                    <a:pt x="58382" y="23573"/>
                    <a:pt x="0" y="38351"/>
                  </a:cubicBezTo>
                  <a:lnTo>
                    <a:pt x="676035" y="2712201"/>
                  </a:lnTo>
                  <a:lnTo>
                    <a:pt x="17636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E47E8510-AA6D-FA62-7F7A-E89711B56DCC}"/>
                </a:ext>
              </a:extLst>
            </p:cNvPr>
            <p:cNvSpPr/>
            <p:nvPr/>
          </p:nvSpPr>
          <p:spPr>
            <a:xfrm>
              <a:off x="1081333" y="673759"/>
              <a:ext cx="499667" cy="2739071"/>
            </a:xfrm>
            <a:custGeom>
              <a:avLst/>
              <a:gdLst>
                <a:gd name="csX0" fmla="*/ 178444 w 499667"/>
                <a:gd name="csY0" fmla="*/ 0 h 2739071"/>
                <a:gd name="csX1" fmla="*/ 0 w 499667"/>
                <a:gd name="csY1" fmla="*/ 26870 h 2739071"/>
                <a:gd name="csX2" fmla="*/ 499667 w 499667"/>
                <a:gd name="csY2" fmla="*/ 2739071 h 2739071"/>
                <a:gd name="csX3" fmla="*/ 178444 w 499667"/>
                <a:gd name="csY3" fmla="*/ 0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178444" y="0"/>
                  </a:moveTo>
                  <a:cubicBezTo>
                    <a:pt x="118718" y="6962"/>
                    <a:pt x="59237" y="16000"/>
                    <a:pt x="0" y="26870"/>
                  </a:cubicBezTo>
                  <a:lnTo>
                    <a:pt x="499667" y="2739071"/>
                  </a:lnTo>
                  <a:lnTo>
                    <a:pt x="17844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829A3B17-BD37-6199-1889-A16D58AA7226}"/>
                </a:ext>
              </a:extLst>
            </p:cNvPr>
            <p:cNvSpPr/>
            <p:nvPr/>
          </p:nvSpPr>
          <p:spPr>
            <a:xfrm>
              <a:off x="561635" y="788691"/>
              <a:ext cx="1019365" cy="2624016"/>
            </a:xfrm>
            <a:custGeom>
              <a:avLst/>
              <a:gdLst>
                <a:gd name="csX0" fmla="*/ 169772 w 1019365"/>
                <a:gd name="csY0" fmla="*/ 0 h 2624016"/>
                <a:gd name="csX1" fmla="*/ 0 w 1019365"/>
                <a:gd name="csY1" fmla="*/ 61191 h 2624016"/>
                <a:gd name="csX2" fmla="*/ 1019366 w 1019365"/>
                <a:gd name="csY2" fmla="*/ 2624017 h 2624016"/>
                <a:gd name="csX3" fmla="*/ 169894 w 1019365"/>
                <a:gd name="csY3" fmla="*/ 0 h 26240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6">
                  <a:moveTo>
                    <a:pt x="169772" y="0"/>
                  </a:moveTo>
                  <a:cubicBezTo>
                    <a:pt x="112612" y="18443"/>
                    <a:pt x="56062" y="38962"/>
                    <a:pt x="0" y="61191"/>
                  </a:cubicBezTo>
                  <a:lnTo>
                    <a:pt x="1019366" y="2624017"/>
                  </a:lnTo>
                  <a:lnTo>
                    <a:pt x="16989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835F0D23-6242-28E0-6C04-462FFDB911F2}"/>
                </a:ext>
              </a:extLst>
            </p:cNvPr>
            <p:cNvSpPr/>
            <p:nvPr/>
          </p:nvSpPr>
          <p:spPr>
            <a:xfrm>
              <a:off x="1580878" y="655316"/>
              <a:ext cx="219360" cy="2757514"/>
            </a:xfrm>
            <a:custGeom>
              <a:avLst/>
              <a:gdLst>
                <a:gd name="csX0" fmla="*/ 219360 w 219360"/>
                <a:gd name="csY0" fmla="*/ 8428 h 2757514"/>
                <a:gd name="csX1" fmla="*/ 39084 w 219360"/>
                <a:gd name="csY1" fmla="*/ 0 h 2757514"/>
                <a:gd name="csX2" fmla="*/ 0 w 219360"/>
                <a:gd name="csY2" fmla="*/ 2757514 h 2757514"/>
                <a:gd name="csX3" fmla="*/ 219360 w 219360"/>
                <a:gd name="csY3" fmla="*/ 8428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219360" y="8428"/>
                  </a:moveTo>
                  <a:cubicBezTo>
                    <a:pt x="159391" y="3664"/>
                    <a:pt x="99176" y="855"/>
                    <a:pt x="39084" y="0"/>
                  </a:cubicBezTo>
                  <a:lnTo>
                    <a:pt x="0" y="2757514"/>
                  </a:lnTo>
                  <a:lnTo>
                    <a:pt x="219360" y="84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3B6D3360-2852-DB65-47BC-12C6F18106FE}"/>
                </a:ext>
              </a:extLst>
            </p:cNvPr>
            <p:cNvSpPr/>
            <p:nvPr/>
          </p:nvSpPr>
          <p:spPr>
            <a:xfrm>
              <a:off x="1581000" y="3412830"/>
              <a:ext cx="2653818" cy="923487"/>
            </a:xfrm>
            <a:custGeom>
              <a:avLst/>
              <a:gdLst>
                <a:gd name="csX0" fmla="*/ 2598979 w 2653818"/>
                <a:gd name="csY0" fmla="*/ 923487 h 923487"/>
                <a:gd name="csX1" fmla="*/ 2653819 w 2653818"/>
                <a:gd name="csY1" fmla="*/ 751516 h 923487"/>
                <a:gd name="csX2" fmla="*/ 0 w 2653818"/>
                <a:gd name="csY2" fmla="*/ 0 h 923487"/>
                <a:gd name="csX3" fmla="*/ 2598979 w 2653818"/>
                <a:gd name="csY3" fmla="*/ 923487 h 923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7">
                  <a:moveTo>
                    <a:pt x="2598979" y="923487"/>
                  </a:moveTo>
                  <a:cubicBezTo>
                    <a:pt x="2619132" y="866571"/>
                    <a:pt x="2637453" y="809288"/>
                    <a:pt x="2653819" y="751516"/>
                  </a:cubicBezTo>
                  <a:lnTo>
                    <a:pt x="0" y="0"/>
                  </a:lnTo>
                  <a:lnTo>
                    <a:pt x="2598979" y="9234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B32DBC30-2672-07A2-9EB9-A3932E3EDD44}"/>
                </a:ext>
              </a:extLst>
            </p:cNvPr>
            <p:cNvSpPr/>
            <p:nvPr/>
          </p:nvSpPr>
          <p:spPr>
            <a:xfrm>
              <a:off x="1581000" y="1249274"/>
              <a:ext cx="1847218" cy="2163433"/>
            </a:xfrm>
            <a:custGeom>
              <a:avLst/>
              <a:gdLst>
                <a:gd name="csX0" fmla="*/ 1847096 w 1847218"/>
                <a:gd name="csY0" fmla="*/ 116398 h 2163433"/>
                <a:gd name="csX1" fmla="*/ 1709202 w 1847218"/>
                <a:gd name="csY1" fmla="*/ 0 h 2163433"/>
                <a:gd name="csX2" fmla="*/ 0 w 1847218"/>
                <a:gd name="csY2" fmla="*/ 2163434 h 2163433"/>
                <a:gd name="csX3" fmla="*/ 1847218 w 1847218"/>
                <a:gd name="csY3" fmla="*/ 116398 h 2163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3">
                  <a:moveTo>
                    <a:pt x="1847096" y="116398"/>
                  </a:moveTo>
                  <a:cubicBezTo>
                    <a:pt x="1802149" y="75848"/>
                    <a:pt x="1755981" y="37130"/>
                    <a:pt x="1709202" y="0"/>
                  </a:cubicBezTo>
                  <a:lnTo>
                    <a:pt x="0" y="2163434"/>
                  </a:lnTo>
                  <a:lnTo>
                    <a:pt x="1847218" y="116398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EBE31EF4-3D81-3456-A2F6-08784014992A}"/>
                </a:ext>
              </a:extLst>
            </p:cNvPr>
            <p:cNvSpPr/>
            <p:nvPr/>
          </p:nvSpPr>
          <p:spPr>
            <a:xfrm>
              <a:off x="1581000" y="3412830"/>
              <a:ext cx="2729056" cy="576370"/>
            </a:xfrm>
            <a:custGeom>
              <a:avLst/>
              <a:gdLst>
                <a:gd name="csX0" fmla="*/ 2697301 w 2729056"/>
                <a:gd name="csY0" fmla="*/ 576370 h 576370"/>
                <a:gd name="csX1" fmla="*/ 2729056 w 2729056"/>
                <a:gd name="csY1" fmla="*/ 398659 h 576370"/>
                <a:gd name="csX2" fmla="*/ 0 w 2729056"/>
                <a:gd name="csY2" fmla="*/ 0 h 576370"/>
                <a:gd name="csX3" fmla="*/ 2697301 w 2729056"/>
                <a:gd name="csY3" fmla="*/ 57637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2697301" y="576370"/>
                  </a:moveTo>
                  <a:cubicBezTo>
                    <a:pt x="2709880" y="517378"/>
                    <a:pt x="2720384" y="458141"/>
                    <a:pt x="2729056" y="398659"/>
                  </a:cubicBezTo>
                  <a:lnTo>
                    <a:pt x="0" y="0"/>
                  </a:lnTo>
                  <a:lnTo>
                    <a:pt x="2697301" y="57637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00EAC6A4-60CA-0E65-0012-F420DC976822}"/>
                </a:ext>
              </a:extLst>
            </p:cNvPr>
            <p:cNvSpPr/>
            <p:nvPr/>
          </p:nvSpPr>
          <p:spPr>
            <a:xfrm>
              <a:off x="1581000" y="3412708"/>
              <a:ext cx="2757514" cy="219360"/>
            </a:xfrm>
            <a:custGeom>
              <a:avLst/>
              <a:gdLst>
                <a:gd name="csX0" fmla="*/ 2749087 w 2757514"/>
                <a:gd name="csY0" fmla="*/ 219360 h 219360"/>
                <a:gd name="csX1" fmla="*/ 2757515 w 2757514"/>
                <a:gd name="csY1" fmla="*/ 39084 h 219360"/>
                <a:gd name="csX2" fmla="*/ 0 w 2757514"/>
                <a:gd name="csY2" fmla="*/ 0 h 219360"/>
                <a:gd name="csX3" fmla="*/ 2749087 w 2757514"/>
                <a:gd name="csY3" fmla="*/ 21936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2749087" y="219360"/>
                  </a:moveTo>
                  <a:cubicBezTo>
                    <a:pt x="2753850" y="159391"/>
                    <a:pt x="2756660" y="99177"/>
                    <a:pt x="2757515" y="39084"/>
                  </a:cubicBezTo>
                  <a:lnTo>
                    <a:pt x="0" y="0"/>
                  </a:lnTo>
                  <a:lnTo>
                    <a:pt x="2749087" y="21936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AF7F7772-2D5F-DF4E-03BA-FD3EE93C54CC}"/>
                </a:ext>
              </a:extLst>
            </p:cNvPr>
            <p:cNvSpPr/>
            <p:nvPr/>
          </p:nvSpPr>
          <p:spPr>
            <a:xfrm>
              <a:off x="1581000" y="3412830"/>
              <a:ext cx="2749086" cy="398659"/>
            </a:xfrm>
            <a:custGeom>
              <a:avLst/>
              <a:gdLst>
                <a:gd name="csX0" fmla="*/ 2729056 w 2749086"/>
                <a:gd name="csY0" fmla="*/ 398659 h 398659"/>
                <a:gd name="csX1" fmla="*/ 2749087 w 2749086"/>
                <a:gd name="csY1" fmla="*/ 219360 h 398659"/>
                <a:gd name="csX2" fmla="*/ 0 w 2749086"/>
                <a:gd name="csY2" fmla="*/ 0 h 398659"/>
                <a:gd name="csX3" fmla="*/ 2729056 w 2749086"/>
                <a:gd name="csY3" fmla="*/ 398659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729056" y="398659"/>
                  </a:moveTo>
                  <a:cubicBezTo>
                    <a:pt x="2737728" y="339056"/>
                    <a:pt x="2744323" y="279208"/>
                    <a:pt x="2749087" y="219360"/>
                  </a:cubicBezTo>
                  <a:lnTo>
                    <a:pt x="0" y="0"/>
                  </a:lnTo>
                  <a:lnTo>
                    <a:pt x="2729056" y="39865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DAFB07D3-7BBF-41FF-FD97-B53C40A7A474}"/>
                </a:ext>
              </a:extLst>
            </p:cNvPr>
            <p:cNvSpPr/>
            <p:nvPr/>
          </p:nvSpPr>
          <p:spPr>
            <a:xfrm>
              <a:off x="1581000" y="3412830"/>
              <a:ext cx="2455955" cy="1412528"/>
            </a:xfrm>
            <a:custGeom>
              <a:avLst/>
              <a:gdLst>
                <a:gd name="csX0" fmla="*/ 2368504 w 2455955"/>
                <a:gd name="csY0" fmla="*/ 1412528 h 1412528"/>
                <a:gd name="csX1" fmla="*/ 2455955 w 2455955"/>
                <a:gd name="csY1" fmla="*/ 1254726 h 1412528"/>
                <a:gd name="csX2" fmla="*/ 0 w 2455955"/>
                <a:gd name="csY2" fmla="*/ 0 h 1412528"/>
                <a:gd name="csX3" fmla="*/ 2368504 w 2455955"/>
                <a:gd name="csY3" fmla="*/ 1412528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2368504" y="1412528"/>
                  </a:moveTo>
                  <a:cubicBezTo>
                    <a:pt x="2399528" y="1360620"/>
                    <a:pt x="2428718" y="1307978"/>
                    <a:pt x="2455955" y="1254726"/>
                  </a:cubicBezTo>
                  <a:lnTo>
                    <a:pt x="0" y="0"/>
                  </a:lnTo>
                  <a:lnTo>
                    <a:pt x="2368504" y="14125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3913AD51-F6E5-DDBE-91D3-D835734B78CE}"/>
                </a:ext>
              </a:extLst>
            </p:cNvPr>
            <p:cNvSpPr/>
            <p:nvPr/>
          </p:nvSpPr>
          <p:spPr>
            <a:xfrm>
              <a:off x="1581000" y="3412830"/>
              <a:ext cx="2368503" cy="1564346"/>
            </a:xfrm>
            <a:custGeom>
              <a:avLst/>
              <a:gdLst>
                <a:gd name="csX0" fmla="*/ 2270916 w 2368503"/>
                <a:gd name="csY0" fmla="*/ 1564346 h 1564346"/>
                <a:gd name="csX1" fmla="*/ 2368504 w 2368503"/>
                <a:gd name="csY1" fmla="*/ 1412528 h 1564346"/>
                <a:gd name="csX2" fmla="*/ 0 w 2368503"/>
                <a:gd name="csY2" fmla="*/ 0 h 1564346"/>
                <a:gd name="csX3" fmla="*/ 2270916 w 2368503"/>
                <a:gd name="csY3" fmla="*/ 1564346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3" h="1564346">
                  <a:moveTo>
                    <a:pt x="2270916" y="1564346"/>
                  </a:moveTo>
                  <a:cubicBezTo>
                    <a:pt x="2305359" y="1514514"/>
                    <a:pt x="2337847" y="1463949"/>
                    <a:pt x="2368504" y="1412528"/>
                  </a:cubicBezTo>
                  <a:lnTo>
                    <a:pt x="0" y="0"/>
                  </a:lnTo>
                  <a:lnTo>
                    <a:pt x="2270916" y="15643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B61E8182-5766-3FA8-E080-75F6EA15201F}"/>
                </a:ext>
              </a:extLst>
            </p:cNvPr>
            <p:cNvSpPr/>
            <p:nvPr/>
          </p:nvSpPr>
          <p:spPr>
            <a:xfrm>
              <a:off x="1581000" y="3412830"/>
              <a:ext cx="2598978" cy="1091549"/>
            </a:xfrm>
            <a:custGeom>
              <a:avLst/>
              <a:gdLst>
                <a:gd name="csX0" fmla="*/ 2533147 w 2598978"/>
                <a:gd name="csY0" fmla="*/ 1091549 h 1091549"/>
                <a:gd name="csX1" fmla="*/ 2598979 w 2598978"/>
                <a:gd name="csY1" fmla="*/ 923487 h 1091549"/>
                <a:gd name="csX2" fmla="*/ 0 w 2598978"/>
                <a:gd name="csY2" fmla="*/ 0 h 1091549"/>
                <a:gd name="csX3" fmla="*/ 2533147 w 2598978"/>
                <a:gd name="csY3" fmla="*/ 1091549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2533147" y="1091549"/>
                  </a:moveTo>
                  <a:cubicBezTo>
                    <a:pt x="2557085" y="1036099"/>
                    <a:pt x="2578949" y="980037"/>
                    <a:pt x="2598979" y="923487"/>
                  </a:cubicBezTo>
                  <a:lnTo>
                    <a:pt x="0" y="0"/>
                  </a:lnTo>
                  <a:lnTo>
                    <a:pt x="2533147" y="109154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980DF538-ED01-74FB-1893-BF17F042B61E}"/>
                </a:ext>
              </a:extLst>
            </p:cNvPr>
            <p:cNvSpPr/>
            <p:nvPr/>
          </p:nvSpPr>
          <p:spPr>
            <a:xfrm>
              <a:off x="1581000" y="3412708"/>
              <a:ext cx="2270915" cy="1709324"/>
            </a:xfrm>
            <a:custGeom>
              <a:avLst/>
              <a:gdLst>
                <a:gd name="csX0" fmla="*/ 2163434 w 2270915"/>
                <a:gd name="csY0" fmla="*/ 1709324 h 1709324"/>
                <a:gd name="csX1" fmla="*/ 2270916 w 2270915"/>
                <a:gd name="csY1" fmla="*/ 1564346 h 1709324"/>
                <a:gd name="csX2" fmla="*/ 0 w 2270915"/>
                <a:gd name="csY2" fmla="*/ 0 h 1709324"/>
                <a:gd name="csX3" fmla="*/ 2163434 w 2270915"/>
                <a:gd name="csY3" fmla="*/ 170920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2163434" y="1709324"/>
                  </a:moveTo>
                  <a:cubicBezTo>
                    <a:pt x="2201053" y="1661813"/>
                    <a:pt x="2236962" y="1613568"/>
                    <a:pt x="2270916" y="1564346"/>
                  </a:cubicBezTo>
                  <a:lnTo>
                    <a:pt x="0" y="0"/>
                  </a:lnTo>
                  <a:lnTo>
                    <a:pt x="2163434" y="170920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8FC6ED70-AB5C-AFC9-0647-025050CEBC97}"/>
                </a:ext>
              </a:extLst>
            </p:cNvPr>
            <p:cNvSpPr/>
            <p:nvPr/>
          </p:nvSpPr>
          <p:spPr>
            <a:xfrm>
              <a:off x="1580878" y="3412830"/>
              <a:ext cx="2533146" cy="1254725"/>
            </a:xfrm>
            <a:custGeom>
              <a:avLst/>
              <a:gdLst>
                <a:gd name="csX0" fmla="*/ 2456078 w 2533146"/>
                <a:gd name="csY0" fmla="*/ 1254726 h 1254725"/>
                <a:gd name="csX1" fmla="*/ 2533147 w 2533146"/>
                <a:gd name="csY1" fmla="*/ 1091549 h 1254725"/>
                <a:gd name="csX2" fmla="*/ 0 w 2533146"/>
                <a:gd name="csY2" fmla="*/ 0 h 1254725"/>
                <a:gd name="csX3" fmla="*/ 2455955 w 2533146"/>
                <a:gd name="csY3" fmla="*/ 1254726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2456078" y="1254726"/>
                  </a:moveTo>
                  <a:cubicBezTo>
                    <a:pt x="2483559" y="1200985"/>
                    <a:pt x="2509452" y="1146511"/>
                    <a:pt x="2533147" y="1091549"/>
                  </a:cubicBezTo>
                  <a:lnTo>
                    <a:pt x="0" y="0"/>
                  </a:lnTo>
                  <a:lnTo>
                    <a:pt x="2455955" y="12547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9377064B-FBEB-6087-DC75-0610064330C2}"/>
                </a:ext>
              </a:extLst>
            </p:cNvPr>
            <p:cNvSpPr/>
            <p:nvPr/>
          </p:nvSpPr>
          <p:spPr>
            <a:xfrm>
              <a:off x="1581000" y="3271394"/>
              <a:ext cx="2757810" cy="180520"/>
            </a:xfrm>
            <a:custGeom>
              <a:avLst/>
              <a:gdLst>
                <a:gd name="csX0" fmla="*/ 2757515 w 2757810"/>
                <a:gd name="csY0" fmla="*/ 180398 h 180520"/>
                <a:gd name="csX1" fmla="*/ 2754339 w 2757810"/>
                <a:gd name="csY1" fmla="*/ 0 h 180520"/>
                <a:gd name="csX2" fmla="*/ 0 w 2757810"/>
                <a:gd name="csY2" fmla="*/ 141436 h 180520"/>
                <a:gd name="csX3" fmla="*/ 2757515 w 2757810"/>
                <a:gd name="csY3" fmla="*/ 18052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757515" y="180398"/>
                  </a:moveTo>
                  <a:cubicBezTo>
                    <a:pt x="2758370" y="120184"/>
                    <a:pt x="2757392" y="60092"/>
                    <a:pt x="2754339" y="0"/>
                  </a:cubicBezTo>
                  <a:lnTo>
                    <a:pt x="0" y="141436"/>
                  </a:lnTo>
                  <a:lnTo>
                    <a:pt x="2757515" y="18052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C1F3E601-012F-0489-FB81-722924C41BD0}"/>
                </a:ext>
              </a:extLst>
            </p:cNvPr>
            <p:cNvSpPr/>
            <p:nvPr/>
          </p:nvSpPr>
          <p:spPr>
            <a:xfrm>
              <a:off x="1581000" y="3412830"/>
              <a:ext cx="2697300" cy="751516"/>
            </a:xfrm>
            <a:custGeom>
              <a:avLst/>
              <a:gdLst>
                <a:gd name="csX0" fmla="*/ 2653819 w 2697300"/>
                <a:gd name="csY0" fmla="*/ 751516 h 751516"/>
                <a:gd name="csX1" fmla="*/ 2697301 w 2697300"/>
                <a:gd name="csY1" fmla="*/ 576370 h 751516"/>
                <a:gd name="csX2" fmla="*/ 0 w 2697300"/>
                <a:gd name="csY2" fmla="*/ 0 h 751516"/>
                <a:gd name="csX3" fmla="*/ 2653819 w 2697300"/>
                <a:gd name="csY3" fmla="*/ 751516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2653819" y="751516"/>
                  </a:moveTo>
                  <a:cubicBezTo>
                    <a:pt x="2670185" y="693501"/>
                    <a:pt x="2684842" y="635119"/>
                    <a:pt x="2697301" y="576370"/>
                  </a:cubicBezTo>
                  <a:lnTo>
                    <a:pt x="0" y="0"/>
                  </a:lnTo>
                  <a:lnTo>
                    <a:pt x="2653819" y="7515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BBA415A6-FC81-F5A6-B99F-667BB6F6D86D}"/>
                </a:ext>
              </a:extLst>
            </p:cNvPr>
            <p:cNvSpPr/>
            <p:nvPr/>
          </p:nvSpPr>
          <p:spPr>
            <a:xfrm>
              <a:off x="1581000" y="1765186"/>
              <a:ext cx="2314641" cy="1647644"/>
            </a:xfrm>
            <a:custGeom>
              <a:avLst/>
              <a:gdLst>
                <a:gd name="csX0" fmla="*/ 2314641 w 2314641"/>
                <a:gd name="csY0" fmla="*/ 148031 h 1647644"/>
                <a:gd name="csX1" fmla="*/ 2211434 w 2314641"/>
                <a:gd name="csY1" fmla="*/ 0 h 1647644"/>
                <a:gd name="csX2" fmla="*/ 0 w 2314641"/>
                <a:gd name="csY2" fmla="*/ 1647644 h 1647644"/>
                <a:gd name="csX3" fmla="*/ 2314641 w 2314641"/>
                <a:gd name="csY3" fmla="*/ 148031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2314641" y="148031"/>
                  </a:moveTo>
                  <a:cubicBezTo>
                    <a:pt x="2282031" y="97833"/>
                    <a:pt x="2247588" y="48367"/>
                    <a:pt x="2211434" y="0"/>
                  </a:cubicBezTo>
                  <a:lnTo>
                    <a:pt x="0" y="1647644"/>
                  </a:lnTo>
                  <a:lnTo>
                    <a:pt x="2314641" y="148031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6DB51A49-BE3C-395F-26D5-0BBD6DC215DF}"/>
                </a:ext>
              </a:extLst>
            </p:cNvPr>
            <p:cNvSpPr/>
            <p:nvPr/>
          </p:nvSpPr>
          <p:spPr>
            <a:xfrm>
              <a:off x="1581122" y="1624238"/>
              <a:ext cx="2211434" cy="1788591"/>
            </a:xfrm>
            <a:custGeom>
              <a:avLst/>
              <a:gdLst>
                <a:gd name="csX0" fmla="*/ 2211312 w 2211434"/>
                <a:gd name="csY0" fmla="*/ 140948 h 1788591"/>
                <a:gd name="csX1" fmla="*/ 2098701 w 2211434"/>
                <a:gd name="csY1" fmla="*/ 0 h 1788591"/>
                <a:gd name="csX2" fmla="*/ 0 w 2211434"/>
                <a:gd name="csY2" fmla="*/ 1788592 h 1788591"/>
                <a:gd name="csX3" fmla="*/ 2211434 w 2211434"/>
                <a:gd name="csY3" fmla="*/ 140948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2211312" y="140948"/>
                  </a:moveTo>
                  <a:cubicBezTo>
                    <a:pt x="2175526" y="92947"/>
                    <a:pt x="2138029" y="45924"/>
                    <a:pt x="2098701" y="0"/>
                  </a:cubicBezTo>
                  <a:lnTo>
                    <a:pt x="0" y="1788592"/>
                  </a:lnTo>
                  <a:lnTo>
                    <a:pt x="2211434" y="140948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0C7A690F-905F-7297-5A35-502E1A156F54}"/>
                </a:ext>
              </a:extLst>
            </p:cNvPr>
            <p:cNvSpPr/>
            <p:nvPr/>
          </p:nvSpPr>
          <p:spPr>
            <a:xfrm>
              <a:off x="1581000" y="3091606"/>
              <a:ext cx="2754338" cy="321223"/>
            </a:xfrm>
            <a:custGeom>
              <a:avLst/>
              <a:gdLst>
                <a:gd name="csX0" fmla="*/ 2754339 w 2754338"/>
                <a:gd name="csY0" fmla="*/ 179787 h 321223"/>
                <a:gd name="csX1" fmla="*/ 2739072 w 2754338"/>
                <a:gd name="csY1" fmla="*/ 0 h 321223"/>
                <a:gd name="csX2" fmla="*/ 0 w 2754338"/>
                <a:gd name="csY2" fmla="*/ 321223 h 321223"/>
                <a:gd name="csX3" fmla="*/ 2754339 w 2754338"/>
                <a:gd name="csY3" fmla="*/ 179787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2754339" y="179787"/>
                  </a:moveTo>
                  <a:cubicBezTo>
                    <a:pt x="2751285" y="119695"/>
                    <a:pt x="2746034" y="59725"/>
                    <a:pt x="2739072" y="0"/>
                  </a:cubicBezTo>
                  <a:lnTo>
                    <a:pt x="0" y="321223"/>
                  </a:lnTo>
                  <a:lnTo>
                    <a:pt x="2754339" y="1797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FE4A0351-06CF-B012-CD70-3EE46BB0E41F}"/>
                </a:ext>
              </a:extLst>
            </p:cNvPr>
            <p:cNvSpPr/>
            <p:nvPr/>
          </p:nvSpPr>
          <p:spPr>
            <a:xfrm>
              <a:off x="1581000" y="1365671"/>
              <a:ext cx="1977051" cy="2047036"/>
            </a:xfrm>
            <a:custGeom>
              <a:avLst/>
              <a:gdLst>
                <a:gd name="csX0" fmla="*/ 1977051 w 1977051"/>
                <a:gd name="csY0" fmla="*/ 125314 h 2047036"/>
                <a:gd name="csX1" fmla="*/ 1847218 w 1977051"/>
                <a:gd name="csY1" fmla="*/ 0 h 2047036"/>
                <a:gd name="csX2" fmla="*/ 0 w 1977051"/>
                <a:gd name="csY2" fmla="*/ 2047036 h 2047036"/>
                <a:gd name="csX3" fmla="*/ 1977051 w 1977051"/>
                <a:gd name="csY3" fmla="*/ 125192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1977051" y="125314"/>
                  </a:moveTo>
                  <a:cubicBezTo>
                    <a:pt x="1935402" y="82565"/>
                    <a:pt x="1892165" y="40672"/>
                    <a:pt x="1847218" y="0"/>
                  </a:cubicBezTo>
                  <a:lnTo>
                    <a:pt x="0" y="2047036"/>
                  </a:lnTo>
                  <a:lnTo>
                    <a:pt x="1977051" y="12519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F226F41E-6192-2500-2029-32138C30F802}"/>
                </a:ext>
              </a:extLst>
            </p:cNvPr>
            <p:cNvSpPr/>
            <p:nvPr/>
          </p:nvSpPr>
          <p:spPr>
            <a:xfrm>
              <a:off x="1580878" y="1490985"/>
              <a:ext cx="2098822" cy="1921844"/>
            </a:xfrm>
            <a:custGeom>
              <a:avLst/>
              <a:gdLst>
                <a:gd name="csX0" fmla="*/ 2098823 w 2098822"/>
                <a:gd name="csY0" fmla="*/ 133131 h 1921844"/>
                <a:gd name="csX1" fmla="*/ 1977051 w 2098822"/>
                <a:gd name="csY1" fmla="*/ 0 h 1921844"/>
                <a:gd name="csX2" fmla="*/ 0 w 2098822"/>
                <a:gd name="csY2" fmla="*/ 1921845 h 1921844"/>
                <a:gd name="csX3" fmla="*/ 2098701 w 2098822"/>
                <a:gd name="csY3" fmla="*/ 133253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2098823" y="133131"/>
                  </a:moveTo>
                  <a:cubicBezTo>
                    <a:pt x="2059983" y="87695"/>
                    <a:pt x="2019311" y="43359"/>
                    <a:pt x="1977051" y="0"/>
                  </a:cubicBezTo>
                  <a:lnTo>
                    <a:pt x="0" y="1921845"/>
                  </a:lnTo>
                  <a:lnTo>
                    <a:pt x="2098701" y="133253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D22A3A49-C9E7-238E-68F8-6F4932B3AECA}"/>
                </a:ext>
              </a:extLst>
            </p:cNvPr>
            <p:cNvSpPr/>
            <p:nvPr/>
          </p:nvSpPr>
          <p:spPr>
            <a:xfrm>
              <a:off x="1581000" y="2736795"/>
              <a:ext cx="2712200" cy="676034"/>
            </a:xfrm>
            <a:custGeom>
              <a:avLst/>
              <a:gdLst>
                <a:gd name="csX0" fmla="*/ 2712201 w 2712200"/>
                <a:gd name="csY0" fmla="*/ 176367 h 676034"/>
                <a:gd name="csX1" fmla="*/ 2673849 w 2712200"/>
                <a:gd name="csY1" fmla="*/ 0 h 676034"/>
                <a:gd name="csX2" fmla="*/ 0 w 2712200"/>
                <a:gd name="csY2" fmla="*/ 676035 h 676034"/>
                <a:gd name="csX3" fmla="*/ 2712201 w 2712200"/>
                <a:gd name="csY3" fmla="*/ 176367 h 676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4">
                  <a:moveTo>
                    <a:pt x="2712201" y="176367"/>
                  </a:moveTo>
                  <a:cubicBezTo>
                    <a:pt x="2701331" y="117253"/>
                    <a:pt x="2688628" y="58382"/>
                    <a:pt x="2673849" y="0"/>
                  </a:cubicBezTo>
                  <a:lnTo>
                    <a:pt x="0" y="676035"/>
                  </a:lnTo>
                  <a:lnTo>
                    <a:pt x="2712201" y="1763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D3193BD4-630B-621A-D1CC-B6EBEAB9E798}"/>
                </a:ext>
              </a:extLst>
            </p:cNvPr>
            <p:cNvSpPr/>
            <p:nvPr/>
          </p:nvSpPr>
          <p:spPr>
            <a:xfrm>
              <a:off x="1581000" y="2913162"/>
              <a:ext cx="2739071" cy="499667"/>
            </a:xfrm>
            <a:custGeom>
              <a:avLst/>
              <a:gdLst>
                <a:gd name="csX0" fmla="*/ 2739072 w 2739071"/>
                <a:gd name="csY0" fmla="*/ 178444 h 499667"/>
                <a:gd name="csX1" fmla="*/ 2712201 w 2739071"/>
                <a:gd name="csY1" fmla="*/ 0 h 499667"/>
                <a:gd name="csX2" fmla="*/ 0 w 2739071"/>
                <a:gd name="csY2" fmla="*/ 499667 h 499667"/>
                <a:gd name="csX3" fmla="*/ 2739072 w 2739071"/>
                <a:gd name="csY3" fmla="*/ 17844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2739072" y="178444"/>
                  </a:moveTo>
                  <a:cubicBezTo>
                    <a:pt x="2732110" y="118718"/>
                    <a:pt x="2723072" y="59237"/>
                    <a:pt x="2712201" y="0"/>
                  </a:cubicBezTo>
                  <a:lnTo>
                    <a:pt x="0" y="499667"/>
                  </a:lnTo>
                  <a:lnTo>
                    <a:pt x="2739072" y="1784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A021DE69-1BBB-C39D-7E1E-EC0999A599C9}"/>
                </a:ext>
              </a:extLst>
            </p:cNvPr>
            <p:cNvSpPr/>
            <p:nvPr/>
          </p:nvSpPr>
          <p:spPr>
            <a:xfrm>
              <a:off x="1581000" y="2563359"/>
              <a:ext cx="2673849" cy="849471"/>
            </a:xfrm>
            <a:custGeom>
              <a:avLst/>
              <a:gdLst>
                <a:gd name="csX0" fmla="*/ 2673849 w 2673849"/>
                <a:gd name="csY0" fmla="*/ 173436 h 849471"/>
                <a:gd name="csX1" fmla="*/ 2624018 w 2673849"/>
                <a:gd name="csY1" fmla="*/ 0 h 849471"/>
                <a:gd name="csX2" fmla="*/ 0 w 2673849"/>
                <a:gd name="csY2" fmla="*/ 849471 h 849471"/>
                <a:gd name="csX3" fmla="*/ 2673849 w 2673849"/>
                <a:gd name="csY3" fmla="*/ 173436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2673849" y="173436"/>
                  </a:moveTo>
                  <a:cubicBezTo>
                    <a:pt x="2659193" y="115176"/>
                    <a:pt x="2642582" y="57283"/>
                    <a:pt x="2624018" y="0"/>
                  </a:cubicBezTo>
                  <a:lnTo>
                    <a:pt x="0" y="849471"/>
                  </a:lnTo>
                  <a:lnTo>
                    <a:pt x="2673849" y="173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F435A62B-A5D3-5B6B-3A64-FC9064801D23}"/>
                </a:ext>
              </a:extLst>
            </p:cNvPr>
            <p:cNvGrpSpPr/>
            <p:nvPr/>
          </p:nvGrpSpPr>
          <p:grpSpPr>
            <a:xfrm>
              <a:off x="1580878" y="1913217"/>
              <a:ext cx="2562948" cy="1499735"/>
              <a:chOff x="1580878" y="1913217"/>
              <a:chExt cx="2562948" cy="1499735"/>
            </a:xfrm>
            <a:solidFill>
              <a:srgbClr val="FFE07F"/>
            </a:solidFill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C07B1E9E-F873-2410-CA4C-D362BD3C8C57}"/>
                  </a:ext>
                </a:extLst>
              </p:cNvPr>
              <p:cNvSpPr/>
              <p:nvPr/>
            </p:nvSpPr>
            <p:spPr>
              <a:xfrm>
                <a:off x="1580878" y="1913217"/>
                <a:ext cx="2408077" cy="1499612"/>
              </a:xfrm>
              <a:custGeom>
                <a:avLst/>
                <a:gdLst>
                  <a:gd name="csX0" fmla="*/ 2408077 w 2408077"/>
                  <a:gd name="csY0" fmla="*/ 154383 h 1499612"/>
                  <a:gd name="csX1" fmla="*/ 2314641 w 2408077"/>
                  <a:gd name="csY1" fmla="*/ 0 h 1499612"/>
                  <a:gd name="csX2" fmla="*/ 0 w 2408077"/>
                  <a:gd name="csY2" fmla="*/ 1499613 h 1499612"/>
                  <a:gd name="csX3" fmla="*/ 2407955 w 2408077"/>
                  <a:gd name="csY3" fmla="*/ 154383 h 14996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08077" h="1499612">
                    <a:moveTo>
                      <a:pt x="2408077" y="154383"/>
                    </a:moveTo>
                    <a:cubicBezTo>
                      <a:pt x="2378764" y="102108"/>
                      <a:pt x="2347619" y="50565"/>
                      <a:pt x="2314641" y="0"/>
                    </a:cubicBezTo>
                    <a:lnTo>
                      <a:pt x="0" y="1499613"/>
                    </a:lnTo>
                    <a:lnTo>
                      <a:pt x="2407955" y="154383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C3BE56BF-9B1C-150C-93A0-FB3BA1D4EB8A}"/>
                  </a:ext>
                </a:extLst>
              </p:cNvPr>
              <p:cNvSpPr/>
              <p:nvPr/>
            </p:nvSpPr>
            <p:spPr>
              <a:xfrm>
                <a:off x="1581122" y="2067722"/>
                <a:ext cx="2490764" cy="1345230"/>
              </a:xfrm>
              <a:custGeom>
                <a:avLst/>
                <a:gdLst>
                  <a:gd name="csX0" fmla="*/ 2490642 w 2490764"/>
                  <a:gd name="csY0" fmla="*/ 160367 h 1345230"/>
                  <a:gd name="csX1" fmla="*/ 2407954 w 2490764"/>
                  <a:gd name="csY1" fmla="*/ 0 h 1345230"/>
                  <a:gd name="csX2" fmla="*/ 0 w 2490764"/>
                  <a:gd name="csY2" fmla="*/ 1345230 h 1345230"/>
                  <a:gd name="csX3" fmla="*/ 2490764 w 2490764"/>
                  <a:gd name="csY3" fmla="*/ 160490 h 1345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90764" h="1345230">
                    <a:moveTo>
                      <a:pt x="2490642" y="160367"/>
                    </a:moveTo>
                    <a:cubicBezTo>
                      <a:pt x="2464871" y="106138"/>
                      <a:pt x="2437390" y="52642"/>
                      <a:pt x="2407954" y="0"/>
                    </a:cubicBezTo>
                    <a:lnTo>
                      <a:pt x="0" y="1345230"/>
                    </a:lnTo>
                    <a:lnTo>
                      <a:pt x="2490764" y="160490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00F0AE6D-D75F-6DED-31EE-0EFD5F2A4224}"/>
                  </a:ext>
                </a:extLst>
              </p:cNvPr>
              <p:cNvSpPr/>
              <p:nvPr/>
            </p:nvSpPr>
            <p:spPr>
              <a:xfrm>
                <a:off x="1581000" y="2227967"/>
                <a:ext cx="2562826" cy="1184740"/>
              </a:xfrm>
              <a:custGeom>
                <a:avLst/>
                <a:gdLst>
                  <a:gd name="csX0" fmla="*/ 2562826 w 2562826"/>
                  <a:gd name="csY0" fmla="*/ 165497 h 1184740"/>
                  <a:gd name="csX1" fmla="*/ 2490764 w 2562826"/>
                  <a:gd name="csY1" fmla="*/ 0 h 1184740"/>
                  <a:gd name="csX2" fmla="*/ 0 w 2562826"/>
                  <a:gd name="csY2" fmla="*/ 1184740 h 1184740"/>
                  <a:gd name="csX3" fmla="*/ 2562826 w 2562826"/>
                  <a:gd name="csY3" fmla="*/ 165375 h 1184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562826" h="1184740">
                    <a:moveTo>
                      <a:pt x="2562826" y="165497"/>
                    </a:moveTo>
                    <a:cubicBezTo>
                      <a:pt x="2540719" y="109680"/>
                      <a:pt x="2516658" y="54474"/>
                      <a:pt x="2490764" y="0"/>
                    </a:cubicBezTo>
                    <a:lnTo>
                      <a:pt x="0" y="1184740"/>
                    </a:lnTo>
                    <a:lnTo>
                      <a:pt x="2562826" y="165375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B087EC79-DE40-A311-3000-E7923AA1F2A9}"/>
                </a:ext>
              </a:extLst>
            </p:cNvPr>
            <p:cNvSpPr/>
            <p:nvPr/>
          </p:nvSpPr>
          <p:spPr>
            <a:xfrm>
              <a:off x="1581000" y="2393464"/>
              <a:ext cx="2624017" cy="1019365"/>
            </a:xfrm>
            <a:custGeom>
              <a:avLst/>
              <a:gdLst>
                <a:gd name="csX0" fmla="*/ 2624018 w 2624017"/>
                <a:gd name="csY0" fmla="*/ 169772 h 1019365"/>
                <a:gd name="csX1" fmla="*/ 2562826 w 2624017"/>
                <a:gd name="csY1" fmla="*/ 0 h 1019365"/>
                <a:gd name="csX2" fmla="*/ 0 w 2624017"/>
                <a:gd name="csY2" fmla="*/ 1019365 h 1019365"/>
                <a:gd name="csX3" fmla="*/ 2624018 w 2624017"/>
                <a:gd name="csY3" fmla="*/ 169894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2624018" y="169772"/>
                  </a:moveTo>
                  <a:cubicBezTo>
                    <a:pt x="2605575" y="112611"/>
                    <a:pt x="2585055" y="56061"/>
                    <a:pt x="2562826" y="0"/>
                  </a:cubicBezTo>
                  <a:lnTo>
                    <a:pt x="0" y="1019365"/>
                  </a:lnTo>
                  <a:lnTo>
                    <a:pt x="2624018" y="16989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8963869C-E9B4-ED68-F6D5-5E6F860505A5}"/>
                </a:ext>
              </a:extLst>
            </p:cNvPr>
            <p:cNvSpPr/>
            <p:nvPr/>
          </p:nvSpPr>
          <p:spPr>
            <a:xfrm>
              <a:off x="829484" y="3412830"/>
              <a:ext cx="751516" cy="2697299"/>
            </a:xfrm>
            <a:custGeom>
              <a:avLst/>
              <a:gdLst>
                <a:gd name="csX0" fmla="*/ 0 w 751516"/>
                <a:gd name="csY0" fmla="*/ 2653819 h 2697299"/>
                <a:gd name="csX1" fmla="*/ 175146 w 751516"/>
                <a:gd name="csY1" fmla="*/ 2697300 h 2697299"/>
                <a:gd name="csX2" fmla="*/ 751516 w 751516"/>
                <a:gd name="csY2" fmla="*/ 0 h 2697299"/>
                <a:gd name="csX3" fmla="*/ 0 w 751516"/>
                <a:gd name="csY3" fmla="*/ 2653819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0" y="2653819"/>
                  </a:moveTo>
                  <a:cubicBezTo>
                    <a:pt x="58016" y="2670185"/>
                    <a:pt x="116398" y="2684842"/>
                    <a:pt x="175146" y="2697300"/>
                  </a:cubicBezTo>
                  <a:lnTo>
                    <a:pt x="751516" y="0"/>
                  </a:lnTo>
                  <a:lnTo>
                    <a:pt x="0" y="265381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CA7CC047-1A92-B5DA-BBF2-C9CA8B81AE5F}"/>
                </a:ext>
              </a:extLst>
            </p:cNvPr>
            <p:cNvSpPr/>
            <p:nvPr/>
          </p:nvSpPr>
          <p:spPr>
            <a:xfrm>
              <a:off x="1182341" y="3412830"/>
              <a:ext cx="398659" cy="2749086"/>
            </a:xfrm>
            <a:custGeom>
              <a:avLst/>
              <a:gdLst>
                <a:gd name="csX0" fmla="*/ 0 w 398659"/>
                <a:gd name="csY0" fmla="*/ 2729056 h 2749086"/>
                <a:gd name="csX1" fmla="*/ 179299 w 398659"/>
                <a:gd name="csY1" fmla="*/ 2749087 h 2749086"/>
                <a:gd name="csX2" fmla="*/ 398659 w 398659"/>
                <a:gd name="csY2" fmla="*/ 0 h 2749086"/>
                <a:gd name="csX3" fmla="*/ 0 w 398659"/>
                <a:gd name="csY3" fmla="*/ 2729056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9" h="2749086">
                  <a:moveTo>
                    <a:pt x="0" y="2729056"/>
                  </a:moveTo>
                  <a:cubicBezTo>
                    <a:pt x="59604" y="2737728"/>
                    <a:pt x="119451" y="2744323"/>
                    <a:pt x="179299" y="2749087"/>
                  </a:cubicBezTo>
                  <a:lnTo>
                    <a:pt x="398659" y="0"/>
                  </a:lnTo>
                  <a:lnTo>
                    <a:pt x="0" y="27290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86729FCA-769C-5DCC-5AD8-A6ACE79E6E0E}"/>
                </a:ext>
              </a:extLst>
            </p:cNvPr>
            <p:cNvSpPr/>
            <p:nvPr/>
          </p:nvSpPr>
          <p:spPr>
            <a:xfrm>
              <a:off x="1004630" y="3412830"/>
              <a:ext cx="576370" cy="2729055"/>
            </a:xfrm>
            <a:custGeom>
              <a:avLst/>
              <a:gdLst>
                <a:gd name="csX0" fmla="*/ 0 w 576370"/>
                <a:gd name="csY0" fmla="*/ 2697300 h 2729055"/>
                <a:gd name="csX1" fmla="*/ 177711 w 576370"/>
                <a:gd name="csY1" fmla="*/ 2729056 h 2729055"/>
                <a:gd name="csX2" fmla="*/ 576370 w 576370"/>
                <a:gd name="csY2" fmla="*/ 0 h 2729055"/>
                <a:gd name="csX3" fmla="*/ 0 w 576370"/>
                <a:gd name="csY3" fmla="*/ 2697300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0" y="2697300"/>
                  </a:moveTo>
                  <a:cubicBezTo>
                    <a:pt x="58993" y="2709880"/>
                    <a:pt x="118230" y="2720384"/>
                    <a:pt x="177711" y="2729056"/>
                  </a:cubicBezTo>
                  <a:lnTo>
                    <a:pt x="576370" y="0"/>
                  </a:lnTo>
                  <a:lnTo>
                    <a:pt x="0" y="269730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66826BA3-E3C1-BE85-06B1-7CF8A20A2FEA}"/>
                </a:ext>
              </a:extLst>
            </p:cNvPr>
            <p:cNvSpPr/>
            <p:nvPr/>
          </p:nvSpPr>
          <p:spPr>
            <a:xfrm>
              <a:off x="1361640" y="3412830"/>
              <a:ext cx="219360" cy="2757514"/>
            </a:xfrm>
            <a:custGeom>
              <a:avLst/>
              <a:gdLst>
                <a:gd name="csX0" fmla="*/ 0 w 219360"/>
                <a:gd name="csY0" fmla="*/ 2749087 h 2757514"/>
                <a:gd name="csX1" fmla="*/ 180276 w 219360"/>
                <a:gd name="csY1" fmla="*/ 2757514 h 2757514"/>
                <a:gd name="csX2" fmla="*/ 219360 w 219360"/>
                <a:gd name="csY2" fmla="*/ 0 h 2757514"/>
                <a:gd name="csX3" fmla="*/ 0 w 219360"/>
                <a:gd name="csY3" fmla="*/ 2749087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0" y="2749087"/>
                  </a:moveTo>
                  <a:cubicBezTo>
                    <a:pt x="59970" y="2753850"/>
                    <a:pt x="120184" y="2756659"/>
                    <a:pt x="180276" y="2757514"/>
                  </a:cubicBezTo>
                  <a:lnTo>
                    <a:pt x="219360" y="0"/>
                  </a:lnTo>
                  <a:lnTo>
                    <a:pt x="0" y="27490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8184AA10-C5C6-EBC3-70E1-F308B8B4D9CF}"/>
                </a:ext>
              </a:extLst>
            </p:cNvPr>
            <p:cNvSpPr/>
            <p:nvPr/>
          </p:nvSpPr>
          <p:spPr>
            <a:xfrm>
              <a:off x="1581000" y="3412830"/>
              <a:ext cx="499667" cy="2739071"/>
            </a:xfrm>
            <a:custGeom>
              <a:avLst/>
              <a:gdLst>
                <a:gd name="csX0" fmla="*/ 321223 w 499667"/>
                <a:gd name="csY0" fmla="*/ 2739072 h 2739071"/>
                <a:gd name="csX1" fmla="*/ 499667 w 499667"/>
                <a:gd name="csY1" fmla="*/ 2712201 h 2739071"/>
                <a:gd name="csX2" fmla="*/ 0 w 499667"/>
                <a:gd name="csY2" fmla="*/ 0 h 2739071"/>
                <a:gd name="csX3" fmla="*/ 321223 w 499667"/>
                <a:gd name="csY3" fmla="*/ 2739072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321223" y="2739072"/>
                  </a:moveTo>
                  <a:cubicBezTo>
                    <a:pt x="380949" y="2732110"/>
                    <a:pt x="440430" y="2723071"/>
                    <a:pt x="499667" y="2712201"/>
                  </a:cubicBezTo>
                  <a:lnTo>
                    <a:pt x="0" y="0"/>
                  </a:lnTo>
                  <a:lnTo>
                    <a:pt x="321223" y="273907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ED3BFFBB-EBE3-FE47-7AA4-B0A10CF3BD67}"/>
                </a:ext>
              </a:extLst>
            </p:cNvPr>
            <p:cNvSpPr/>
            <p:nvPr/>
          </p:nvSpPr>
          <p:spPr>
            <a:xfrm>
              <a:off x="1581000" y="3412830"/>
              <a:ext cx="321223" cy="2754338"/>
            </a:xfrm>
            <a:custGeom>
              <a:avLst/>
              <a:gdLst>
                <a:gd name="csX0" fmla="*/ 141436 w 321223"/>
                <a:gd name="csY0" fmla="*/ 2754339 h 2754338"/>
                <a:gd name="csX1" fmla="*/ 321223 w 321223"/>
                <a:gd name="csY1" fmla="*/ 2739072 h 2754338"/>
                <a:gd name="csX2" fmla="*/ 0 w 321223"/>
                <a:gd name="csY2" fmla="*/ 0 h 2754338"/>
                <a:gd name="csX3" fmla="*/ 141436 w 321223"/>
                <a:gd name="csY3" fmla="*/ 2754339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41436" y="2754339"/>
                  </a:moveTo>
                  <a:cubicBezTo>
                    <a:pt x="201528" y="2751285"/>
                    <a:pt x="261498" y="2746034"/>
                    <a:pt x="321223" y="2739072"/>
                  </a:cubicBezTo>
                  <a:lnTo>
                    <a:pt x="0" y="0"/>
                  </a:lnTo>
                  <a:lnTo>
                    <a:pt x="141436" y="275433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DE6D7F3-7F60-04EF-E58B-DB62329C72D2}"/>
                </a:ext>
              </a:extLst>
            </p:cNvPr>
            <p:cNvSpPr/>
            <p:nvPr/>
          </p:nvSpPr>
          <p:spPr>
            <a:xfrm>
              <a:off x="1541794" y="3412830"/>
              <a:ext cx="180520" cy="2757810"/>
            </a:xfrm>
            <a:custGeom>
              <a:avLst/>
              <a:gdLst>
                <a:gd name="csX0" fmla="*/ 122 w 180520"/>
                <a:gd name="csY0" fmla="*/ 2757514 h 2757810"/>
                <a:gd name="csX1" fmla="*/ 180520 w 180520"/>
                <a:gd name="csY1" fmla="*/ 2754339 h 2757810"/>
                <a:gd name="csX2" fmla="*/ 39084 w 180520"/>
                <a:gd name="csY2" fmla="*/ 0 h 2757810"/>
                <a:gd name="csX3" fmla="*/ 0 w 180520"/>
                <a:gd name="csY3" fmla="*/ 2757514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22" y="2757514"/>
                  </a:moveTo>
                  <a:cubicBezTo>
                    <a:pt x="60336" y="2758369"/>
                    <a:pt x="120428" y="2757392"/>
                    <a:pt x="180520" y="2754339"/>
                  </a:cubicBezTo>
                  <a:lnTo>
                    <a:pt x="39084" y="0"/>
                  </a:lnTo>
                  <a:lnTo>
                    <a:pt x="0" y="275751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727BB4CA-C061-D92B-E46D-BA8602EA9719}"/>
                </a:ext>
              </a:extLst>
            </p:cNvPr>
            <p:cNvSpPr/>
            <p:nvPr/>
          </p:nvSpPr>
          <p:spPr>
            <a:xfrm>
              <a:off x="16654" y="3412830"/>
              <a:ext cx="1564346" cy="2368504"/>
            </a:xfrm>
            <a:custGeom>
              <a:avLst/>
              <a:gdLst>
                <a:gd name="csX0" fmla="*/ 0 w 1564346"/>
                <a:gd name="csY0" fmla="*/ 2270916 h 2368504"/>
                <a:gd name="csX1" fmla="*/ 151818 w 1564346"/>
                <a:gd name="csY1" fmla="*/ 2368504 h 2368504"/>
                <a:gd name="csX2" fmla="*/ 1564346 w 1564346"/>
                <a:gd name="csY2" fmla="*/ 0 h 2368504"/>
                <a:gd name="csX3" fmla="*/ 0 w 1564346"/>
                <a:gd name="csY3" fmla="*/ 2270916 h 2368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6" h="2368504">
                  <a:moveTo>
                    <a:pt x="0" y="2270916"/>
                  </a:moveTo>
                  <a:cubicBezTo>
                    <a:pt x="49832" y="2305359"/>
                    <a:pt x="100398" y="2337847"/>
                    <a:pt x="151818" y="2368504"/>
                  </a:cubicBezTo>
                  <a:lnTo>
                    <a:pt x="1564346" y="0"/>
                  </a:lnTo>
                  <a:lnTo>
                    <a:pt x="0" y="22709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0F95F1B0-3F6D-EAEB-130D-4638A4082077}"/>
                </a:ext>
              </a:extLst>
            </p:cNvPr>
            <p:cNvSpPr/>
            <p:nvPr/>
          </p:nvSpPr>
          <p:spPr>
            <a:xfrm>
              <a:off x="168472" y="3412830"/>
              <a:ext cx="1412528" cy="2455955"/>
            </a:xfrm>
            <a:custGeom>
              <a:avLst/>
              <a:gdLst>
                <a:gd name="csX0" fmla="*/ 0 w 1412528"/>
                <a:gd name="csY0" fmla="*/ 2368504 h 2455955"/>
                <a:gd name="csX1" fmla="*/ 157803 w 1412528"/>
                <a:gd name="csY1" fmla="*/ 2455955 h 2455955"/>
                <a:gd name="csX2" fmla="*/ 1412528 w 1412528"/>
                <a:gd name="csY2" fmla="*/ 0 h 2455955"/>
                <a:gd name="csX3" fmla="*/ 0 w 1412528"/>
                <a:gd name="csY3" fmla="*/ 2368504 h 24559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5">
                  <a:moveTo>
                    <a:pt x="0" y="2368504"/>
                  </a:moveTo>
                  <a:cubicBezTo>
                    <a:pt x="51909" y="2399527"/>
                    <a:pt x="104550" y="2428718"/>
                    <a:pt x="157803" y="2455955"/>
                  </a:cubicBezTo>
                  <a:lnTo>
                    <a:pt x="1412528" y="0"/>
                  </a:lnTo>
                  <a:lnTo>
                    <a:pt x="0" y="236850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E3E55297-F3EF-CB56-8603-A4DCD478A2F4}"/>
                </a:ext>
              </a:extLst>
            </p:cNvPr>
            <p:cNvSpPr/>
            <p:nvPr/>
          </p:nvSpPr>
          <p:spPr>
            <a:xfrm>
              <a:off x="326274" y="3412708"/>
              <a:ext cx="1254725" cy="2533146"/>
            </a:xfrm>
            <a:custGeom>
              <a:avLst/>
              <a:gdLst>
                <a:gd name="csX0" fmla="*/ 0 w 1254725"/>
                <a:gd name="csY0" fmla="*/ 2456078 h 2533146"/>
                <a:gd name="csX1" fmla="*/ 163177 w 1254725"/>
                <a:gd name="csY1" fmla="*/ 2533147 h 2533146"/>
                <a:gd name="csX2" fmla="*/ 1254726 w 1254725"/>
                <a:gd name="csY2" fmla="*/ 0 h 2533146"/>
                <a:gd name="csX3" fmla="*/ 0 w 1254725"/>
                <a:gd name="csY3" fmla="*/ 2455955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0" y="2456078"/>
                  </a:moveTo>
                  <a:cubicBezTo>
                    <a:pt x="53741" y="2483559"/>
                    <a:pt x="108214" y="2509452"/>
                    <a:pt x="163177" y="2533147"/>
                  </a:cubicBezTo>
                  <a:lnTo>
                    <a:pt x="1254726" y="0"/>
                  </a:lnTo>
                  <a:lnTo>
                    <a:pt x="0" y="2455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BFDD84AD-F23E-72B5-EFEA-E5E2A0F68F13}"/>
                </a:ext>
              </a:extLst>
            </p:cNvPr>
            <p:cNvSpPr/>
            <p:nvPr/>
          </p:nvSpPr>
          <p:spPr>
            <a:xfrm>
              <a:off x="657513" y="3412830"/>
              <a:ext cx="923486" cy="2653818"/>
            </a:xfrm>
            <a:custGeom>
              <a:avLst/>
              <a:gdLst>
                <a:gd name="csX0" fmla="*/ 0 w 923486"/>
                <a:gd name="csY0" fmla="*/ 2598979 h 2653818"/>
                <a:gd name="csX1" fmla="*/ 171971 w 923486"/>
                <a:gd name="csY1" fmla="*/ 2653819 h 2653818"/>
                <a:gd name="csX2" fmla="*/ 923487 w 923486"/>
                <a:gd name="csY2" fmla="*/ 0 h 2653818"/>
                <a:gd name="csX3" fmla="*/ 0 w 923486"/>
                <a:gd name="csY3" fmla="*/ 2598979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0" y="2598979"/>
                  </a:moveTo>
                  <a:cubicBezTo>
                    <a:pt x="56794" y="2619132"/>
                    <a:pt x="114199" y="2637452"/>
                    <a:pt x="171971" y="2653819"/>
                  </a:cubicBezTo>
                  <a:lnTo>
                    <a:pt x="923487" y="0"/>
                  </a:lnTo>
                  <a:lnTo>
                    <a:pt x="0" y="259897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BA9886A5-63AC-9558-1384-D264A736940C}"/>
                </a:ext>
              </a:extLst>
            </p:cNvPr>
            <p:cNvSpPr/>
            <p:nvPr/>
          </p:nvSpPr>
          <p:spPr>
            <a:xfrm>
              <a:off x="489451" y="3412830"/>
              <a:ext cx="1091549" cy="2598978"/>
            </a:xfrm>
            <a:custGeom>
              <a:avLst/>
              <a:gdLst>
                <a:gd name="csX0" fmla="*/ 0 w 1091549"/>
                <a:gd name="csY0" fmla="*/ 2533146 h 2598978"/>
                <a:gd name="csX1" fmla="*/ 168062 w 1091549"/>
                <a:gd name="csY1" fmla="*/ 2598979 h 2598978"/>
                <a:gd name="csX2" fmla="*/ 1091549 w 1091549"/>
                <a:gd name="csY2" fmla="*/ 0 h 2598978"/>
                <a:gd name="csX3" fmla="*/ 0 w 1091549"/>
                <a:gd name="csY3" fmla="*/ 2533146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0" y="2533146"/>
                  </a:moveTo>
                  <a:cubicBezTo>
                    <a:pt x="55451" y="2557086"/>
                    <a:pt x="111512" y="2578948"/>
                    <a:pt x="168062" y="2598979"/>
                  </a:cubicBezTo>
                  <a:lnTo>
                    <a:pt x="1091549" y="0"/>
                  </a:lnTo>
                  <a:lnTo>
                    <a:pt x="0" y="25331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2988EB5-8DFD-4B6C-94DD-37A6BFCF785D}"/>
                </a:ext>
              </a:extLst>
            </p:cNvPr>
            <p:cNvSpPr/>
            <p:nvPr/>
          </p:nvSpPr>
          <p:spPr>
            <a:xfrm>
              <a:off x="1581000" y="3412830"/>
              <a:ext cx="676035" cy="2712200"/>
            </a:xfrm>
            <a:custGeom>
              <a:avLst/>
              <a:gdLst>
                <a:gd name="csX0" fmla="*/ 499667 w 676035"/>
                <a:gd name="csY0" fmla="*/ 2712201 h 2712200"/>
                <a:gd name="csX1" fmla="*/ 676035 w 676035"/>
                <a:gd name="csY1" fmla="*/ 2673850 h 2712200"/>
                <a:gd name="csX2" fmla="*/ 0 w 676035"/>
                <a:gd name="csY2" fmla="*/ 0 h 2712200"/>
                <a:gd name="csX3" fmla="*/ 499667 w 676035"/>
                <a:gd name="csY3" fmla="*/ 2712201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499667" y="2712201"/>
                  </a:moveTo>
                  <a:cubicBezTo>
                    <a:pt x="558782" y="2701331"/>
                    <a:pt x="617653" y="2688628"/>
                    <a:pt x="676035" y="2673850"/>
                  </a:cubicBezTo>
                  <a:lnTo>
                    <a:pt x="0" y="0"/>
                  </a:lnTo>
                  <a:lnTo>
                    <a:pt x="499667" y="27122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329B559E-0BCF-010E-60B9-B1CF1B684E2D}"/>
                </a:ext>
              </a:extLst>
            </p:cNvPr>
            <p:cNvSpPr/>
            <p:nvPr/>
          </p:nvSpPr>
          <p:spPr>
            <a:xfrm>
              <a:off x="1581000" y="3412830"/>
              <a:ext cx="1647644" cy="2314641"/>
            </a:xfrm>
            <a:custGeom>
              <a:avLst/>
              <a:gdLst>
                <a:gd name="csX0" fmla="*/ 1499613 w 1647644"/>
                <a:gd name="csY0" fmla="*/ 2314641 h 2314641"/>
                <a:gd name="csX1" fmla="*/ 1647644 w 1647644"/>
                <a:gd name="csY1" fmla="*/ 2211434 h 2314641"/>
                <a:gd name="csX2" fmla="*/ 0 w 1647644"/>
                <a:gd name="csY2" fmla="*/ 0 h 2314641"/>
                <a:gd name="csX3" fmla="*/ 1499613 w 1647644"/>
                <a:gd name="csY3" fmla="*/ 2314641 h 2314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1">
                  <a:moveTo>
                    <a:pt x="1499613" y="2314641"/>
                  </a:moveTo>
                  <a:cubicBezTo>
                    <a:pt x="1549812" y="2282030"/>
                    <a:pt x="1599278" y="2247587"/>
                    <a:pt x="1647644" y="2211434"/>
                  </a:cubicBezTo>
                  <a:lnTo>
                    <a:pt x="0" y="0"/>
                  </a:lnTo>
                  <a:lnTo>
                    <a:pt x="1499613" y="23146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5EEB21C1-F1EB-E182-DB24-083B267FE79F}"/>
                </a:ext>
              </a:extLst>
            </p:cNvPr>
            <p:cNvSpPr/>
            <p:nvPr/>
          </p:nvSpPr>
          <p:spPr>
            <a:xfrm>
              <a:off x="1580878" y="3412708"/>
              <a:ext cx="1921844" cy="2098823"/>
            </a:xfrm>
            <a:custGeom>
              <a:avLst/>
              <a:gdLst>
                <a:gd name="csX0" fmla="*/ 1788714 w 1921844"/>
                <a:gd name="csY0" fmla="*/ 2098823 h 2098823"/>
                <a:gd name="csX1" fmla="*/ 1921845 w 1921844"/>
                <a:gd name="csY1" fmla="*/ 1977051 h 2098823"/>
                <a:gd name="csX2" fmla="*/ 0 w 1921844"/>
                <a:gd name="csY2" fmla="*/ 0 h 2098823"/>
                <a:gd name="csX3" fmla="*/ 1788592 w 1921844"/>
                <a:gd name="csY3" fmla="*/ 2098701 h 2098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3">
                  <a:moveTo>
                    <a:pt x="1788714" y="2098823"/>
                  </a:moveTo>
                  <a:cubicBezTo>
                    <a:pt x="1834150" y="2059983"/>
                    <a:pt x="1878486" y="2019311"/>
                    <a:pt x="1921845" y="1977051"/>
                  </a:cubicBezTo>
                  <a:lnTo>
                    <a:pt x="0" y="0"/>
                  </a:lnTo>
                  <a:lnTo>
                    <a:pt x="1788592" y="20987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07E1DD17-049F-7304-5A0C-12E961C44A62}"/>
                </a:ext>
              </a:extLst>
            </p:cNvPr>
            <p:cNvSpPr/>
            <p:nvPr/>
          </p:nvSpPr>
          <p:spPr>
            <a:xfrm>
              <a:off x="1581000" y="3412952"/>
              <a:ext cx="1788591" cy="2211434"/>
            </a:xfrm>
            <a:custGeom>
              <a:avLst/>
              <a:gdLst>
                <a:gd name="csX0" fmla="*/ 1647644 w 1788591"/>
                <a:gd name="csY0" fmla="*/ 2211312 h 2211434"/>
                <a:gd name="csX1" fmla="*/ 1788592 w 1788591"/>
                <a:gd name="csY1" fmla="*/ 2098701 h 2211434"/>
                <a:gd name="csX2" fmla="*/ 0 w 1788591"/>
                <a:gd name="csY2" fmla="*/ 0 h 2211434"/>
                <a:gd name="csX3" fmla="*/ 1647644 w 1788591"/>
                <a:gd name="csY3" fmla="*/ 2211434 h 2211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434">
                  <a:moveTo>
                    <a:pt x="1647644" y="2211312"/>
                  </a:moveTo>
                  <a:cubicBezTo>
                    <a:pt x="1695645" y="2175526"/>
                    <a:pt x="1742668" y="2138029"/>
                    <a:pt x="1788592" y="2098701"/>
                  </a:cubicBezTo>
                  <a:lnTo>
                    <a:pt x="0" y="0"/>
                  </a:lnTo>
                  <a:lnTo>
                    <a:pt x="1647644" y="2211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06AD025A-013B-5E50-4A61-8CDE4416CB2F}"/>
                </a:ext>
              </a:extLst>
            </p:cNvPr>
            <p:cNvSpPr/>
            <p:nvPr/>
          </p:nvSpPr>
          <p:spPr>
            <a:xfrm>
              <a:off x="1581122" y="3412830"/>
              <a:ext cx="2047035" cy="1977051"/>
            </a:xfrm>
            <a:custGeom>
              <a:avLst/>
              <a:gdLst>
                <a:gd name="csX0" fmla="*/ 1921722 w 2047035"/>
                <a:gd name="csY0" fmla="*/ 1977051 h 1977051"/>
                <a:gd name="csX1" fmla="*/ 2047036 w 2047035"/>
                <a:gd name="csY1" fmla="*/ 1847218 h 1977051"/>
                <a:gd name="csX2" fmla="*/ 0 w 2047035"/>
                <a:gd name="csY2" fmla="*/ 0 h 1977051"/>
                <a:gd name="csX3" fmla="*/ 1921844 w 2047035"/>
                <a:gd name="csY3" fmla="*/ 1977051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5" h="1977051">
                  <a:moveTo>
                    <a:pt x="1921722" y="1977051"/>
                  </a:moveTo>
                  <a:cubicBezTo>
                    <a:pt x="1964471" y="1935402"/>
                    <a:pt x="2006364" y="1892165"/>
                    <a:pt x="2047036" y="1847218"/>
                  </a:cubicBezTo>
                  <a:lnTo>
                    <a:pt x="0" y="0"/>
                  </a:lnTo>
                  <a:lnTo>
                    <a:pt x="1921844" y="197705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AD2E0A7F-6893-168D-9EF0-698F54F48E74}"/>
                </a:ext>
              </a:extLst>
            </p:cNvPr>
            <p:cNvSpPr/>
            <p:nvPr/>
          </p:nvSpPr>
          <p:spPr>
            <a:xfrm>
              <a:off x="1581000" y="3412830"/>
              <a:ext cx="2163434" cy="1847218"/>
            </a:xfrm>
            <a:custGeom>
              <a:avLst/>
              <a:gdLst>
                <a:gd name="csX0" fmla="*/ 0 w 2163434"/>
                <a:gd name="csY0" fmla="*/ 0 h 1847218"/>
                <a:gd name="csX1" fmla="*/ 2047036 w 2163434"/>
                <a:gd name="csY1" fmla="*/ 1847218 h 1847218"/>
                <a:gd name="csX2" fmla="*/ 2163434 w 2163434"/>
                <a:gd name="csY2" fmla="*/ 1709324 h 1847218"/>
                <a:gd name="csX3" fmla="*/ 0 w 2163434"/>
                <a:gd name="csY3" fmla="*/ 122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4" h="1847218">
                  <a:moveTo>
                    <a:pt x="0" y="0"/>
                  </a:moveTo>
                  <a:lnTo>
                    <a:pt x="2047036" y="1847218"/>
                  </a:lnTo>
                  <a:cubicBezTo>
                    <a:pt x="2087586" y="1802271"/>
                    <a:pt x="2126304" y="1756103"/>
                    <a:pt x="2163434" y="1709324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4FA90AA-466F-8902-6C97-6D8D38E22BD6}"/>
                </a:ext>
              </a:extLst>
            </p:cNvPr>
            <p:cNvSpPr/>
            <p:nvPr/>
          </p:nvSpPr>
          <p:spPr>
            <a:xfrm>
              <a:off x="1581000" y="3412830"/>
              <a:ext cx="1184740" cy="2562826"/>
            </a:xfrm>
            <a:custGeom>
              <a:avLst/>
              <a:gdLst>
                <a:gd name="csX0" fmla="*/ 1019243 w 1184740"/>
                <a:gd name="csY0" fmla="*/ 2562826 h 2562826"/>
                <a:gd name="csX1" fmla="*/ 1184741 w 1184740"/>
                <a:gd name="csY1" fmla="*/ 2490764 h 2562826"/>
                <a:gd name="csX2" fmla="*/ 0 w 1184740"/>
                <a:gd name="csY2" fmla="*/ 0 h 2562826"/>
                <a:gd name="csX3" fmla="*/ 1019365 w 1184740"/>
                <a:gd name="csY3" fmla="*/ 2562826 h 2562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6">
                  <a:moveTo>
                    <a:pt x="1019243" y="2562826"/>
                  </a:moveTo>
                  <a:cubicBezTo>
                    <a:pt x="1075060" y="2540719"/>
                    <a:pt x="1130267" y="2516658"/>
                    <a:pt x="1184741" y="2490764"/>
                  </a:cubicBezTo>
                  <a:lnTo>
                    <a:pt x="0" y="0"/>
                  </a:lnTo>
                  <a:lnTo>
                    <a:pt x="1019365" y="25628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3293829-81A5-9E80-78D4-619B66665677}"/>
                </a:ext>
              </a:extLst>
            </p:cNvPr>
            <p:cNvSpPr/>
            <p:nvPr/>
          </p:nvSpPr>
          <p:spPr>
            <a:xfrm>
              <a:off x="1580878" y="3412708"/>
              <a:ext cx="1499612" cy="2408076"/>
            </a:xfrm>
            <a:custGeom>
              <a:avLst/>
              <a:gdLst>
                <a:gd name="csX0" fmla="*/ 1345230 w 1499612"/>
                <a:gd name="csY0" fmla="*/ 2408077 h 2408076"/>
                <a:gd name="csX1" fmla="*/ 1499613 w 1499612"/>
                <a:gd name="csY1" fmla="*/ 2314641 h 2408076"/>
                <a:gd name="csX2" fmla="*/ 0 w 1499612"/>
                <a:gd name="csY2" fmla="*/ 0 h 2408076"/>
                <a:gd name="csX3" fmla="*/ 1345230 w 1499612"/>
                <a:gd name="csY3" fmla="*/ 2407955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345230" y="2408077"/>
                  </a:moveTo>
                  <a:cubicBezTo>
                    <a:pt x="1397506" y="2378764"/>
                    <a:pt x="1449048" y="2347619"/>
                    <a:pt x="1499613" y="2314641"/>
                  </a:cubicBezTo>
                  <a:lnTo>
                    <a:pt x="0" y="0"/>
                  </a:lnTo>
                  <a:lnTo>
                    <a:pt x="1345230" y="2407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ACF8C4D1-9F30-516F-177E-F2F1359C0A3C}"/>
                </a:ext>
              </a:extLst>
            </p:cNvPr>
            <p:cNvSpPr/>
            <p:nvPr/>
          </p:nvSpPr>
          <p:spPr>
            <a:xfrm>
              <a:off x="1580878" y="3412830"/>
              <a:ext cx="1019365" cy="2624017"/>
            </a:xfrm>
            <a:custGeom>
              <a:avLst/>
              <a:gdLst>
                <a:gd name="csX0" fmla="*/ 849593 w 1019365"/>
                <a:gd name="csY0" fmla="*/ 2624017 h 2624017"/>
                <a:gd name="csX1" fmla="*/ 1019366 w 1019365"/>
                <a:gd name="csY1" fmla="*/ 2562826 h 2624017"/>
                <a:gd name="csX2" fmla="*/ 0 w 1019365"/>
                <a:gd name="csY2" fmla="*/ 0 h 2624017"/>
                <a:gd name="csX3" fmla="*/ 849471 w 1019365"/>
                <a:gd name="csY3" fmla="*/ 2624017 h 262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7">
                  <a:moveTo>
                    <a:pt x="849593" y="2624017"/>
                  </a:moveTo>
                  <a:cubicBezTo>
                    <a:pt x="906754" y="2605575"/>
                    <a:pt x="963304" y="2585055"/>
                    <a:pt x="1019366" y="2562826"/>
                  </a:cubicBezTo>
                  <a:lnTo>
                    <a:pt x="0" y="0"/>
                  </a:lnTo>
                  <a:lnTo>
                    <a:pt x="849471" y="262401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4AF8A9E3-B3B5-6480-9545-22DD05B5EBEA}"/>
                </a:ext>
              </a:extLst>
            </p:cNvPr>
            <p:cNvSpPr/>
            <p:nvPr/>
          </p:nvSpPr>
          <p:spPr>
            <a:xfrm>
              <a:off x="1581000" y="3412830"/>
              <a:ext cx="849471" cy="2673849"/>
            </a:xfrm>
            <a:custGeom>
              <a:avLst/>
              <a:gdLst>
                <a:gd name="csX0" fmla="*/ 676035 w 849471"/>
                <a:gd name="csY0" fmla="*/ 2673850 h 2673849"/>
                <a:gd name="csX1" fmla="*/ 849471 w 849471"/>
                <a:gd name="csY1" fmla="*/ 2624017 h 2673849"/>
                <a:gd name="csX2" fmla="*/ 0 w 849471"/>
                <a:gd name="csY2" fmla="*/ 0 h 2673849"/>
                <a:gd name="csX3" fmla="*/ 676035 w 849471"/>
                <a:gd name="csY3" fmla="*/ 267385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676035" y="2673850"/>
                  </a:moveTo>
                  <a:cubicBezTo>
                    <a:pt x="734295" y="2659193"/>
                    <a:pt x="792188" y="2642582"/>
                    <a:pt x="849471" y="2624017"/>
                  </a:cubicBezTo>
                  <a:lnTo>
                    <a:pt x="0" y="0"/>
                  </a:lnTo>
                  <a:lnTo>
                    <a:pt x="676035" y="267385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41275D9F-9ADA-1770-7682-5DE9E2E9146A}"/>
                </a:ext>
              </a:extLst>
            </p:cNvPr>
            <p:cNvSpPr/>
            <p:nvPr/>
          </p:nvSpPr>
          <p:spPr>
            <a:xfrm>
              <a:off x="-128323" y="3412830"/>
              <a:ext cx="1709324" cy="2270915"/>
            </a:xfrm>
            <a:custGeom>
              <a:avLst/>
              <a:gdLst>
                <a:gd name="csX0" fmla="*/ 0 w 1709324"/>
                <a:gd name="csY0" fmla="*/ 2163434 h 2270915"/>
                <a:gd name="csX1" fmla="*/ 144978 w 1709324"/>
                <a:gd name="csY1" fmla="*/ 2270916 h 2270915"/>
                <a:gd name="csX2" fmla="*/ 1709324 w 1709324"/>
                <a:gd name="csY2" fmla="*/ 0 h 2270915"/>
                <a:gd name="csX3" fmla="*/ 122 w 1709324"/>
                <a:gd name="csY3" fmla="*/ 2163434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0" y="2163434"/>
                  </a:moveTo>
                  <a:cubicBezTo>
                    <a:pt x="47512" y="2201053"/>
                    <a:pt x="95756" y="2236961"/>
                    <a:pt x="144978" y="2270916"/>
                  </a:cubicBezTo>
                  <a:lnTo>
                    <a:pt x="1709324" y="0"/>
                  </a:lnTo>
                  <a:lnTo>
                    <a:pt x="122" y="2163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3A5F48F2-A00B-9357-907C-156A3BC5C5A6}"/>
                </a:ext>
              </a:extLst>
            </p:cNvPr>
            <p:cNvSpPr/>
            <p:nvPr/>
          </p:nvSpPr>
          <p:spPr>
            <a:xfrm>
              <a:off x="1580878" y="3412952"/>
              <a:ext cx="1345230" cy="2490764"/>
            </a:xfrm>
            <a:custGeom>
              <a:avLst/>
              <a:gdLst>
                <a:gd name="csX0" fmla="*/ 1184863 w 1345230"/>
                <a:gd name="csY0" fmla="*/ 2490642 h 2490764"/>
                <a:gd name="csX1" fmla="*/ 1345230 w 1345230"/>
                <a:gd name="csY1" fmla="*/ 2407955 h 2490764"/>
                <a:gd name="csX2" fmla="*/ 0 w 1345230"/>
                <a:gd name="csY2" fmla="*/ 0 h 2490764"/>
                <a:gd name="csX3" fmla="*/ 1184741 w 1345230"/>
                <a:gd name="csY3" fmla="*/ 2490764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184863" y="2490642"/>
                  </a:moveTo>
                  <a:cubicBezTo>
                    <a:pt x="1239092" y="2464871"/>
                    <a:pt x="1292589" y="2437390"/>
                    <a:pt x="1345230" y="2407955"/>
                  </a:cubicBezTo>
                  <a:lnTo>
                    <a:pt x="0" y="0"/>
                  </a:lnTo>
                  <a:lnTo>
                    <a:pt x="1184741" y="249076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2AD1128A-6AB5-DD44-5873-730965CDA399}"/>
                </a:ext>
              </a:extLst>
            </p:cNvPr>
            <p:cNvSpPr/>
            <p:nvPr/>
          </p:nvSpPr>
          <p:spPr>
            <a:xfrm>
              <a:off x="-1176809" y="3373624"/>
              <a:ext cx="2757810" cy="180520"/>
            </a:xfrm>
            <a:custGeom>
              <a:avLst/>
              <a:gdLst>
                <a:gd name="csX0" fmla="*/ 296 w 2757810"/>
                <a:gd name="csY0" fmla="*/ 122 h 180520"/>
                <a:gd name="csX1" fmla="*/ 3472 w 2757810"/>
                <a:gd name="csY1" fmla="*/ 180520 h 180520"/>
                <a:gd name="csX2" fmla="*/ 2757811 w 2757810"/>
                <a:gd name="csY2" fmla="*/ 39084 h 180520"/>
                <a:gd name="csX3" fmla="*/ 296 w 2757810"/>
                <a:gd name="csY3" fmla="*/ 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96" y="122"/>
                  </a:moveTo>
                  <a:cubicBezTo>
                    <a:pt x="-559" y="60336"/>
                    <a:pt x="418" y="120428"/>
                    <a:pt x="3472" y="180520"/>
                  </a:cubicBezTo>
                  <a:lnTo>
                    <a:pt x="2757811" y="39084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D1D51F14-1E2A-9530-EC03-160F05C347F1}"/>
                </a:ext>
              </a:extLst>
            </p:cNvPr>
            <p:cNvSpPr/>
            <p:nvPr/>
          </p:nvSpPr>
          <p:spPr>
            <a:xfrm>
              <a:off x="-1116299" y="2661313"/>
              <a:ext cx="2697300" cy="751516"/>
            </a:xfrm>
            <a:custGeom>
              <a:avLst/>
              <a:gdLst>
                <a:gd name="csX0" fmla="*/ 43481 w 2697300"/>
                <a:gd name="csY0" fmla="*/ 0 h 751516"/>
                <a:gd name="csX1" fmla="*/ 0 w 2697300"/>
                <a:gd name="csY1" fmla="*/ 175146 h 751516"/>
                <a:gd name="csX2" fmla="*/ 2697300 w 2697300"/>
                <a:gd name="csY2" fmla="*/ 751516 h 751516"/>
                <a:gd name="csX3" fmla="*/ 43481 w 2697300"/>
                <a:gd name="csY3" fmla="*/ 0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43481" y="0"/>
                  </a:moveTo>
                  <a:cubicBezTo>
                    <a:pt x="27115" y="58016"/>
                    <a:pt x="12458" y="116398"/>
                    <a:pt x="0" y="175146"/>
                  </a:cubicBezTo>
                  <a:lnTo>
                    <a:pt x="2697300" y="751516"/>
                  </a:lnTo>
                  <a:lnTo>
                    <a:pt x="4348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389EB257-A00F-FA12-C372-6F1AD85A1543}"/>
                </a:ext>
              </a:extLst>
            </p:cNvPr>
            <p:cNvSpPr/>
            <p:nvPr/>
          </p:nvSpPr>
          <p:spPr>
            <a:xfrm>
              <a:off x="-1148055" y="2836460"/>
              <a:ext cx="2729056" cy="576370"/>
            </a:xfrm>
            <a:custGeom>
              <a:avLst/>
              <a:gdLst>
                <a:gd name="csX0" fmla="*/ 31756 w 2729056"/>
                <a:gd name="csY0" fmla="*/ 0 h 576370"/>
                <a:gd name="csX1" fmla="*/ 0 w 2729056"/>
                <a:gd name="csY1" fmla="*/ 177711 h 576370"/>
                <a:gd name="csX2" fmla="*/ 2729056 w 2729056"/>
                <a:gd name="csY2" fmla="*/ 576370 h 576370"/>
                <a:gd name="csX3" fmla="*/ 31756 w 2729056"/>
                <a:gd name="csY3" fmla="*/ 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31756" y="0"/>
                  </a:moveTo>
                  <a:cubicBezTo>
                    <a:pt x="19176" y="58993"/>
                    <a:pt x="8672" y="118230"/>
                    <a:pt x="0" y="177711"/>
                  </a:cubicBezTo>
                  <a:lnTo>
                    <a:pt x="2729056" y="576370"/>
                  </a:lnTo>
                  <a:lnTo>
                    <a:pt x="3175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E524B4FC-C43D-B63F-40A2-490DE19B50DD}"/>
                </a:ext>
              </a:extLst>
            </p:cNvPr>
            <p:cNvSpPr/>
            <p:nvPr/>
          </p:nvSpPr>
          <p:spPr>
            <a:xfrm>
              <a:off x="-1168086" y="3014171"/>
              <a:ext cx="2749086" cy="398659"/>
            </a:xfrm>
            <a:custGeom>
              <a:avLst/>
              <a:gdLst>
                <a:gd name="csX0" fmla="*/ 20031 w 2749086"/>
                <a:gd name="csY0" fmla="*/ 0 h 398659"/>
                <a:gd name="csX1" fmla="*/ 0 w 2749086"/>
                <a:gd name="csY1" fmla="*/ 179299 h 398659"/>
                <a:gd name="csX2" fmla="*/ 2749087 w 2749086"/>
                <a:gd name="csY2" fmla="*/ 398659 h 398659"/>
                <a:gd name="csX3" fmla="*/ 20031 w 2749086"/>
                <a:gd name="csY3" fmla="*/ 0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0031" y="0"/>
                  </a:moveTo>
                  <a:cubicBezTo>
                    <a:pt x="11359" y="59603"/>
                    <a:pt x="4763" y="119451"/>
                    <a:pt x="0" y="179299"/>
                  </a:cubicBezTo>
                  <a:lnTo>
                    <a:pt x="2749087" y="398659"/>
                  </a:lnTo>
                  <a:lnTo>
                    <a:pt x="200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90F8AC58-9B7A-4D03-D899-1C8C6FF36B29}"/>
                </a:ext>
              </a:extLst>
            </p:cNvPr>
            <p:cNvSpPr/>
            <p:nvPr/>
          </p:nvSpPr>
          <p:spPr>
            <a:xfrm>
              <a:off x="-1173338" y="3412830"/>
              <a:ext cx="2754338" cy="321223"/>
            </a:xfrm>
            <a:custGeom>
              <a:avLst/>
              <a:gdLst>
                <a:gd name="csX0" fmla="*/ 0 w 2754338"/>
                <a:gd name="csY0" fmla="*/ 141436 h 321223"/>
                <a:gd name="csX1" fmla="*/ 15267 w 2754338"/>
                <a:gd name="csY1" fmla="*/ 321224 h 321223"/>
                <a:gd name="csX2" fmla="*/ 2754339 w 2754338"/>
                <a:gd name="csY2" fmla="*/ 0 h 321223"/>
                <a:gd name="csX3" fmla="*/ 0 w 2754338"/>
                <a:gd name="csY3" fmla="*/ 141436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0" y="141436"/>
                  </a:moveTo>
                  <a:cubicBezTo>
                    <a:pt x="3053" y="201528"/>
                    <a:pt x="8305" y="261498"/>
                    <a:pt x="15267" y="321224"/>
                  </a:cubicBezTo>
                  <a:lnTo>
                    <a:pt x="2754339" y="0"/>
                  </a:lnTo>
                  <a:lnTo>
                    <a:pt x="0" y="141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E8601F89-DE86-A5FE-C1FB-60DB3C920BD8}"/>
                </a:ext>
              </a:extLst>
            </p:cNvPr>
            <p:cNvSpPr/>
            <p:nvPr/>
          </p:nvSpPr>
          <p:spPr>
            <a:xfrm>
              <a:off x="-689915" y="1703506"/>
              <a:ext cx="2270915" cy="1709324"/>
            </a:xfrm>
            <a:custGeom>
              <a:avLst/>
              <a:gdLst>
                <a:gd name="csX0" fmla="*/ 107482 w 2270915"/>
                <a:gd name="csY0" fmla="*/ 0 h 1709324"/>
                <a:gd name="csX1" fmla="*/ 0 w 2270915"/>
                <a:gd name="csY1" fmla="*/ 144978 h 1709324"/>
                <a:gd name="csX2" fmla="*/ 2270916 w 2270915"/>
                <a:gd name="csY2" fmla="*/ 1709324 h 1709324"/>
                <a:gd name="csX3" fmla="*/ 107482 w 2270915"/>
                <a:gd name="csY3" fmla="*/ 12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107482" y="0"/>
                  </a:moveTo>
                  <a:cubicBezTo>
                    <a:pt x="69863" y="47512"/>
                    <a:pt x="33954" y="95756"/>
                    <a:pt x="0" y="144978"/>
                  </a:cubicBezTo>
                  <a:lnTo>
                    <a:pt x="2270916" y="1709324"/>
                  </a:lnTo>
                  <a:lnTo>
                    <a:pt x="107482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73F97FE6-0DB9-449D-29ED-90C5EB8ACF50}"/>
                </a:ext>
              </a:extLst>
            </p:cNvPr>
            <p:cNvSpPr/>
            <p:nvPr/>
          </p:nvSpPr>
          <p:spPr>
            <a:xfrm>
              <a:off x="-1176513" y="3193470"/>
              <a:ext cx="2757514" cy="219360"/>
            </a:xfrm>
            <a:custGeom>
              <a:avLst/>
              <a:gdLst>
                <a:gd name="csX0" fmla="*/ 8428 w 2757514"/>
                <a:gd name="csY0" fmla="*/ 0 h 219360"/>
                <a:gd name="csX1" fmla="*/ 0 w 2757514"/>
                <a:gd name="csY1" fmla="*/ 180276 h 219360"/>
                <a:gd name="csX2" fmla="*/ 2757514 w 2757514"/>
                <a:gd name="csY2" fmla="*/ 219360 h 219360"/>
                <a:gd name="csX3" fmla="*/ 8428 w 2757514"/>
                <a:gd name="csY3" fmla="*/ 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8428" y="0"/>
                  </a:moveTo>
                  <a:cubicBezTo>
                    <a:pt x="3664" y="59970"/>
                    <a:pt x="855" y="120184"/>
                    <a:pt x="0" y="180276"/>
                  </a:cubicBezTo>
                  <a:lnTo>
                    <a:pt x="2757514" y="219360"/>
                  </a:lnTo>
                  <a:lnTo>
                    <a:pt x="842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8516E578-D962-0AAE-D399-2A0CEFCE1C6C}"/>
                </a:ext>
              </a:extLst>
            </p:cNvPr>
            <p:cNvSpPr/>
            <p:nvPr/>
          </p:nvSpPr>
          <p:spPr>
            <a:xfrm>
              <a:off x="-874954" y="2000302"/>
              <a:ext cx="2455955" cy="1412528"/>
            </a:xfrm>
            <a:custGeom>
              <a:avLst/>
              <a:gdLst>
                <a:gd name="csX0" fmla="*/ 87451 w 2455955"/>
                <a:gd name="csY0" fmla="*/ 0 h 1412528"/>
                <a:gd name="csX1" fmla="*/ 0 w 2455955"/>
                <a:gd name="csY1" fmla="*/ 157803 h 1412528"/>
                <a:gd name="csX2" fmla="*/ 2455955 w 2455955"/>
                <a:gd name="csY2" fmla="*/ 1412528 h 1412528"/>
                <a:gd name="csX3" fmla="*/ 87451 w 2455955"/>
                <a:gd name="csY3" fmla="*/ 0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87451" y="0"/>
                  </a:moveTo>
                  <a:cubicBezTo>
                    <a:pt x="56428" y="51909"/>
                    <a:pt x="27237" y="104550"/>
                    <a:pt x="0" y="157803"/>
                  </a:cubicBezTo>
                  <a:lnTo>
                    <a:pt x="2455955" y="1412528"/>
                  </a:lnTo>
                  <a:lnTo>
                    <a:pt x="8745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12939B0F-156F-AEB0-4EAF-19D7BE40FD0C}"/>
                </a:ext>
              </a:extLst>
            </p:cNvPr>
            <p:cNvSpPr/>
            <p:nvPr/>
          </p:nvSpPr>
          <p:spPr>
            <a:xfrm>
              <a:off x="-787503" y="1848484"/>
              <a:ext cx="2368504" cy="1564346"/>
            </a:xfrm>
            <a:custGeom>
              <a:avLst/>
              <a:gdLst>
                <a:gd name="csX0" fmla="*/ 97588 w 2368504"/>
                <a:gd name="csY0" fmla="*/ 0 h 1564346"/>
                <a:gd name="csX1" fmla="*/ 0 w 2368504"/>
                <a:gd name="csY1" fmla="*/ 151818 h 1564346"/>
                <a:gd name="csX2" fmla="*/ 2368504 w 2368504"/>
                <a:gd name="csY2" fmla="*/ 1564346 h 1564346"/>
                <a:gd name="csX3" fmla="*/ 97588 w 2368504"/>
                <a:gd name="csY3" fmla="*/ 0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4" h="1564346">
                  <a:moveTo>
                    <a:pt x="97588" y="0"/>
                  </a:moveTo>
                  <a:cubicBezTo>
                    <a:pt x="63145" y="49832"/>
                    <a:pt x="30657" y="100398"/>
                    <a:pt x="0" y="151818"/>
                  </a:cubicBezTo>
                  <a:lnTo>
                    <a:pt x="2368504" y="1564346"/>
                  </a:lnTo>
                  <a:lnTo>
                    <a:pt x="9758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4040D38F-0640-91C7-27F3-084EC8771C96}"/>
                </a:ext>
              </a:extLst>
            </p:cNvPr>
            <p:cNvSpPr/>
            <p:nvPr/>
          </p:nvSpPr>
          <p:spPr>
            <a:xfrm>
              <a:off x="-1072818" y="2489343"/>
              <a:ext cx="2653818" cy="923486"/>
            </a:xfrm>
            <a:custGeom>
              <a:avLst/>
              <a:gdLst>
                <a:gd name="csX0" fmla="*/ 54840 w 2653818"/>
                <a:gd name="csY0" fmla="*/ 0 h 923486"/>
                <a:gd name="csX1" fmla="*/ 0 w 2653818"/>
                <a:gd name="csY1" fmla="*/ 171971 h 923486"/>
                <a:gd name="csX2" fmla="*/ 2653819 w 2653818"/>
                <a:gd name="csY2" fmla="*/ 923487 h 923486"/>
                <a:gd name="csX3" fmla="*/ 54840 w 2653818"/>
                <a:gd name="csY3" fmla="*/ 0 h 9234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6">
                  <a:moveTo>
                    <a:pt x="54840" y="0"/>
                  </a:moveTo>
                  <a:cubicBezTo>
                    <a:pt x="34687" y="56916"/>
                    <a:pt x="16366" y="114199"/>
                    <a:pt x="0" y="171971"/>
                  </a:cubicBezTo>
                  <a:lnTo>
                    <a:pt x="2653819" y="923487"/>
                  </a:lnTo>
                  <a:lnTo>
                    <a:pt x="5484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142C5505-30F7-0690-7FE3-26CE59802ABA}"/>
                </a:ext>
              </a:extLst>
            </p:cNvPr>
            <p:cNvSpPr/>
            <p:nvPr/>
          </p:nvSpPr>
          <p:spPr>
            <a:xfrm>
              <a:off x="-952145" y="2158104"/>
              <a:ext cx="2533146" cy="1254725"/>
            </a:xfrm>
            <a:custGeom>
              <a:avLst/>
              <a:gdLst>
                <a:gd name="csX0" fmla="*/ 77069 w 2533146"/>
                <a:gd name="csY0" fmla="*/ 0 h 1254725"/>
                <a:gd name="csX1" fmla="*/ 0 w 2533146"/>
                <a:gd name="csY1" fmla="*/ 163177 h 1254725"/>
                <a:gd name="csX2" fmla="*/ 2533146 w 2533146"/>
                <a:gd name="csY2" fmla="*/ 1254726 h 1254725"/>
                <a:gd name="csX3" fmla="*/ 77191 w 2533146"/>
                <a:gd name="csY3" fmla="*/ 0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77069" y="0"/>
                  </a:moveTo>
                  <a:cubicBezTo>
                    <a:pt x="49588" y="53741"/>
                    <a:pt x="23695" y="108214"/>
                    <a:pt x="0" y="163177"/>
                  </a:cubicBezTo>
                  <a:lnTo>
                    <a:pt x="2533146" y="1254726"/>
                  </a:lnTo>
                  <a:lnTo>
                    <a:pt x="7719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13B9C431-F0CB-DA22-E1DF-507B7CFAFCF4}"/>
                </a:ext>
              </a:extLst>
            </p:cNvPr>
            <p:cNvSpPr/>
            <p:nvPr/>
          </p:nvSpPr>
          <p:spPr>
            <a:xfrm>
              <a:off x="-1017978" y="2321281"/>
              <a:ext cx="2598978" cy="1091549"/>
            </a:xfrm>
            <a:custGeom>
              <a:avLst/>
              <a:gdLst>
                <a:gd name="csX0" fmla="*/ 65832 w 2598978"/>
                <a:gd name="csY0" fmla="*/ 0 h 1091549"/>
                <a:gd name="csX1" fmla="*/ 0 w 2598978"/>
                <a:gd name="csY1" fmla="*/ 168062 h 1091549"/>
                <a:gd name="csX2" fmla="*/ 2598979 w 2598978"/>
                <a:gd name="csY2" fmla="*/ 1091549 h 1091549"/>
                <a:gd name="csX3" fmla="*/ 65832 w 2598978"/>
                <a:gd name="csY3" fmla="*/ 0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65832" y="0"/>
                  </a:moveTo>
                  <a:cubicBezTo>
                    <a:pt x="41893" y="55451"/>
                    <a:pt x="20031" y="111512"/>
                    <a:pt x="0" y="168062"/>
                  </a:cubicBezTo>
                  <a:lnTo>
                    <a:pt x="2598979" y="1091549"/>
                  </a:lnTo>
                  <a:lnTo>
                    <a:pt x="658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321C4EBD-F87A-842B-359E-89E9AA5CFA3E}"/>
                </a:ext>
              </a:extLst>
            </p:cNvPr>
            <p:cNvSpPr/>
            <p:nvPr/>
          </p:nvSpPr>
          <p:spPr>
            <a:xfrm>
              <a:off x="-396050" y="3412952"/>
              <a:ext cx="1977051" cy="2047036"/>
            </a:xfrm>
            <a:custGeom>
              <a:avLst/>
              <a:gdLst>
                <a:gd name="csX0" fmla="*/ 0 w 1977051"/>
                <a:gd name="csY0" fmla="*/ 1921722 h 2047036"/>
                <a:gd name="csX1" fmla="*/ 129833 w 1977051"/>
                <a:gd name="csY1" fmla="*/ 2047036 h 2047036"/>
                <a:gd name="csX2" fmla="*/ 1977051 w 1977051"/>
                <a:gd name="csY2" fmla="*/ 0 h 2047036"/>
                <a:gd name="csX3" fmla="*/ 0 w 1977051"/>
                <a:gd name="csY3" fmla="*/ 1921845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0" y="1921722"/>
                  </a:moveTo>
                  <a:cubicBezTo>
                    <a:pt x="41649" y="1964471"/>
                    <a:pt x="84886" y="2006364"/>
                    <a:pt x="129833" y="2047036"/>
                  </a:cubicBezTo>
                  <a:lnTo>
                    <a:pt x="1977051" y="0"/>
                  </a:lnTo>
                  <a:lnTo>
                    <a:pt x="0" y="192184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E8E0D5BF-0B81-477B-BC89-37CFD5D39FDF}"/>
                </a:ext>
              </a:extLst>
            </p:cNvPr>
            <p:cNvSpPr/>
            <p:nvPr/>
          </p:nvSpPr>
          <p:spPr>
            <a:xfrm>
              <a:off x="-630555" y="3412830"/>
              <a:ext cx="2211434" cy="1788591"/>
            </a:xfrm>
            <a:custGeom>
              <a:avLst/>
              <a:gdLst>
                <a:gd name="csX0" fmla="*/ 122 w 2211434"/>
                <a:gd name="csY0" fmla="*/ 1647644 h 1788591"/>
                <a:gd name="csX1" fmla="*/ 112734 w 2211434"/>
                <a:gd name="csY1" fmla="*/ 1788592 h 1788591"/>
                <a:gd name="csX2" fmla="*/ 2211434 w 2211434"/>
                <a:gd name="csY2" fmla="*/ 0 h 1788591"/>
                <a:gd name="csX3" fmla="*/ 0 w 2211434"/>
                <a:gd name="csY3" fmla="*/ 1647644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122" y="1647644"/>
                  </a:moveTo>
                  <a:cubicBezTo>
                    <a:pt x="35909" y="1695645"/>
                    <a:pt x="73405" y="1742668"/>
                    <a:pt x="112734" y="1788592"/>
                  </a:cubicBezTo>
                  <a:lnTo>
                    <a:pt x="2211434" y="0"/>
                  </a:lnTo>
                  <a:lnTo>
                    <a:pt x="0" y="16476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6BC0C9A0-D2A2-4E5D-8AFA-B4968DEBC213}"/>
                </a:ext>
              </a:extLst>
            </p:cNvPr>
            <p:cNvSpPr/>
            <p:nvPr/>
          </p:nvSpPr>
          <p:spPr>
            <a:xfrm>
              <a:off x="-733640" y="3412830"/>
              <a:ext cx="2314641" cy="1647644"/>
            </a:xfrm>
            <a:custGeom>
              <a:avLst/>
              <a:gdLst>
                <a:gd name="csX0" fmla="*/ 0 w 2314641"/>
                <a:gd name="csY0" fmla="*/ 1499613 h 1647644"/>
                <a:gd name="csX1" fmla="*/ 103207 w 2314641"/>
                <a:gd name="csY1" fmla="*/ 1647644 h 1647644"/>
                <a:gd name="csX2" fmla="*/ 2314641 w 2314641"/>
                <a:gd name="csY2" fmla="*/ 0 h 1647644"/>
                <a:gd name="csX3" fmla="*/ 0 w 2314641"/>
                <a:gd name="csY3" fmla="*/ 1499613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0" y="1499613"/>
                  </a:moveTo>
                  <a:cubicBezTo>
                    <a:pt x="32611" y="1549812"/>
                    <a:pt x="67054" y="1599278"/>
                    <a:pt x="103207" y="1647644"/>
                  </a:cubicBezTo>
                  <a:lnTo>
                    <a:pt x="2314641" y="0"/>
                  </a:lnTo>
                  <a:lnTo>
                    <a:pt x="0" y="1499613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B5FB50D2-9A32-D471-7B2E-2703F3B623BE}"/>
                </a:ext>
              </a:extLst>
            </p:cNvPr>
            <p:cNvSpPr/>
            <p:nvPr/>
          </p:nvSpPr>
          <p:spPr>
            <a:xfrm>
              <a:off x="-266339" y="3412830"/>
              <a:ext cx="1847218" cy="2163434"/>
            </a:xfrm>
            <a:custGeom>
              <a:avLst/>
              <a:gdLst>
                <a:gd name="csX0" fmla="*/ 122 w 1847218"/>
                <a:gd name="csY0" fmla="*/ 2047036 h 2163434"/>
                <a:gd name="csX1" fmla="*/ 138016 w 1847218"/>
                <a:gd name="csY1" fmla="*/ 2163434 h 2163434"/>
                <a:gd name="csX2" fmla="*/ 1847218 w 1847218"/>
                <a:gd name="csY2" fmla="*/ 0 h 2163434"/>
                <a:gd name="csX3" fmla="*/ 0 w 1847218"/>
                <a:gd name="csY3" fmla="*/ 2047036 h 2163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4">
                  <a:moveTo>
                    <a:pt x="122" y="2047036"/>
                  </a:moveTo>
                  <a:cubicBezTo>
                    <a:pt x="45069" y="2087586"/>
                    <a:pt x="91237" y="2126304"/>
                    <a:pt x="138016" y="2163434"/>
                  </a:cubicBezTo>
                  <a:lnTo>
                    <a:pt x="1847218" y="0"/>
                  </a:lnTo>
                  <a:lnTo>
                    <a:pt x="0" y="20470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140A1C0D-72F2-07A2-C2B3-D43709CC5346}"/>
                </a:ext>
              </a:extLst>
            </p:cNvPr>
            <p:cNvSpPr/>
            <p:nvPr/>
          </p:nvSpPr>
          <p:spPr>
            <a:xfrm>
              <a:off x="-827076" y="3412708"/>
              <a:ext cx="2408076" cy="1499612"/>
            </a:xfrm>
            <a:custGeom>
              <a:avLst/>
              <a:gdLst>
                <a:gd name="csX0" fmla="*/ 0 w 2408076"/>
                <a:gd name="csY0" fmla="*/ 1345230 h 1499612"/>
                <a:gd name="csX1" fmla="*/ 93436 w 2408076"/>
                <a:gd name="csY1" fmla="*/ 1499613 h 1499612"/>
                <a:gd name="csX2" fmla="*/ 2408077 w 2408076"/>
                <a:gd name="csY2" fmla="*/ 0 h 1499612"/>
                <a:gd name="csX3" fmla="*/ 122 w 2408076"/>
                <a:gd name="csY3" fmla="*/ 1345230 h 1499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08076" h="1499612">
                  <a:moveTo>
                    <a:pt x="0" y="1345230"/>
                  </a:moveTo>
                  <a:cubicBezTo>
                    <a:pt x="29313" y="1397506"/>
                    <a:pt x="60458" y="1449048"/>
                    <a:pt x="93436" y="1499613"/>
                  </a:cubicBezTo>
                  <a:lnTo>
                    <a:pt x="2408077" y="0"/>
                  </a:lnTo>
                  <a:lnTo>
                    <a:pt x="122" y="134523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6EEC6D6A-4E98-8AF2-6E37-48B02E64DAFD}"/>
                </a:ext>
              </a:extLst>
            </p:cNvPr>
            <p:cNvSpPr/>
            <p:nvPr/>
          </p:nvSpPr>
          <p:spPr>
            <a:xfrm>
              <a:off x="-517822" y="3412708"/>
              <a:ext cx="2098822" cy="1921844"/>
            </a:xfrm>
            <a:custGeom>
              <a:avLst/>
              <a:gdLst>
                <a:gd name="csX0" fmla="*/ 0 w 2098822"/>
                <a:gd name="csY0" fmla="*/ 1788714 h 1921844"/>
                <a:gd name="csX1" fmla="*/ 121772 w 2098822"/>
                <a:gd name="csY1" fmla="*/ 1921845 h 1921844"/>
                <a:gd name="csX2" fmla="*/ 2098823 w 2098822"/>
                <a:gd name="csY2" fmla="*/ 0 h 1921844"/>
                <a:gd name="csX3" fmla="*/ 122 w 2098822"/>
                <a:gd name="csY3" fmla="*/ 1788592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0" y="1788714"/>
                  </a:moveTo>
                  <a:cubicBezTo>
                    <a:pt x="38840" y="1834150"/>
                    <a:pt x="79512" y="1878486"/>
                    <a:pt x="121772" y="1921845"/>
                  </a:cubicBezTo>
                  <a:lnTo>
                    <a:pt x="2098823" y="0"/>
                  </a:lnTo>
                  <a:lnTo>
                    <a:pt x="122" y="178859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94C7CA31-C975-10C7-F4A5-416462E090A6}"/>
                </a:ext>
              </a:extLst>
            </p:cNvPr>
            <p:cNvSpPr/>
            <p:nvPr/>
          </p:nvSpPr>
          <p:spPr>
            <a:xfrm>
              <a:off x="-1043138" y="3412708"/>
              <a:ext cx="2624017" cy="1019365"/>
            </a:xfrm>
            <a:custGeom>
              <a:avLst/>
              <a:gdLst>
                <a:gd name="csX0" fmla="*/ 0 w 2624017"/>
                <a:gd name="csY0" fmla="*/ 849594 h 1019365"/>
                <a:gd name="csX1" fmla="*/ 61191 w 2624017"/>
                <a:gd name="csY1" fmla="*/ 1019366 h 1019365"/>
                <a:gd name="csX2" fmla="*/ 2624017 w 2624017"/>
                <a:gd name="csY2" fmla="*/ 0 h 1019365"/>
                <a:gd name="csX3" fmla="*/ 0 w 2624017"/>
                <a:gd name="csY3" fmla="*/ 849471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0" y="849594"/>
                  </a:moveTo>
                  <a:cubicBezTo>
                    <a:pt x="18443" y="906754"/>
                    <a:pt x="38962" y="963304"/>
                    <a:pt x="61191" y="1019366"/>
                  </a:cubicBezTo>
                  <a:lnTo>
                    <a:pt x="2624017" y="0"/>
                  </a:lnTo>
                  <a:lnTo>
                    <a:pt x="0" y="84947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3EDB59B-4F1E-4B8F-3FAC-46384615AACF}"/>
                </a:ext>
              </a:extLst>
            </p:cNvPr>
            <p:cNvSpPr/>
            <p:nvPr/>
          </p:nvSpPr>
          <p:spPr>
            <a:xfrm>
              <a:off x="-1092848" y="3412830"/>
              <a:ext cx="2673849" cy="849471"/>
            </a:xfrm>
            <a:custGeom>
              <a:avLst/>
              <a:gdLst>
                <a:gd name="csX0" fmla="*/ 0 w 2673849"/>
                <a:gd name="csY0" fmla="*/ 676035 h 849471"/>
                <a:gd name="csX1" fmla="*/ 49832 w 2673849"/>
                <a:gd name="csY1" fmla="*/ 849471 h 849471"/>
                <a:gd name="csX2" fmla="*/ 2673850 w 2673849"/>
                <a:gd name="csY2" fmla="*/ 0 h 849471"/>
                <a:gd name="csX3" fmla="*/ 0 w 2673849"/>
                <a:gd name="csY3" fmla="*/ 676035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0" y="676035"/>
                  </a:moveTo>
                  <a:cubicBezTo>
                    <a:pt x="14657" y="734295"/>
                    <a:pt x="31267" y="792189"/>
                    <a:pt x="49832" y="849471"/>
                  </a:cubicBezTo>
                  <a:lnTo>
                    <a:pt x="2673850" y="0"/>
                  </a:lnTo>
                  <a:lnTo>
                    <a:pt x="0" y="67603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02831B3F-A7EB-58DD-1D8F-314FE3AD840B}"/>
                </a:ext>
              </a:extLst>
            </p:cNvPr>
            <p:cNvSpPr/>
            <p:nvPr/>
          </p:nvSpPr>
          <p:spPr>
            <a:xfrm>
              <a:off x="-1131200" y="3412830"/>
              <a:ext cx="2712200" cy="676035"/>
            </a:xfrm>
            <a:custGeom>
              <a:avLst/>
              <a:gdLst>
                <a:gd name="csX0" fmla="*/ 0 w 2712200"/>
                <a:gd name="csY0" fmla="*/ 499667 h 676035"/>
                <a:gd name="csX1" fmla="*/ 38351 w 2712200"/>
                <a:gd name="csY1" fmla="*/ 676035 h 676035"/>
                <a:gd name="csX2" fmla="*/ 2712201 w 2712200"/>
                <a:gd name="csY2" fmla="*/ 0 h 676035"/>
                <a:gd name="csX3" fmla="*/ 0 w 2712200"/>
                <a:gd name="csY3" fmla="*/ 499667 h 676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5">
                  <a:moveTo>
                    <a:pt x="0" y="499667"/>
                  </a:moveTo>
                  <a:cubicBezTo>
                    <a:pt x="10870" y="558782"/>
                    <a:pt x="23573" y="617653"/>
                    <a:pt x="38351" y="676035"/>
                  </a:cubicBezTo>
                  <a:lnTo>
                    <a:pt x="2712201" y="0"/>
                  </a:lnTo>
                  <a:lnTo>
                    <a:pt x="0" y="4996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BE0F2C70-8E89-C42C-A3BA-177DB0F3A088}"/>
                </a:ext>
              </a:extLst>
            </p:cNvPr>
            <p:cNvSpPr/>
            <p:nvPr/>
          </p:nvSpPr>
          <p:spPr>
            <a:xfrm>
              <a:off x="-909885" y="3412708"/>
              <a:ext cx="2490764" cy="1345230"/>
            </a:xfrm>
            <a:custGeom>
              <a:avLst/>
              <a:gdLst>
                <a:gd name="csX0" fmla="*/ 122 w 2490764"/>
                <a:gd name="csY0" fmla="*/ 1184863 h 1345230"/>
                <a:gd name="csX1" fmla="*/ 82810 w 2490764"/>
                <a:gd name="csY1" fmla="*/ 1345230 h 1345230"/>
                <a:gd name="csX2" fmla="*/ 2490764 w 2490764"/>
                <a:gd name="csY2" fmla="*/ 0 h 1345230"/>
                <a:gd name="csX3" fmla="*/ 0 w 2490764"/>
                <a:gd name="csY3" fmla="*/ 1184741 h 1345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90764" h="1345230">
                  <a:moveTo>
                    <a:pt x="122" y="1184863"/>
                  </a:moveTo>
                  <a:cubicBezTo>
                    <a:pt x="25893" y="1239092"/>
                    <a:pt x="53374" y="1292589"/>
                    <a:pt x="82810" y="1345230"/>
                  </a:cubicBezTo>
                  <a:lnTo>
                    <a:pt x="2490764" y="0"/>
                  </a:lnTo>
                  <a:lnTo>
                    <a:pt x="0" y="11847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E04E6A8B-6898-6133-1B17-F27C04AA1E2B}"/>
                </a:ext>
              </a:extLst>
            </p:cNvPr>
            <p:cNvSpPr/>
            <p:nvPr/>
          </p:nvSpPr>
          <p:spPr>
            <a:xfrm>
              <a:off x="-981825" y="3412830"/>
              <a:ext cx="2562825" cy="1184740"/>
            </a:xfrm>
            <a:custGeom>
              <a:avLst/>
              <a:gdLst>
                <a:gd name="csX0" fmla="*/ 0 w 2562825"/>
                <a:gd name="csY0" fmla="*/ 1019243 h 1184740"/>
                <a:gd name="csX1" fmla="*/ 72062 w 2562825"/>
                <a:gd name="csY1" fmla="*/ 1184741 h 1184740"/>
                <a:gd name="csX2" fmla="*/ 2562826 w 2562825"/>
                <a:gd name="csY2" fmla="*/ 0 h 1184740"/>
                <a:gd name="csX3" fmla="*/ 0 w 2562825"/>
                <a:gd name="csY3" fmla="*/ 1019365 h 1184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62825" h="1184740">
                  <a:moveTo>
                    <a:pt x="0" y="1019243"/>
                  </a:moveTo>
                  <a:cubicBezTo>
                    <a:pt x="22107" y="1075060"/>
                    <a:pt x="46168" y="1130267"/>
                    <a:pt x="72062" y="1184741"/>
                  </a:cubicBezTo>
                  <a:lnTo>
                    <a:pt x="2562826" y="0"/>
                  </a:lnTo>
                  <a:lnTo>
                    <a:pt x="0" y="101936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374191F0-7D4D-D6E6-DD72-142E20F44051}"/>
                </a:ext>
              </a:extLst>
            </p:cNvPr>
            <p:cNvSpPr/>
            <p:nvPr/>
          </p:nvSpPr>
          <p:spPr>
            <a:xfrm>
              <a:off x="-1158070" y="3412830"/>
              <a:ext cx="2739071" cy="499667"/>
            </a:xfrm>
            <a:custGeom>
              <a:avLst/>
              <a:gdLst>
                <a:gd name="csX0" fmla="*/ 0 w 2739071"/>
                <a:gd name="csY0" fmla="*/ 321224 h 499667"/>
                <a:gd name="csX1" fmla="*/ 26870 w 2739071"/>
                <a:gd name="csY1" fmla="*/ 499667 h 499667"/>
                <a:gd name="csX2" fmla="*/ 2739071 w 2739071"/>
                <a:gd name="csY2" fmla="*/ 0 h 499667"/>
                <a:gd name="csX3" fmla="*/ 0 w 2739071"/>
                <a:gd name="csY3" fmla="*/ 32122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0" y="321224"/>
                  </a:moveTo>
                  <a:cubicBezTo>
                    <a:pt x="6962" y="380949"/>
                    <a:pt x="16000" y="440430"/>
                    <a:pt x="26870" y="499667"/>
                  </a:cubicBezTo>
                  <a:lnTo>
                    <a:pt x="2739071" y="0"/>
                  </a:lnTo>
                  <a:lnTo>
                    <a:pt x="0" y="32122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" name="Freeform 106">
            <a:extLst>
              <a:ext uri="{FF2B5EF4-FFF2-40B4-BE49-F238E27FC236}">
                <a16:creationId xmlns:a16="http://schemas.microsoft.com/office/drawing/2014/main" id="{0D8A1282-5B10-7945-A562-0B579A759B01}"/>
              </a:ext>
            </a:extLst>
          </p:cNvPr>
          <p:cNvSpPr/>
          <p:nvPr/>
        </p:nvSpPr>
        <p:spPr>
          <a:xfrm>
            <a:off x="-1264697" y="3132767"/>
            <a:ext cx="5591364" cy="3013637"/>
          </a:xfrm>
          <a:custGeom>
            <a:avLst/>
            <a:gdLst>
              <a:gd name="csX0" fmla="*/ 5591365 w 5591364"/>
              <a:gd name="csY0" fmla="*/ 0 h 3013637"/>
              <a:gd name="csX1" fmla="*/ 2805515 w 5591364"/>
              <a:gd name="csY1" fmla="*/ 3013638 h 3013637"/>
              <a:gd name="csX2" fmla="*/ 0 w 5591364"/>
              <a:gd name="csY2" fmla="*/ 39329 h 3013637"/>
              <a:gd name="csX3" fmla="*/ 2805759 w 5591364"/>
              <a:gd name="csY3" fmla="*/ 247208 h 3013637"/>
              <a:gd name="csX4" fmla="*/ 5591365 w 5591364"/>
              <a:gd name="csY4" fmla="*/ 122 h 3013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1364" h="3013637">
                <a:moveTo>
                  <a:pt x="5591365" y="0"/>
                </a:moveTo>
                <a:cubicBezTo>
                  <a:pt x="5579396" y="1961417"/>
                  <a:pt x="4185066" y="3013882"/>
                  <a:pt x="2805515" y="3013638"/>
                </a:cubicBezTo>
                <a:cubicBezTo>
                  <a:pt x="1425964" y="3013394"/>
                  <a:pt x="11481" y="1999647"/>
                  <a:pt x="0" y="39329"/>
                </a:cubicBezTo>
                <a:cubicBezTo>
                  <a:pt x="931792" y="245131"/>
                  <a:pt x="1886791" y="245864"/>
                  <a:pt x="2805759" y="247208"/>
                </a:cubicBezTo>
                <a:cubicBezTo>
                  <a:pt x="3724727" y="248551"/>
                  <a:pt x="4657374" y="210933"/>
                  <a:pt x="5591365" y="122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8" name="Graphic 5">
            <a:extLst>
              <a:ext uri="{FF2B5EF4-FFF2-40B4-BE49-F238E27FC236}">
                <a16:creationId xmlns:a16="http://schemas.microsoft.com/office/drawing/2014/main" id="{1D3E7E2F-E6B0-4DCC-96DB-6E8B87992EDE}"/>
              </a:ext>
            </a:extLst>
          </p:cNvPr>
          <p:cNvGrpSpPr/>
          <p:nvPr/>
        </p:nvGrpSpPr>
        <p:grpSpPr>
          <a:xfrm>
            <a:off x="-1616089" y="222580"/>
            <a:ext cx="6314544" cy="7714981"/>
            <a:chOff x="-1616089" y="222580"/>
            <a:chExt cx="6314544" cy="7714981"/>
          </a:xfrm>
        </p:grpSpPr>
        <p:grpSp>
          <p:nvGrpSpPr>
            <p:cNvPr id="109" name="Graphic 5">
              <a:extLst>
                <a:ext uri="{FF2B5EF4-FFF2-40B4-BE49-F238E27FC236}">
                  <a16:creationId xmlns:a16="http://schemas.microsoft.com/office/drawing/2014/main" id="{995555F9-FE4C-32D6-EE73-7EE355A91331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  <a:solidFill>
              <a:srgbClr val="01253E"/>
            </a:solidFill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E7910C0-0AE4-F966-BC3F-24B0864C56AF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BD93761F-6619-6B40-6855-647336F11813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2" name="Graphic 5">
                <a:extLst>
                  <a:ext uri="{FF2B5EF4-FFF2-40B4-BE49-F238E27FC236}">
                    <a16:creationId xmlns:a16="http://schemas.microsoft.com/office/drawing/2014/main" id="{D89DFC77-54F5-5EF0-6F1B-15967E197C5F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53" cy="7546675"/>
                <a:chOff x="-1544393" y="356077"/>
                <a:chExt cx="6108253" cy="7546675"/>
              </a:xfrm>
              <a:solidFill>
                <a:srgbClr val="01253E"/>
              </a:solidFill>
            </p:grpSpPr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F195CF3D-A646-E2DD-27D7-742B19996C08}"/>
                    </a:ext>
                  </a:extLst>
                </p:cNvPr>
                <p:cNvSpPr/>
                <p:nvPr/>
              </p:nvSpPr>
              <p:spPr>
                <a:xfrm>
                  <a:off x="-680754" y="33449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C1527031-FA10-0867-B5EC-F06D7826657F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5F45A5E8-B51F-631E-EE85-191686F57135}"/>
                    </a:ext>
                  </a:extLst>
                </p:cNvPr>
                <p:cNvSpPr/>
                <p:nvPr/>
              </p:nvSpPr>
              <p:spPr>
                <a:xfrm>
                  <a:off x="-95468" y="35806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E25B1BB3-64A2-04C2-A7DF-FD8279C4086F}"/>
                    </a:ext>
                  </a:extLst>
                </p:cNvPr>
                <p:cNvSpPr/>
                <p:nvPr/>
              </p:nvSpPr>
              <p:spPr>
                <a:xfrm>
                  <a:off x="-317882" y="3918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15EA5DFF-32F1-232A-A165-855DE354605D}"/>
                    </a:ext>
                  </a:extLst>
                </p:cNvPr>
                <p:cNvSpPr/>
                <p:nvPr/>
              </p:nvSpPr>
              <p:spPr>
                <a:xfrm>
                  <a:off x="-352813" y="37379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372D31DA-280D-0C94-C7B7-E8A24B6B16E0}"/>
                    </a:ext>
                  </a:extLst>
                </p:cNvPr>
                <p:cNvSpPr/>
                <p:nvPr/>
              </p:nvSpPr>
              <p:spPr>
                <a:xfrm>
                  <a:off x="299160" y="39514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993111E8-3067-61F2-C1EC-826044A6F242}"/>
                    </a:ext>
                  </a:extLst>
                </p:cNvPr>
                <p:cNvSpPr/>
                <p:nvPr/>
              </p:nvSpPr>
              <p:spPr>
                <a:xfrm>
                  <a:off x="-67498" y="42232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B538D34D-C029-0BC1-0E94-DBA5AAF12F52}"/>
                    </a:ext>
                  </a:extLst>
                </p:cNvPr>
                <p:cNvSpPr/>
                <p:nvPr/>
              </p:nvSpPr>
              <p:spPr>
                <a:xfrm>
                  <a:off x="-173270" y="374138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CCCA060A-7B34-1DC4-6E2B-86EB8E74469A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EEC3882D-3CD9-658D-0A75-2CE1FA54DE2A}"/>
                    </a:ext>
                  </a:extLst>
                </p:cNvPr>
                <p:cNvSpPr/>
                <p:nvPr/>
              </p:nvSpPr>
              <p:spPr>
                <a:xfrm>
                  <a:off x="-950557" y="3862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EABC8A28-C85A-BAFF-4BD8-CBF285F5B0F0}"/>
                    </a:ext>
                  </a:extLst>
                </p:cNvPr>
                <p:cNvSpPr/>
                <p:nvPr/>
              </p:nvSpPr>
              <p:spPr>
                <a:xfrm>
                  <a:off x="-1097123" y="38439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C424F4CA-37E7-6103-1FCC-837459ED1C7E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43771B0B-49D8-690B-E861-F878427E756F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F7EC4715-B148-F3BC-7C41-A29579449FA7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3DF8B235-9614-5ACC-D3AC-2150A486A0AA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EBE147CF-3B04-C84C-F1C5-2BDAF772ABC5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504C202E-AF19-427F-5AAC-70B8E9891B09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6CF6C650-3826-6B5C-2C8E-F29F03F1F3A1}"/>
                    </a:ext>
                  </a:extLst>
                </p:cNvPr>
                <p:cNvSpPr/>
                <p:nvPr/>
              </p:nvSpPr>
              <p:spPr>
                <a:xfrm>
                  <a:off x="-433180" y="49350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C62EF571-2187-F319-1F42-521D11B413A2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75D4BEFF-FAA2-CCC7-4802-97F03056BC5F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CAFF1E7A-AED5-EA8F-A2BE-7FD5EEECDFFA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A78B8584-25F5-A084-3BF7-5E18DCCF3387}"/>
                    </a:ext>
                  </a:extLst>
                </p:cNvPr>
                <p:cNvSpPr/>
                <p:nvPr/>
              </p:nvSpPr>
              <p:spPr>
                <a:xfrm>
                  <a:off x="741056" y="56207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BBA9C289-5C8B-72D5-1609-23234C676CAE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763075C9-D08A-C5F6-FA1F-1148F4339D75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446E430C-604F-98FA-13E1-D8D1C4366705}"/>
                    </a:ext>
                  </a:extLst>
                </p:cNvPr>
                <p:cNvSpPr/>
                <p:nvPr/>
              </p:nvSpPr>
              <p:spPr>
                <a:xfrm>
                  <a:off x="-19620" y="53510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39AE3E68-8910-9AAC-2043-DB879BB2468C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D244347B-C237-F3BF-47A4-3F144B174E99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1CF09693-CB00-2843-00FE-DC50CED3B8D6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BA309249-72ED-954A-FE92-175983828FA7}"/>
                    </a:ext>
                  </a:extLst>
                </p:cNvPr>
                <p:cNvSpPr/>
                <p:nvPr/>
              </p:nvSpPr>
              <p:spPr>
                <a:xfrm>
                  <a:off x="-757701" y="50789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C106DB4D-28D3-EC3C-F492-654F39D04306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E5E4CD2E-7B21-DBF5-C6F2-40385F2F6A14}"/>
                    </a:ext>
                  </a:extLst>
                </p:cNvPr>
                <p:cNvSpPr/>
                <p:nvPr/>
              </p:nvSpPr>
              <p:spPr>
                <a:xfrm>
                  <a:off x="-1158925" y="43342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999EC329-2285-4D2A-D54C-6165EEA02221}"/>
                    </a:ext>
                  </a:extLst>
                </p:cNvPr>
                <p:cNvSpPr/>
                <p:nvPr/>
              </p:nvSpPr>
              <p:spPr>
                <a:xfrm>
                  <a:off x="-733029" y="528374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31420A5C-4A72-35B0-4105-A2FA53BBF349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A9912037-3FCE-28B8-E35E-795AAB2B69AF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4FE84FAC-4C92-55DC-77A6-8341E06996EC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F64448C8-3BC5-1E0D-B1EC-86ADBDE6D296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FB264036-5650-CCBD-6D1D-33D5458DF680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F2D201FB-67A2-A491-5421-C3F52D6118E7}"/>
                    </a:ext>
                  </a:extLst>
                </p:cNvPr>
                <p:cNvSpPr/>
                <p:nvPr/>
              </p:nvSpPr>
              <p:spPr>
                <a:xfrm>
                  <a:off x="919988" y="65151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D2D3439B-F40F-5517-000E-81FCA86964D4}"/>
                    </a:ext>
                  </a:extLst>
                </p:cNvPr>
                <p:cNvSpPr/>
                <p:nvPr/>
              </p:nvSpPr>
              <p:spPr>
                <a:xfrm>
                  <a:off x="451832" y="61871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6BAC4CE1-F854-ED29-F33D-C6AB8E625E23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CD5A48E9-7D3F-A055-E33D-15371918974D}"/>
                    </a:ext>
                  </a:extLst>
                </p:cNvPr>
                <p:cNvSpPr/>
                <p:nvPr/>
              </p:nvSpPr>
              <p:spPr>
                <a:xfrm>
                  <a:off x="120960" y="61773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787F19FA-D1A9-883E-90B2-0739C96D3794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E39D78AF-BB4E-6404-6C42-38DA029EFCE8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2430ECD7-2AD1-217A-70BC-C41A507049DE}"/>
                    </a:ext>
                  </a:extLst>
                </p:cNvPr>
                <p:cNvSpPr/>
                <p:nvPr/>
              </p:nvSpPr>
              <p:spPr>
                <a:xfrm>
                  <a:off x="-248263" y="542346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3BA1DAE8-A7E0-59AA-7068-A46B44A45C24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844A30FC-F125-1241-DD58-94A6B056A881}"/>
                    </a:ext>
                  </a:extLst>
                </p:cNvPr>
                <p:cNvSpPr/>
                <p:nvPr/>
              </p:nvSpPr>
              <p:spPr>
                <a:xfrm>
                  <a:off x="-293332" y="563574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180361EF-7755-9F23-5533-B2C790CFD073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DDD2CA60-5EC9-A268-A47B-208F36C91295}"/>
                    </a:ext>
                  </a:extLst>
                </p:cNvPr>
                <p:cNvSpPr/>
                <p:nvPr/>
              </p:nvSpPr>
              <p:spPr>
                <a:xfrm>
                  <a:off x="407252" y="38624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0DE9A1E2-5BD8-C2C4-A801-5E2D3748CEF6}"/>
                    </a:ext>
                  </a:extLst>
                </p:cNvPr>
                <p:cNvSpPr/>
                <p:nvPr/>
              </p:nvSpPr>
              <p:spPr>
                <a:xfrm>
                  <a:off x="583864" y="357063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6E59BC76-9EC7-2B99-5C41-2ACE03EA279E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D3299B9F-3FE1-39AE-56AD-4713C095B6E8}"/>
                    </a:ext>
                  </a:extLst>
                </p:cNvPr>
                <p:cNvSpPr/>
                <p:nvPr/>
              </p:nvSpPr>
              <p:spPr>
                <a:xfrm>
                  <a:off x="562978" y="36842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64B2C787-76B8-5130-56D3-72554E5F9677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48579545-D9FE-EBE2-7B6A-D5E5286EB33A}"/>
                    </a:ext>
                  </a:extLst>
                </p:cNvPr>
                <p:cNvSpPr/>
                <p:nvPr/>
              </p:nvSpPr>
              <p:spPr>
                <a:xfrm>
                  <a:off x="988996" y="38108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4448FCD6-AB23-C192-53FC-55561EB9F416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6F13C328-73E2-3E3B-52EF-E9A2103B043C}"/>
                    </a:ext>
                  </a:extLst>
                </p:cNvPr>
                <p:cNvSpPr/>
                <p:nvPr/>
              </p:nvSpPr>
              <p:spPr>
                <a:xfrm>
                  <a:off x="263129" y="34781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73B60C9C-172F-3498-53B0-E79DBDC18A4E}"/>
                    </a:ext>
                  </a:extLst>
                </p:cNvPr>
                <p:cNvSpPr/>
                <p:nvPr/>
              </p:nvSpPr>
              <p:spPr>
                <a:xfrm>
                  <a:off x="-224690" y="40828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FBD4E2AF-1AE9-61A2-C550-AE71C8A45BBF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8E2C173B-01A1-B588-AA56-DB892884958D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23EF78C5-4309-AC88-DCB3-AF9CFE43B1E2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5A6DF1FE-AB6C-3F52-4B78-2CA1C698922C}"/>
                    </a:ext>
                  </a:extLst>
                </p:cNvPr>
                <p:cNvSpPr/>
                <p:nvPr/>
              </p:nvSpPr>
              <p:spPr>
                <a:xfrm>
                  <a:off x="1301426" y="48470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2CBBC2FF-DFAC-9F28-4756-8BBC2CE59FAC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Oval 173">
                  <a:extLst>
                    <a:ext uri="{FF2B5EF4-FFF2-40B4-BE49-F238E27FC236}">
                      <a16:creationId xmlns:a16="http://schemas.microsoft.com/office/drawing/2014/main" id="{463F0EF3-2563-14E6-BDC9-8BD848522017}"/>
                    </a:ext>
                  </a:extLst>
                </p:cNvPr>
                <p:cNvSpPr/>
                <p:nvPr/>
              </p:nvSpPr>
              <p:spPr>
                <a:xfrm>
                  <a:off x="2650931" y="4728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770ADECD-F1EE-4B66-891A-7666CE60528B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C169ED63-1EDC-DB5A-8157-FDD480EA1145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Oval 176">
                  <a:extLst>
                    <a:ext uri="{FF2B5EF4-FFF2-40B4-BE49-F238E27FC236}">
                      <a16:creationId xmlns:a16="http://schemas.microsoft.com/office/drawing/2014/main" id="{7C50069E-4457-519C-688B-2EDC06E9A5BA}"/>
                    </a:ext>
                  </a:extLst>
                </p:cNvPr>
                <p:cNvSpPr/>
                <p:nvPr/>
              </p:nvSpPr>
              <p:spPr>
                <a:xfrm>
                  <a:off x="2210012" y="40968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60CE612B-97B9-C086-0303-0A0192BDD8E7}"/>
                    </a:ext>
                  </a:extLst>
                </p:cNvPr>
                <p:cNvSpPr/>
                <p:nvPr/>
              </p:nvSpPr>
              <p:spPr>
                <a:xfrm>
                  <a:off x="2749985" y="3796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8E60459E-2F04-B2B0-A366-CB02141713EE}"/>
                    </a:ext>
                  </a:extLst>
                </p:cNvPr>
                <p:cNvSpPr/>
                <p:nvPr/>
              </p:nvSpPr>
              <p:spPr>
                <a:xfrm>
                  <a:off x="2038163" y="4342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807E2F9D-B06E-209D-4F34-CAC39EB258CC}"/>
                    </a:ext>
                  </a:extLst>
                </p:cNvPr>
                <p:cNvSpPr/>
                <p:nvPr/>
              </p:nvSpPr>
              <p:spPr>
                <a:xfrm>
                  <a:off x="2441952" y="3503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257B5B00-5DD4-E53F-9BB6-0DBE6ABDB84F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291C464E-9D15-5321-B35B-EE7EA65601BD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5779E1D4-3419-C939-AA42-61EECE8D1D97}"/>
                    </a:ext>
                  </a:extLst>
                </p:cNvPr>
                <p:cNvSpPr/>
                <p:nvPr/>
              </p:nvSpPr>
              <p:spPr>
                <a:xfrm>
                  <a:off x="2087996" y="5131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E5C090E0-20F8-CC10-BBA3-1BE2EA815FA2}"/>
                    </a:ext>
                  </a:extLst>
                </p:cNvPr>
                <p:cNvSpPr/>
                <p:nvPr/>
              </p:nvSpPr>
              <p:spPr>
                <a:xfrm>
                  <a:off x="2898383" y="46356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03AA7BD0-9E18-9049-9921-F11C3DC3589E}"/>
                    </a:ext>
                  </a:extLst>
                </p:cNvPr>
                <p:cNvSpPr/>
                <p:nvPr/>
              </p:nvSpPr>
              <p:spPr>
                <a:xfrm>
                  <a:off x="2202073" y="548930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91338402-9369-EBD0-9F15-D4D39BA3A00C}"/>
                    </a:ext>
                  </a:extLst>
                </p:cNvPr>
                <p:cNvSpPr/>
                <p:nvPr/>
              </p:nvSpPr>
              <p:spPr>
                <a:xfrm>
                  <a:off x="1848116" y="439701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F1396DD7-DFA6-5CE3-8AF5-0DAF86B5B1FE}"/>
                    </a:ext>
                  </a:extLst>
                </p:cNvPr>
                <p:cNvSpPr/>
                <p:nvPr/>
              </p:nvSpPr>
              <p:spPr>
                <a:xfrm>
                  <a:off x="1679932" y="49976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AD19931B-A97B-C089-27BF-099F1EE35A06}"/>
                    </a:ext>
                  </a:extLst>
                </p:cNvPr>
                <p:cNvSpPr/>
                <p:nvPr/>
              </p:nvSpPr>
              <p:spPr>
                <a:xfrm>
                  <a:off x="1232540" y="53097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52B0B7BB-9D42-3492-211F-0DCBEFC1EC53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63C1E76E-357D-8684-D5B4-5B431668220F}"/>
                    </a:ext>
                  </a:extLst>
                </p:cNvPr>
                <p:cNvSpPr/>
                <p:nvPr/>
              </p:nvSpPr>
              <p:spPr>
                <a:xfrm>
                  <a:off x="381359" y="45001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DB7E9D30-62B5-EC62-D7F9-C0DCA61029C4}"/>
                    </a:ext>
                  </a:extLst>
                </p:cNvPr>
                <p:cNvSpPr/>
                <p:nvPr/>
              </p:nvSpPr>
              <p:spPr>
                <a:xfrm>
                  <a:off x="1444572" y="5067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23A5D69B-4B1A-DBD7-3F39-8C9338344E4C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788FD533-1CC5-040B-B0E3-CBAE075DDA25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36BD39F9-DB04-AFEE-4F49-A5ECED82F3AC}"/>
                    </a:ext>
                  </a:extLst>
                </p:cNvPr>
                <p:cNvSpPr/>
                <p:nvPr/>
              </p:nvSpPr>
              <p:spPr>
                <a:xfrm>
                  <a:off x="1845551" y="66747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627B2079-FBF8-5BE5-D6E0-3018EF61FBF9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91FB314D-027E-FA2F-9A9F-2B93EC8E0562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4B6E9531-B400-B715-D724-4D9F9FABEA3C}"/>
                    </a:ext>
                  </a:extLst>
                </p:cNvPr>
                <p:cNvSpPr/>
                <p:nvPr/>
              </p:nvSpPr>
              <p:spPr>
                <a:xfrm>
                  <a:off x="914370" y="63987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9587CBC2-46EF-C63F-780E-EDFB5B1A9473}"/>
                    </a:ext>
                  </a:extLst>
                </p:cNvPr>
                <p:cNvSpPr/>
                <p:nvPr/>
              </p:nvSpPr>
              <p:spPr>
                <a:xfrm>
                  <a:off x="409695" y="72951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C56B3CCA-D765-C1A1-ABF5-04FB078D9289}"/>
                    </a:ext>
                  </a:extLst>
                </p:cNvPr>
                <p:cNvSpPr/>
                <p:nvPr/>
              </p:nvSpPr>
              <p:spPr>
                <a:xfrm>
                  <a:off x="560413" y="64425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A9F37C21-A1CF-C201-B3CB-92871D1D591D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9B2C2328-6DF0-97ED-5B6E-CE2F410C109E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BC2DF20C-8A41-5423-89CB-2DE5B51D3E87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F650CBBE-B613-1F7D-F92E-7A149ADE846C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3F61DD0E-6D2F-B9EC-B2D6-A1F5DEAADAE2}"/>
                    </a:ext>
                  </a:extLst>
                </p:cNvPr>
                <p:cNvSpPr/>
                <p:nvPr/>
              </p:nvSpPr>
              <p:spPr>
                <a:xfrm>
                  <a:off x="-360874" y="76173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72F5FC9B-6B4A-F1F5-3430-0B996D2F1AE8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5537E83E-3A86-183A-0056-5688D431CE08}"/>
                    </a:ext>
                  </a:extLst>
                </p:cNvPr>
                <p:cNvSpPr/>
                <p:nvPr/>
              </p:nvSpPr>
              <p:spPr>
                <a:xfrm>
                  <a:off x="23494" y="71299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6B913E54-0B8F-D9F8-3EF4-EB8711B6347A}"/>
                    </a:ext>
                  </a:extLst>
                </p:cNvPr>
                <p:cNvSpPr/>
                <p:nvPr/>
              </p:nvSpPr>
              <p:spPr>
                <a:xfrm>
                  <a:off x="-237026" y="69228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3401630B-446B-AF52-F462-C22B3AC4C498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BE01449E-20C6-0ADD-9769-04C1CC7CED41}"/>
                    </a:ext>
                  </a:extLst>
                </p:cNvPr>
                <p:cNvSpPr/>
                <p:nvPr/>
              </p:nvSpPr>
              <p:spPr>
                <a:xfrm>
                  <a:off x="-90949" y="7303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CB517119-B1F1-1EEB-71D1-6F94DC3D28BA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Oval 210">
                  <a:extLst>
                    <a:ext uri="{FF2B5EF4-FFF2-40B4-BE49-F238E27FC236}">
                      <a16:creationId xmlns:a16="http://schemas.microsoft.com/office/drawing/2014/main" id="{D37B01F7-0076-4754-5B87-93B3351F72CE}"/>
                    </a:ext>
                  </a:extLst>
                </p:cNvPr>
                <p:cNvSpPr/>
                <p:nvPr/>
              </p:nvSpPr>
              <p:spPr>
                <a:xfrm>
                  <a:off x="771712" y="77074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Oval 211">
                  <a:extLst>
                    <a:ext uri="{FF2B5EF4-FFF2-40B4-BE49-F238E27FC236}">
                      <a16:creationId xmlns:a16="http://schemas.microsoft.com/office/drawing/2014/main" id="{285E55AC-E662-D146-8082-75CB4B97676D}"/>
                    </a:ext>
                  </a:extLst>
                </p:cNvPr>
                <p:cNvSpPr/>
                <p:nvPr/>
              </p:nvSpPr>
              <p:spPr>
                <a:xfrm>
                  <a:off x="469542" y="78080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54C11209-CFC6-45E8-2D0B-F19329AA073B}"/>
                    </a:ext>
                  </a:extLst>
                </p:cNvPr>
                <p:cNvSpPr/>
                <p:nvPr/>
              </p:nvSpPr>
              <p:spPr>
                <a:xfrm>
                  <a:off x="338977" y="75111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Oval 213">
                  <a:extLst>
                    <a:ext uri="{FF2B5EF4-FFF2-40B4-BE49-F238E27FC236}">
                      <a16:creationId xmlns:a16="http://schemas.microsoft.com/office/drawing/2014/main" id="{96AB69C2-8332-3B33-5543-49791C164ED0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433B5FF3-985D-BB9F-BE94-AB82A32431DB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id="{5E3650EE-4BE8-E0A9-F3AF-CA1D3C840D7C}"/>
                    </a:ext>
                  </a:extLst>
                </p:cNvPr>
                <p:cNvSpPr/>
                <p:nvPr/>
              </p:nvSpPr>
              <p:spPr>
                <a:xfrm>
                  <a:off x="929515" y="747197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C8C62B97-2F04-DBA7-C542-D1930F8912EC}"/>
                    </a:ext>
                  </a:extLst>
                </p:cNvPr>
                <p:cNvSpPr/>
                <p:nvPr/>
              </p:nvSpPr>
              <p:spPr>
                <a:xfrm>
                  <a:off x="1439808" y="70917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A12EAABA-C929-3ABA-FC9E-8C852F1F18DA}"/>
                    </a:ext>
                  </a:extLst>
                </p:cNvPr>
                <p:cNvSpPr/>
                <p:nvPr/>
              </p:nvSpPr>
              <p:spPr>
                <a:xfrm>
                  <a:off x="1948636" y="76362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B218549F-C850-C702-A4A6-EC9BFEA2B212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772E36F1-7342-0F3C-1F2B-CC9FE6BB30CC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60932969-C1B1-DAC3-6573-C86DEF693462}"/>
                    </a:ext>
                  </a:extLst>
                </p:cNvPr>
                <p:cNvSpPr/>
                <p:nvPr/>
              </p:nvSpPr>
              <p:spPr>
                <a:xfrm>
                  <a:off x="1776421" y="7635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CEA8A79A-39E7-9B1E-85C8-25A196E1312B}"/>
                    </a:ext>
                  </a:extLst>
                </p:cNvPr>
                <p:cNvSpPr/>
                <p:nvPr/>
              </p:nvSpPr>
              <p:spPr>
                <a:xfrm>
                  <a:off x="1989552" y="72876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4C88B357-D9FF-72FA-6B47-FE27242F4DC5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B90B2AFB-99CC-1D2A-3FD6-C96090F385E7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821B3F8B-A822-6C5D-9A1F-C581A4157BF1}"/>
                    </a:ext>
                  </a:extLst>
                </p:cNvPr>
                <p:cNvSpPr/>
                <p:nvPr/>
              </p:nvSpPr>
              <p:spPr>
                <a:xfrm>
                  <a:off x="3276156" y="7699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F75D40F6-85EC-0BAA-9ABF-0712C6CF3560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BF03254C-B1F3-0209-951E-77AF45A32050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22EF4C5C-147A-F65D-4BC1-16236839CF1F}"/>
                    </a:ext>
                  </a:extLst>
                </p:cNvPr>
                <p:cNvSpPr/>
                <p:nvPr/>
              </p:nvSpPr>
              <p:spPr>
                <a:xfrm>
                  <a:off x="2057705" y="77105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95C2D7CD-7DBE-8906-705E-73F5BCBB1A53}"/>
                    </a:ext>
                  </a:extLst>
                </p:cNvPr>
                <p:cNvSpPr/>
                <p:nvPr/>
              </p:nvSpPr>
              <p:spPr>
                <a:xfrm>
                  <a:off x="1611412" y="7731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" name="Oval 229">
                  <a:extLst>
                    <a:ext uri="{FF2B5EF4-FFF2-40B4-BE49-F238E27FC236}">
                      <a16:creationId xmlns:a16="http://schemas.microsoft.com/office/drawing/2014/main" id="{C77E797B-FDFE-A6C3-FA65-28E6A17F0A15}"/>
                    </a:ext>
                  </a:extLst>
                </p:cNvPr>
                <p:cNvSpPr/>
                <p:nvPr/>
              </p:nvSpPr>
              <p:spPr>
                <a:xfrm>
                  <a:off x="740079" y="72543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1" name="Oval 230">
                  <a:extLst>
                    <a:ext uri="{FF2B5EF4-FFF2-40B4-BE49-F238E27FC236}">
                      <a16:creationId xmlns:a16="http://schemas.microsoft.com/office/drawing/2014/main" id="{5BC9B002-76D4-9A33-A90B-1343A081A44C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2" name="Oval 231">
                  <a:extLst>
                    <a:ext uri="{FF2B5EF4-FFF2-40B4-BE49-F238E27FC236}">
                      <a16:creationId xmlns:a16="http://schemas.microsoft.com/office/drawing/2014/main" id="{BE5114BD-D036-51A2-1FC7-98B4D99EF709}"/>
                    </a:ext>
                  </a:extLst>
                </p:cNvPr>
                <p:cNvSpPr/>
                <p:nvPr/>
              </p:nvSpPr>
              <p:spPr>
                <a:xfrm>
                  <a:off x="1236448" y="67484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3" name="Oval 232">
                  <a:extLst>
                    <a:ext uri="{FF2B5EF4-FFF2-40B4-BE49-F238E27FC236}">
                      <a16:creationId xmlns:a16="http://schemas.microsoft.com/office/drawing/2014/main" id="{88EB1A15-2C6E-1D4D-B8EF-2E05B63BD17E}"/>
                    </a:ext>
                  </a:extLst>
                </p:cNvPr>
                <p:cNvSpPr/>
                <p:nvPr/>
              </p:nvSpPr>
              <p:spPr>
                <a:xfrm>
                  <a:off x="1741123" y="6844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4" name="Oval 233">
                  <a:extLst>
                    <a:ext uri="{FF2B5EF4-FFF2-40B4-BE49-F238E27FC236}">
                      <a16:creationId xmlns:a16="http://schemas.microsoft.com/office/drawing/2014/main" id="{4CB53103-8D6D-973C-FDF3-D4655A65F112}"/>
                    </a:ext>
                  </a:extLst>
                </p:cNvPr>
                <p:cNvSpPr/>
                <p:nvPr/>
              </p:nvSpPr>
              <p:spPr>
                <a:xfrm>
                  <a:off x="1260876" y="682353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" name="Oval 234">
                  <a:extLst>
                    <a:ext uri="{FF2B5EF4-FFF2-40B4-BE49-F238E27FC236}">
                      <a16:creationId xmlns:a16="http://schemas.microsoft.com/office/drawing/2014/main" id="{ED3BC037-8B8B-AEAC-94F0-DBC92A5691BA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" name="Oval 235">
                  <a:extLst>
                    <a:ext uri="{FF2B5EF4-FFF2-40B4-BE49-F238E27FC236}">
                      <a16:creationId xmlns:a16="http://schemas.microsoft.com/office/drawing/2014/main" id="{79703F5E-0A1E-997B-3677-E048A0F1304F}"/>
                    </a:ext>
                  </a:extLst>
                </p:cNvPr>
                <p:cNvSpPr/>
                <p:nvPr/>
              </p:nvSpPr>
              <p:spPr>
                <a:xfrm>
                  <a:off x="2274012" y="69914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55B10E29-05FF-F71F-0B13-6559F482C9E1}"/>
                    </a:ext>
                  </a:extLst>
                </p:cNvPr>
                <p:cNvSpPr/>
                <p:nvPr/>
              </p:nvSpPr>
              <p:spPr>
                <a:xfrm>
                  <a:off x="1176723" y="57598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" name="Oval 237">
                  <a:extLst>
                    <a:ext uri="{FF2B5EF4-FFF2-40B4-BE49-F238E27FC236}">
                      <a16:creationId xmlns:a16="http://schemas.microsoft.com/office/drawing/2014/main" id="{22FD354D-C3D0-BDA4-FC99-A4AACC25D4DF}"/>
                    </a:ext>
                  </a:extLst>
                </p:cNvPr>
                <p:cNvSpPr/>
                <p:nvPr/>
              </p:nvSpPr>
              <p:spPr>
                <a:xfrm>
                  <a:off x="2653862" y="623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" name="Oval 238">
                  <a:extLst>
                    <a:ext uri="{FF2B5EF4-FFF2-40B4-BE49-F238E27FC236}">
                      <a16:creationId xmlns:a16="http://schemas.microsoft.com/office/drawing/2014/main" id="{C2B92C75-3E7A-F497-9926-442D0744EA31}"/>
                    </a:ext>
                  </a:extLst>
                </p:cNvPr>
                <p:cNvSpPr/>
                <p:nvPr/>
              </p:nvSpPr>
              <p:spPr>
                <a:xfrm>
                  <a:off x="2245310" y="6663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0" name="Oval 239">
                  <a:extLst>
                    <a:ext uri="{FF2B5EF4-FFF2-40B4-BE49-F238E27FC236}">
                      <a16:creationId xmlns:a16="http://schemas.microsoft.com/office/drawing/2014/main" id="{4467AA0C-0054-96D6-E874-9A8AB4183E55}"/>
                    </a:ext>
                  </a:extLst>
                </p:cNvPr>
                <p:cNvSpPr/>
                <p:nvPr/>
              </p:nvSpPr>
              <p:spPr>
                <a:xfrm>
                  <a:off x="2446838" y="58169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id="{996F4D70-A99A-9B6A-99AD-0E5003110EAC}"/>
                    </a:ext>
                  </a:extLst>
                </p:cNvPr>
                <p:cNvSpPr/>
                <p:nvPr/>
              </p:nvSpPr>
              <p:spPr>
                <a:xfrm>
                  <a:off x="2094225" y="56892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id="{E537E5BC-2A92-D8DB-45B8-C79161DE9CE9}"/>
                    </a:ext>
                  </a:extLst>
                </p:cNvPr>
                <p:cNvSpPr/>
                <p:nvPr/>
              </p:nvSpPr>
              <p:spPr>
                <a:xfrm>
                  <a:off x="1541427" y="65418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" name="Oval 242">
                  <a:extLst>
                    <a:ext uri="{FF2B5EF4-FFF2-40B4-BE49-F238E27FC236}">
                      <a16:creationId xmlns:a16="http://schemas.microsoft.com/office/drawing/2014/main" id="{142BBA67-94E3-59BA-7F8C-DA93456E61E0}"/>
                    </a:ext>
                  </a:extLst>
                </p:cNvPr>
                <p:cNvSpPr/>
                <p:nvPr/>
              </p:nvSpPr>
              <p:spPr>
                <a:xfrm>
                  <a:off x="2240546" y="52135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" name="Oval 243">
                  <a:extLst>
                    <a:ext uri="{FF2B5EF4-FFF2-40B4-BE49-F238E27FC236}">
                      <a16:creationId xmlns:a16="http://schemas.microsoft.com/office/drawing/2014/main" id="{099DD715-514A-1522-96DB-2BEFEE8A2CED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" name="Oval 244">
                  <a:extLst>
                    <a:ext uri="{FF2B5EF4-FFF2-40B4-BE49-F238E27FC236}">
                      <a16:creationId xmlns:a16="http://schemas.microsoft.com/office/drawing/2014/main" id="{C30F18FB-C53B-5269-5EA1-A07B301FE7BE}"/>
                    </a:ext>
                  </a:extLst>
                </p:cNvPr>
                <p:cNvSpPr/>
                <p:nvPr/>
              </p:nvSpPr>
              <p:spPr>
                <a:xfrm>
                  <a:off x="3402569" y="51377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7062F7F0-0078-F902-1343-15050CE30624}"/>
                    </a:ext>
                  </a:extLst>
                </p:cNvPr>
                <p:cNvSpPr/>
                <p:nvPr/>
              </p:nvSpPr>
              <p:spPr>
                <a:xfrm>
                  <a:off x="3682021" y="49187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7" name="Oval 246">
                  <a:extLst>
                    <a:ext uri="{FF2B5EF4-FFF2-40B4-BE49-F238E27FC236}">
                      <a16:creationId xmlns:a16="http://schemas.microsoft.com/office/drawing/2014/main" id="{76B74B6B-C513-3FFC-9477-1CCBBE027810}"/>
                    </a:ext>
                  </a:extLst>
                </p:cNvPr>
                <p:cNvSpPr/>
                <p:nvPr/>
              </p:nvSpPr>
              <p:spPr>
                <a:xfrm>
                  <a:off x="3748587" y="48799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94C7038F-660E-7D88-F914-3653BEDD5356}"/>
                    </a:ext>
                  </a:extLst>
                </p:cNvPr>
                <p:cNvSpPr/>
                <p:nvPr/>
              </p:nvSpPr>
              <p:spPr>
                <a:xfrm>
                  <a:off x="3036032" y="55420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9" name="Oval 248">
                  <a:extLst>
                    <a:ext uri="{FF2B5EF4-FFF2-40B4-BE49-F238E27FC236}">
                      <a16:creationId xmlns:a16="http://schemas.microsoft.com/office/drawing/2014/main" id="{AC35F7E5-CE6A-EDB0-5DE8-DB2778355394}"/>
                    </a:ext>
                  </a:extLst>
                </p:cNvPr>
                <p:cNvSpPr/>
                <p:nvPr/>
              </p:nvSpPr>
              <p:spPr>
                <a:xfrm>
                  <a:off x="2685007" y="58860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0B928138-D977-B1DE-A0F9-EA918438D9DD}"/>
                    </a:ext>
                  </a:extLst>
                </p:cNvPr>
                <p:cNvSpPr/>
                <p:nvPr/>
              </p:nvSpPr>
              <p:spPr>
                <a:xfrm>
                  <a:off x="3249530" y="48282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1" name="Oval 250">
                  <a:extLst>
                    <a:ext uri="{FF2B5EF4-FFF2-40B4-BE49-F238E27FC236}">
                      <a16:creationId xmlns:a16="http://schemas.microsoft.com/office/drawing/2014/main" id="{1DADB3E1-B930-F2E4-A759-A3EC9FB6271E}"/>
                    </a:ext>
                  </a:extLst>
                </p:cNvPr>
                <p:cNvSpPr/>
                <p:nvPr/>
              </p:nvSpPr>
              <p:spPr>
                <a:xfrm>
                  <a:off x="3395730" y="47887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2" name="Oval 251">
                  <a:extLst>
                    <a:ext uri="{FF2B5EF4-FFF2-40B4-BE49-F238E27FC236}">
                      <a16:creationId xmlns:a16="http://schemas.microsoft.com/office/drawing/2014/main" id="{780B2F58-1D54-1521-B3FA-47E11778484C}"/>
                    </a:ext>
                  </a:extLst>
                </p:cNvPr>
                <p:cNvSpPr/>
                <p:nvPr/>
              </p:nvSpPr>
              <p:spPr>
                <a:xfrm>
                  <a:off x="2535754" y="56577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6B942E2B-A6E5-F880-6F3B-D71AF1BE16E1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F6C0E0D4-7191-DA3F-4EBB-F80AC7FFEDB4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F1D5C8D4-6347-EE4C-D68D-5778AB7C8266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" name="Oval 255">
                  <a:extLst>
                    <a:ext uri="{FF2B5EF4-FFF2-40B4-BE49-F238E27FC236}">
                      <a16:creationId xmlns:a16="http://schemas.microsoft.com/office/drawing/2014/main" id="{2C0C3F61-87C6-E4DF-2291-1223FBA1EB84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Oval 256">
                  <a:extLst>
                    <a:ext uri="{FF2B5EF4-FFF2-40B4-BE49-F238E27FC236}">
                      <a16:creationId xmlns:a16="http://schemas.microsoft.com/office/drawing/2014/main" id="{567A4DB3-AEC2-726B-18F2-9158C8EC1BB9}"/>
                    </a:ext>
                  </a:extLst>
                </p:cNvPr>
                <p:cNvSpPr/>
                <p:nvPr/>
              </p:nvSpPr>
              <p:spPr>
                <a:xfrm>
                  <a:off x="2333982" y="59551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" name="Oval 257">
                  <a:extLst>
                    <a:ext uri="{FF2B5EF4-FFF2-40B4-BE49-F238E27FC236}">
                      <a16:creationId xmlns:a16="http://schemas.microsoft.com/office/drawing/2014/main" id="{58653B7F-9625-62D6-41E7-B954B850435F}"/>
                    </a:ext>
                  </a:extLst>
                </p:cNvPr>
                <p:cNvSpPr/>
                <p:nvPr/>
              </p:nvSpPr>
              <p:spPr>
                <a:xfrm>
                  <a:off x="1956697" y="59624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" name="Oval 258">
                  <a:extLst>
                    <a:ext uri="{FF2B5EF4-FFF2-40B4-BE49-F238E27FC236}">
                      <a16:creationId xmlns:a16="http://schemas.microsoft.com/office/drawing/2014/main" id="{85784040-ABB7-85D5-6256-C6CF50241E1D}"/>
                    </a:ext>
                  </a:extLst>
                </p:cNvPr>
                <p:cNvSpPr/>
                <p:nvPr/>
              </p:nvSpPr>
              <p:spPr>
                <a:xfrm>
                  <a:off x="2575083" y="48197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840D0A54-2206-924E-8E54-24C294406817}"/>
                    </a:ext>
                  </a:extLst>
                </p:cNvPr>
                <p:cNvSpPr/>
                <p:nvPr/>
              </p:nvSpPr>
              <p:spPr>
                <a:xfrm>
                  <a:off x="1387900" y="60251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1" name="Oval 260">
                  <a:extLst>
                    <a:ext uri="{FF2B5EF4-FFF2-40B4-BE49-F238E27FC236}">
                      <a16:creationId xmlns:a16="http://schemas.microsoft.com/office/drawing/2014/main" id="{628BAC5D-85AE-3519-A170-0B75098D1DF3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2" name="Oval 261">
                  <a:extLst>
                    <a:ext uri="{FF2B5EF4-FFF2-40B4-BE49-F238E27FC236}">
                      <a16:creationId xmlns:a16="http://schemas.microsoft.com/office/drawing/2014/main" id="{818EE202-A7ED-6CE8-0890-80BE452F5EA1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BA91FFE8-7CE9-C86D-7D01-149EFCEFFE94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id="{B6489985-03E2-B169-573D-5F49C1EC8FFA}"/>
                    </a:ext>
                  </a:extLst>
                </p:cNvPr>
                <p:cNvSpPr/>
                <p:nvPr/>
              </p:nvSpPr>
              <p:spPr>
                <a:xfrm>
                  <a:off x="3465470" y="36784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5" name="Oval 264">
                  <a:extLst>
                    <a:ext uri="{FF2B5EF4-FFF2-40B4-BE49-F238E27FC236}">
                      <a16:creationId xmlns:a16="http://schemas.microsoft.com/office/drawing/2014/main" id="{CF1D3FDD-E0AF-3A63-29B3-5DD05D6FDACE}"/>
                    </a:ext>
                  </a:extLst>
                </p:cNvPr>
                <p:cNvSpPr/>
                <p:nvPr/>
              </p:nvSpPr>
              <p:spPr>
                <a:xfrm>
                  <a:off x="3311821" y="35297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" name="Oval 265">
                  <a:extLst>
                    <a:ext uri="{FF2B5EF4-FFF2-40B4-BE49-F238E27FC236}">
                      <a16:creationId xmlns:a16="http://schemas.microsoft.com/office/drawing/2014/main" id="{241200C3-4284-4580-5317-C6D9D6C94E98}"/>
                    </a:ext>
                  </a:extLst>
                </p:cNvPr>
                <p:cNvSpPr/>
                <p:nvPr/>
              </p:nvSpPr>
              <p:spPr>
                <a:xfrm>
                  <a:off x="3055208" y="36444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" name="Oval 266">
                  <a:extLst>
                    <a:ext uri="{FF2B5EF4-FFF2-40B4-BE49-F238E27FC236}">
                      <a16:creationId xmlns:a16="http://schemas.microsoft.com/office/drawing/2014/main" id="{D78C903F-E3BF-80A5-5314-C6AC55A6C8E5}"/>
                    </a:ext>
                  </a:extLst>
                </p:cNvPr>
                <p:cNvSpPr/>
                <p:nvPr/>
              </p:nvSpPr>
              <p:spPr>
                <a:xfrm>
                  <a:off x="3226080" y="36943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" name="Oval 267">
                  <a:extLst>
                    <a:ext uri="{FF2B5EF4-FFF2-40B4-BE49-F238E27FC236}">
                      <a16:creationId xmlns:a16="http://schemas.microsoft.com/office/drawing/2014/main" id="{41732915-6DE2-DEBB-7577-11591BA9D6F0}"/>
                    </a:ext>
                  </a:extLst>
                </p:cNvPr>
                <p:cNvSpPr/>
                <p:nvPr/>
              </p:nvSpPr>
              <p:spPr>
                <a:xfrm>
                  <a:off x="3553776" y="34450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6B111F06-4543-BC98-4A6F-B62A05C9D49C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73B75E5D-A6C0-DC61-7C97-0EB62E079473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083452BC-9530-4605-8BEF-49D999CD76B5}"/>
                    </a:ext>
                  </a:extLst>
                </p:cNvPr>
                <p:cNvSpPr/>
                <p:nvPr/>
              </p:nvSpPr>
              <p:spPr>
                <a:xfrm>
                  <a:off x="1654649" y="400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" name="Oval 271">
                  <a:extLst>
                    <a:ext uri="{FF2B5EF4-FFF2-40B4-BE49-F238E27FC236}">
                      <a16:creationId xmlns:a16="http://schemas.microsoft.com/office/drawing/2014/main" id="{3CCBBABC-B0D2-E3BF-7805-24BB600042F5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CB1D8BEB-8257-FD07-122D-829820AD5089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11B3351F-4AC9-5DA6-9A1A-36C0B554A7BF}"/>
                    </a:ext>
                  </a:extLst>
                </p:cNvPr>
                <p:cNvSpPr/>
                <p:nvPr/>
              </p:nvSpPr>
              <p:spPr>
                <a:xfrm>
                  <a:off x="4016436" y="402388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5" name="Oval 274">
                  <a:extLst>
                    <a:ext uri="{FF2B5EF4-FFF2-40B4-BE49-F238E27FC236}">
                      <a16:creationId xmlns:a16="http://schemas.microsoft.com/office/drawing/2014/main" id="{1B88E665-5467-5023-DFD4-EA961A3CBFA9}"/>
                    </a:ext>
                  </a:extLst>
                </p:cNvPr>
                <p:cNvSpPr/>
                <p:nvPr/>
              </p:nvSpPr>
              <p:spPr>
                <a:xfrm>
                  <a:off x="4478851" y="35708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6" name="Oval 275">
                  <a:extLst>
                    <a:ext uri="{FF2B5EF4-FFF2-40B4-BE49-F238E27FC236}">
                      <a16:creationId xmlns:a16="http://schemas.microsoft.com/office/drawing/2014/main" id="{6B22BF7B-4CEA-07F9-3967-7DDFC5294599}"/>
                    </a:ext>
                  </a:extLst>
                </p:cNvPr>
                <p:cNvSpPr/>
                <p:nvPr/>
              </p:nvSpPr>
              <p:spPr>
                <a:xfrm>
                  <a:off x="4321171" y="44638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3FAA1C98-5ADB-AC09-C071-ED1637C5781F}"/>
                    </a:ext>
                  </a:extLst>
                </p:cNvPr>
                <p:cNvSpPr/>
                <p:nvPr/>
              </p:nvSpPr>
              <p:spPr>
                <a:xfrm>
                  <a:off x="4122940" y="46688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95454DDC-5E4C-3A05-F913-49A633429365}"/>
                    </a:ext>
                  </a:extLst>
                </p:cNvPr>
                <p:cNvSpPr/>
                <p:nvPr/>
              </p:nvSpPr>
              <p:spPr>
                <a:xfrm>
                  <a:off x="3885626" y="48887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9" name="Oval 278">
                  <a:extLst>
                    <a:ext uri="{FF2B5EF4-FFF2-40B4-BE49-F238E27FC236}">
                      <a16:creationId xmlns:a16="http://schemas.microsoft.com/office/drawing/2014/main" id="{EECDFC06-C313-23EE-FF7C-1356E29035C3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" name="Oval 279">
                  <a:extLst>
                    <a:ext uri="{FF2B5EF4-FFF2-40B4-BE49-F238E27FC236}">
                      <a16:creationId xmlns:a16="http://schemas.microsoft.com/office/drawing/2014/main" id="{24EF30A9-FC45-968D-C7FF-9AB10E4FB996}"/>
                    </a:ext>
                  </a:extLst>
                </p:cNvPr>
                <p:cNvSpPr/>
                <p:nvPr/>
              </p:nvSpPr>
              <p:spPr>
                <a:xfrm>
                  <a:off x="3599456" y="55247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1" name="Oval 280">
                  <a:extLst>
                    <a:ext uri="{FF2B5EF4-FFF2-40B4-BE49-F238E27FC236}">
                      <a16:creationId xmlns:a16="http://schemas.microsoft.com/office/drawing/2014/main" id="{8D37DE42-4022-2227-11AC-F0880DE8A214}"/>
                    </a:ext>
                  </a:extLst>
                </p:cNvPr>
                <p:cNvSpPr/>
                <p:nvPr/>
              </p:nvSpPr>
              <p:spPr>
                <a:xfrm>
                  <a:off x="3326355" y="562646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7D686C77-C8FF-39CB-367E-EE03739BE5B8}"/>
                    </a:ext>
                  </a:extLst>
                </p:cNvPr>
                <p:cNvSpPr/>
                <p:nvPr/>
              </p:nvSpPr>
              <p:spPr>
                <a:xfrm>
                  <a:off x="3331729" y="5797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3" name="Oval 282">
                  <a:extLst>
                    <a:ext uri="{FF2B5EF4-FFF2-40B4-BE49-F238E27FC236}">
                      <a16:creationId xmlns:a16="http://schemas.microsoft.com/office/drawing/2014/main" id="{BD758941-192C-2A9F-F39D-A80455E65AEF}"/>
                    </a:ext>
                  </a:extLst>
                </p:cNvPr>
                <p:cNvSpPr/>
                <p:nvPr/>
              </p:nvSpPr>
              <p:spPr>
                <a:xfrm>
                  <a:off x="3038720" y="59338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4" name="Oval 283">
                  <a:extLst>
                    <a:ext uri="{FF2B5EF4-FFF2-40B4-BE49-F238E27FC236}">
                      <a16:creationId xmlns:a16="http://schemas.microsoft.com/office/drawing/2014/main" id="{9A93DC35-6F8F-83CC-9D7E-A57F48D2345D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id="{B1F683A2-B8A1-B8E2-DDBB-29A837E0B036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" name="Oval 285">
                  <a:extLst>
                    <a:ext uri="{FF2B5EF4-FFF2-40B4-BE49-F238E27FC236}">
                      <a16:creationId xmlns:a16="http://schemas.microsoft.com/office/drawing/2014/main" id="{23AF20EB-2A6E-4F52-B0CB-168B9A3E8E79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" name="Oval 286">
                  <a:extLst>
                    <a:ext uri="{FF2B5EF4-FFF2-40B4-BE49-F238E27FC236}">
                      <a16:creationId xmlns:a16="http://schemas.microsoft.com/office/drawing/2014/main" id="{D6D99647-77F6-1585-55FE-B1F59079541F}"/>
                    </a:ext>
                  </a:extLst>
                </p:cNvPr>
                <p:cNvSpPr/>
                <p:nvPr/>
              </p:nvSpPr>
              <p:spPr>
                <a:xfrm>
                  <a:off x="4440255" y="23336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9A29A46E-734C-0830-A630-97D9830A4EDD}"/>
                    </a:ext>
                  </a:extLst>
                </p:cNvPr>
                <p:cNvSpPr/>
                <p:nvPr/>
              </p:nvSpPr>
              <p:spPr>
                <a:xfrm>
                  <a:off x="4247033" y="21223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32163774-5C1D-86F8-FEE8-9318CF54E877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57007553-3EB3-876C-A01B-9C179888544B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117648A6-7350-5591-A3E2-FA8B72CAC7F4}"/>
                    </a:ext>
                  </a:extLst>
                </p:cNvPr>
                <p:cNvSpPr/>
                <p:nvPr/>
              </p:nvSpPr>
              <p:spPr>
                <a:xfrm>
                  <a:off x="3947916" y="18015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A0076915-E2D0-7557-BDE6-D9169FD5EA6A}"/>
                    </a:ext>
                  </a:extLst>
                </p:cNvPr>
                <p:cNvSpPr/>
                <p:nvPr/>
              </p:nvSpPr>
              <p:spPr>
                <a:xfrm>
                  <a:off x="3653685" y="14659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0D34FBD3-5094-11B0-50E1-657368202768}"/>
                    </a:ext>
                  </a:extLst>
                </p:cNvPr>
                <p:cNvSpPr/>
                <p:nvPr/>
              </p:nvSpPr>
              <p:spPr>
                <a:xfrm>
                  <a:off x="3903214" y="14523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5B65C581-96C2-E69F-8558-E0B1398C8EAD}"/>
                    </a:ext>
                  </a:extLst>
                </p:cNvPr>
                <p:cNvSpPr/>
                <p:nvPr/>
              </p:nvSpPr>
              <p:spPr>
                <a:xfrm>
                  <a:off x="3717686" y="124280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id="{E26B8C5B-7FE9-0B3B-863D-F8D0873FB5B5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A67EBDE3-9183-BF1A-4A38-2A36E3353FB4}"/>
                    </a:ext>
                  </a:extLst>
                </p:cNvPr>
                <p:cNvSpPr/>
                <p:nvPr/>
              </p:nvSpPr>
              <p:spPr>
                <a:xfrm>
                  <a:off x="2800428" y="688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2342CC96-7C7C-94C2-715F-22CE1451988E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34318F7A-FFE8-4A67-3F96-376FB8AE31DF}"/>
                    </a:ext>
                  </a:extLst>
                </p:cNvPr>
                <p:cNvSpPr/>
                <p:nvPr/>
              </p:nvSpPr>
              <p:spPr>
                <a:xfrm>
                  <a:off x="1843109" y="41531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id="{C58B2766-E427-EA81-9ACC-980D820E0231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A6BE67C1-2FC2-66A2-823F-1847E9C88281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1" name="Oval 300">
                  <a:extLst>
                    <a:ext uri="{FF2B5EF4-FFF2-40B4-BE49-F238E27FC236}">
                      <a16:creationId xmlns:a16="http://schemas.microsoft.com/office/drawing/2014/main" id="{D6A97206-1FC8-49BD-6919-6EB083CB0F30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E105958E-B01F-718B-84ED-E8AA14E00885}"/>
                    </a:ext>
                  </a:extLst>
                </p:cNvPr>
                <p:cNvSpPr/>
                <p:nvPr/>
              </p:nvSpPr>
              <p:spPr>
                <a:xfrm>
                  <a:off x="80166" y="7160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3" name="Oval 302">
                  <a:extLst>
                    <a:ext uri="{FF2B5EF4-FFF2-40B4-BE49-F238E27FC236}">
                      <a16:creationId xmlns:a16="http://schemas.microsoft.com/office/drawing/2014/main" id="{CAEA87BA-5169-A5EF-B141-DBC4FB880B34}"/>
                    </a:ext>
                  </a:extLst>
                </p:cNvPr>
                <p:cNvSpPr/>
                <p:nvPr/>
              </p:nvSpPr>
              <p:spPr>
                <a:xfrm>
                  <a:off x="397237" y="5543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10E86BD5-54A0-BD94-4C1F-7EE6E0FCB17C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795EE89E-27E8-16FD-92BA-BBF09B0836EA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801EAD0D-3E44-0125-2670-488CB507BF42}"/>
                    </a:ext>
                  </a:extLst>
                </p:cNvPr>
                <p:cNvSpPr/>
                <p:nvPr/>
              </p:nvSpPr>
              <p:spPr>
                <a:xfrm>
                  <a:off x="-315927" y="11222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id="{273067F0-E7BD-6B1A-B3D4-A7B68FC4D5C4}"/>
                    </a:ext>
                  </a:extLst>
                </p:cNvPr>
                <p:cNvSpPr/>
                <p:nvPr/>
              </p:nvSpPr>
              <p:spPr>
                <a:xfrm>
                  <a:off x="-625059" y="14374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8" name="Oval 307">
                  <a:extLst>
                    <a:ext uri="{FF2B5EF4-FFF2-40B4-BE49-F238E27FC236}">
                      <a16:creationId xmlns:a16="http://schemas.microsoft.com/office/drawing/2014/main" id="{C1632DE7-30BA-D499-146D-58C326D678F0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9" name="Oval 308">
                  <a:extLst>
                    <a:ext uri="{FF2B5EF4-FFF2-40B4-BE49-F238E27FC236}">
                      <a16:creationId xmlns:a16="http://schemas.microsoft.com/office/drawing/2014/main" id="{1021EC19-A3CE-9A9B-D172-B87A01670C2D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" name="Oval 309">
                  <a:extLst>
                    <a:ext uri="{FF2B5EF4-FFF2-40B4-BE49-F238E27FC236}">
                      <a16:creationId xmlns:a16="http://schemas.microsoft.com/office/drawing/2014/main" id="{61DE8D16-7B0A-0EB2-2BB5-1615F439A672}"/>
                    </a:ext>
                  </a:extLst>
                </p:cNvPr>
                <p:cNvSpPr/>
                <p:nvPr/>
              </p:nvSpPr>
              <p:spPr>
                <a:xfrm>
                  <a:off x="-1300728" y="23499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1" name="Oval 310">
                  <a:extLst>
                    <a:ext uri="{FF2B5EF4-FFF2-40B4-BE49-F238E27FC236}">
                      <a16:creationId xmlns:a16="http://schemas.microsoft.com/office/drawing/2014/main" id="{B363D37C-6768-FEA6-B3ED-4DF3D9DD7E68}"/>
                    </a:ext>
                  </a:extLst>
                </p:cNvPr>
                <p:cNvSpPr/>
                <p:nvPr/>
              </p:nvSpPr>
              <p:spPr>
                <a:xfrm>
                  <a:off x="-1308911" y="28060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2" name="Oval 311">
                  <a:extLst>
                    <a:ext uri="{FF2B5EF4-FFF2-40B4-BE49-F238E27FC236}">
                      <a16:creationId xmlns:a16="http://schemas.microsoft.com/office/drawing/2014/main" id="{9E035982-BCA4-0469-64D8-71E85B92B52A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BFEF27C2-8071-F4A7-9E38-8C7F7D3FEF1C}"/>
                    </a:ext>
                  </a:extLst>
                </p:cNvPr>
                <p:cNvSpPr/>
                <p:nvPr/>
              </p:nvSpPr>
              <p:spPr>
                <a:xfrm>
                  <a:off x="-1428240" y="34971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14" name="Graphic 5">
                <a:extLst>
                  <a:ext uri="{FF2B5EF4-FFF2-40B4-BE49-F238E27FC236}">
                    <a16:creationId xmlns:a16="http://schemas.microsoft.com/office/drawing/2014/main" id="{C7A61C3A-143F-A978-3264-B8371B8E11AB}"/>
                  </a:ext>
                </a:extLst>
              </p:cNvPr>
              <p:cNvGrpSpPr/>
              <p:nvPr/>
            </p:nvGrpSpPr>
            <p:grpSpPr>
              <a:xfrm>
                <a:off x="2454166" y="6616881"/>
                <a:ext cx="622049" cy="678599"/>
                <a:chOff x="2454166" y="6616881"/>
                <a:chExt cx="622049" cy="678599"/>
              </a:xfrm>
              <a:solidFill>
                <a:srgbClr val="01253E"/>
              </a:solidFill>
            </p:grpSpPr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E328FA93-3AF1-22E7-C4E8-3EEAF0E79D65}"/>
                    </a:ext>
                  </a:extLst>
                </p:cNvPr>
                <p:cNvSpPr/>
                <p:nvPr/>
              </p:nvSpPr>
              <p:spPr>
                <a:xfrm>
                  <a:off x="2454166" y="67978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id="{ABCF525C-0C34-5750-F277-8A440164BF64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30AD0336-202A-F1AC-5BE9-633223873F16}"/>
                    </a:ext>
                  </a:extLst>
                </p:cNvPr>
                <p:cNvSpPr/>
                <p:nvPr/>
              </p:nvSpPr>
              <p:spPr>
                <a:xfrm>
                  <a:off x="2689649" y="70635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DCD4229F-03EE-D237-309E-6F9DE1E437F4}"/>
                    </a:ext>
                  </a:extLst>
                </p:cNvPr>
                <p:cNvSpPr/>
                <p:nvPr/>
              </p:nvSpPr>
              <p:spPr>
                <a:xfrm>
                  <a:off x="2749496" y="7182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CFC71463-39D5-B464-6473-B69EBD0971DF}"/>
                    </a:ext>
                  </a:extLst>
                </p:cNvPr>
                <p:cNvSpPr/>
                <p:nvPr/>
              </p:nvSpPr>
              <p:spPr>
                <a:xfrm>
                  <a:off x="2854291" y="72659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B642E43A-FDEF-3B73-CC21-140B0CB41FF3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id="{9145F90D-452B-F472-2D6D-29D87ED69675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22" name="Graphic 5">
              <a:extLst>
                <a:ext uri="{FF2B5EF4-FFF2-40B4-BE49-F238E27FC236}">
                  <a16:creationId xmlns:a16="http://schemas.microsoft.com/office/drawing/2014/main" id="{796BC960-A25F-02A9-6A85-9AD7C00DE13F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</p:grpSpPr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69AE6954-CD80-621F-7B9E-EAE180C008B6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1CC1121A-4A91-2B50-C6D8-5FCAFD8421D9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25" name="Graphic 5">
                <a:extLst>
                  <a:ext uri="{FF2B5EF4-FFF2-40B4-BE49-F238E27FC236}">
                    <a16:creationId xmlns:a16="http://schemas.microsoft.com/office/drawing/2014/main" id="{CE7C9EBF-DE9C-AB04-1ACB-14D71014D121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14" cy="7546636"/>
                <a:chOff x="-1544393" y="356077"/>
                <a:chExt cx="6108214" cy="7546636"/>
              </a:xfrm>
            </p:grpSpPr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0EA5B963-F5A3-AE5E-D6C0-239F59D7FC84}"/>
                    </a:ext>
                  </a:extLst>
                </p:cNvPr>
                <p:cNvSpPr/>
                <p:nvPr/>
              </p:nvSpPr>
              <p:spPr>
                <a:xfrm>
                  <a:off x="-680876" y="33447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5F91194E-4BAF-DDE7-A6B9-9EE9185CE107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3A4A3207-03FA-C802-C49B-AA57D535F40A}"/>
                    </a:ext>
                  </a:extLst>
                </p:cNvPr>
                <p:cNvSpPr/>
                <p:nvPr/>
              </p:nvSpPr>
              <p:spPr>
                <a:xfrm>
                  <a:off x="-95468" y="35805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9" name="Oval 328">
                  <a:extLst>
                    <a:ext uri="{FF2B5EF4-FFF2-40B4-BE49-F238E27FC236}">
                      <a16:creationId xmlns:a16="http://schemas.microsoft.com/office/drawing/2014/main" id="{8533BC5B-CB4B-8897-4B19-9EE61C34C537}"/>
                    </a:ext>
                  </a:extLst>
                </p:cNvPr>
                <p:cNvSpPr/>
                <p:nvPr/>
              </p:nvSpPr>
              <p:spPr>
                <a:xfrm>
                  <a:off x="-318004" y="3918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0" name="Oval 329">
                  <a:extLst>
                    <a:ext uri="{FF2B5EF4-FFF2-40B4-BE49-F238E27FC236}">
                      <a16:creationId xmlns:a16="http://schemas.microsoft.com/office/drawing/2014/main" id="{835A0BC6-E5E7-E5AA-D435-72AC6BFB29F0}"/>
                    </a:ext>
                  </a:extLst>
                </p:cNvPr>
                <p:cNvSpPr/>
                <p:nvPr/>
              </p:nvSpPr>
              <p:spPr>
                <a:xfrm>
                  <a:off x="-352935" y="37378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1" name="Oval 330">
                  <a:extLst>
                    <a:ext uri="{FF2B5EF4-FFF2-40B4-BE49-F238E27FC236}">
                      <a16:creationId xmlns:a16="http://schemas.microsoft.com/office/drawing/2014/main" id="{26A8A15D-456F-3BB3-D097-A50F3E303619}"/>
                    </a:ext>
                  </a:extLst>
                </p:cNvPr>
                <p:cNvSpPr/>
                <p:nvPr/>
              </p:nvSpPr>
              <p:spPr>
                <a:xfrm>
                  <a:off x="299038" y="395133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" name="Oval 331">
                  <a:extLst>
                    <a:ext uri="{FF2B5EF4-FFF2-40B4-BE49-F238E27FC236}">
                      <a16:creationId xmlns:a16="http://schemas.microsoft.com/office/drawing/2014/main" id="{CB6EC2EC-291E-6B6C-90CF-90A60D293122}"/>
                    </a:ext>
                  </a:extLst>
                </p:cNvPr>
                <p:cNvSpPr/>
                <p:nvPr/>
              </p:nvSpPr>
              <p:spPr>
                <a:xfrm>
                  <a:off x="-67620" y="422321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5F5DF2EB-B75C-94BB-645D-9A8ACC738371}"/>
                    </a:ext>
                  </a:extLst>
                </p:cNvPr>
                <p:cNvSpPr/>
                <p:nvPr/>
              </p:nvSpPr>
              <p:spPr>
                <a:xfrm>
                  <a:off x="-173270" y="37412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C25DE1DA-3415-7D57-AB77-D73AB8C7321D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5" name="Oval 334">
                  <a:extLst>
                    <a:ext uri="{FF2B5EF4-FFF2-40B4-BE49-F238E27FC236}">
                      <a16:creationId xmlns:a16="http://schemas.microsoft.com/office/drawing/2014/main" id="{B22F971A-D1AA-80F0-FA12-52A9BE6FF04D}"/>
                    </a:ext>
                  </a:extLst>
                </p:cNvPr>
                <p:cNvSpPr/>
                <p:nvPr/>
              </p:nvSpPr>
              <p:spPr>
                <a:xfrm>
                  <a:off x="-950680" y="38622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B160B82B-4A21-16D3-2F83-EE6F32079C79}"/>
                    </a:ext>
                  </a:extLst>
                </p:cNvPr>
                <p:cNvSpPr/>
                <p:nvPr/>
              </p:nvSpPr>
              <p:spPr>
                <a:xfrm>
                  <a:off x="-1097245" y="38439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734B0939-8DD9-6FA7-432C-2950E2518890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CD902A04-A11F-F9A6-69C9-A239C842E92D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CC8BAE80-F6B4-0AAB-848D-789DF9CC836E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D0A3906D-7F8B-572F-1CA9-187AA682211A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28C6A784-CFA0-9F15-255D-B5DFE1EFCA8D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2" name="Oval 341">
                  <a:extLst>
                    <a:ext uri="{FF2B5EF4-FFF2-40B4-BE49-F238E27FC236}">
                      <a16:creationId xmlns:a16="http://schemas.microsoft.com/office/drawing/2014/main" id="{0680DE8B-38E5-FA8F-E666-4727F5314283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3" name="Oval 342">
                  <a:extLst>
                    <a:ext uri="{FF2B5EF4-FFF2-40B4-BE49-F238E27FC236}">
                      <a16:creationId xmlns:a16="http://schemas.microsoft.com/office/drawing/2014/main" id="{A1F84382-6065-4AB0-7C25-1CFECC073548}"/>
                    </a:ext>
                  </a:extLst>
                </p:cNvPr>
                <p:cNvSpPr/>
                <p:nvPr/>
              </p:nvSpPr>
              <p:spPr>
                <a:xfrm>
                  <a:off x="-433302" y="49350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4" name="Oval 343">
                  <a:extLst>
                    <a:ext uri="{FF2B5EF4-FFF2-40B4-BE49-F238E27FC236}">
                      <a16:creationId xmlns:a16="http://schemas.microsoft.com/office/drawing/2014/main" id="{287E30D1-20DF-F8E0-2FA8-0F2EA3E8C014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id="{4426A419-5222-00BA-B8D7-B895D6C3E23F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6" name="Oval 345">
                  <a:extLst>
                    <a:ext uri="{FF2B5EF4-FFF2-40B4-BE49-F238E27FC236}">
                      <a16:creationId xmlns:a16="http://schemas.microsoft.com/office/drawing/2014/main" id="{43C8B240-8AEE-A6BB-FC51-5C0E53D24C97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9439C802-526D-9C10-89DE-16A0B36BA831}"/>
                    </a:ext>
                  </a:extLst>
                </p:cNvPr>
                <p:cNvSpPr/>
                <p:nvPr/>
              </p:nvSpPr>
              <p:spPr>
                <a:xfrm>
                  <a:off x="740934" y="562060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97AA9E3C-98A8-2411-328A-90E4C5AC9C6D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" name="Oval 348">
                  <a:extLst>
                    <a:ext uri="{FF2B5EF4-FFF2-40B4-BE49-F238E27FC236}">
                      <a16:creationId xmlns:a16="http://schemas.microsoft.com/office/drawing/2014/main" id="{B155DB2D-AD5A-28C9-7215-25681FF00426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id="{8C285E2E-562B-2558-D7BE-8283316F979E}"/>
                    </a:ext>
                  </a:extLst>
                </p:cNvPr>
                <p:cNvSpPr/>
                <p:nvPr/>
              </p:nvSpPr>
              <p:spPr>
                <a:xfrm>
                  <a:off x="-19620" y="53509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" name="Oval 350">
                  <a:extLst>
                    <a:ext uri="{FF2B5EF4-FFF2-40B4-BE49-F238E27FC236}">
                      <a16:creationId xmlns:a16="http://schemas.microsoft.com/office/drawing/2014/main" id="{4ACD5FA9-CE7A-8D0B-2D9E-57081919EB70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" name="Oval 351">
                  <a:extLst>
                    <a:ext uri="{FF2B5EF4-FFF2-40B4-BE49-F238E27FC236}">
                      <a16:creationId xmlns:a16="http://schemas.microsoft.com/office/drawing/2014/main" id="{CAC7BE24-471B-9CBB-810B-AF4050853D40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3" name="Oval 352">
                  <a:extLst>
                    <a:ext uri="{FF2B5EF4-FFF2-40B4-BE49-F238E27FC236}">
                      <a16:creationId xmlns:a16="http://schemas.microsoft.com/office/drawing/2014/main" id="{1A7A1BFA-65B6-F470-D135-C448A3F6C74F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3F38C49A-A988-E927-1A69-A4F334812ADA}"/>
                    </a:ext>
                  </a:extLst>
                </p:cNvPr>
                <p:cNvSpPr/>
                <p:nvPr/>
              </p:nvSpPr>
              <p:spPr>
                <a:xfrm>
                  <a:off x="-757823" y="5078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5" name="Oval 354">
                  <a:extLst>
                    <a:ext uri="{FF2B5EF4-FFF2-40B4-BE49-F238E27FC236}">
                      <a16:creationId xmlns:a16="http://schemas.microsoft.com/office/drawing/2014/main" id="{8BA179C1-473F-E6EE-804F-5A1E1B765BDE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D6D88F08-E727-1D69-7E39-E43EDEAB30C1}"/>
                    </a:ext>
                  </a:extLst>
                </p:cNvPr>
                <p:cNvSpPr/>
                <p:nvPr/>
              </p:nvSpPr>
              <p:spPr>
                <a:xfrm>
                  <a:off x="-1158925" y="43341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CDFFE36C-D439-8787-0933-74406EC45AD2}"/>
                    </a:ext>
                  </a:extLst>
                </p:cNvPr>
                <p:cNvSpPr/>
                <p:nvPr/>
              </p:nvSpPr>
              <p:spPr>
                <a:xfrm>
                  <a:off x="-733029" y="52836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" name="Oval 357">
                  <a:extLst>
                    <a:ext uri="{FF2B5EF4-FFF2-40B4-BE49-F238E27FC236}">
                      <a16:creationId xmlns:a16="http://schemas.microsoft.com/office/drawing/2014/main" id="{0E669835-0617-8BA8-7F48-50920884ED78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" name="Oval 358">
                  <a:extLst>
                    <a:ext uri="{FF2B5EF4-FFF2-40B4-BE49-F238E27FC236}">
                      <a16:creationId xmlns:a16="http://schemas.microsoft.com/office/drawing/2014/main" id="{390128BD-6C3C-CDBC-482A-50E92608D3A8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0" name="Oval 359">
                  <a:extLst>
                    <a:ext uri="{FF2B5EF4-FFF2-40B4-BE49-F238E27FC236}">
                      <a16:creationId xmlns:a16="http://schemas.microsoft.com/office/drawing/2014/main" id="{20D39FEB-8258-2654-F2B1-38FF814C1B62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3337146C-6B3F-499C-4A07-93CBC575EB03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2" name="Oval 361">
                  <a:extLst>
                    <a:ext uri="{FF2B5EF4-FFF2-40B4-BE49-F238E27FC236}">
                      <a16:creationId xmlns:a16="http://schemas.microsoft.com/office/drawing/2014/main" id="{6763395C-92D7-F4B6-6632-8101018140A2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29019510-C094-D1CD-3A07-B7B414C08CDD}"/>
                    </a:ext>
                  </a:extLst>
                </p:cNvPr>
                <p:cNvSpPr/>
                <p:nvPr/>
              </p:nvSpPr>
              <p:spPr>
                <a:xfrm>
                  <a:off x="919988" y="65150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4" name="Oval 363">
                  <a:extLst>
                    <a:ext uri="{FF2B5EF4-FFF2-40B4-BE49-F238E27FC236}">
                      <a16:creationId xmlns:a16="http://schemas.microsoft.com/office/drawing/2014/main" id="{D7DE1844-CCCB-71F2-9A8F-10B5F23C99E0}"/>
                    </a:ext>
                  </a:extLst>
                </p:cNvPr>
                <p:cNvSpPr/>
                <p:nvPr/>
              </p:nvSpPr>
              <p:spPr>
                <a:xfrm>
                  <a:off x="451710" y="61871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5" name="Oval 364">
                  <a:extLst>
                    <a:ext uri="{FF2B5EF4-FFF2-40B4-BE49-F238E27FC236}">
                      <a16:creationId xmlns:a16="http://schemas.microsoft.com/office/drawing/2014/main" id="{4BF009FE-78F1-3359-CB42-566D4BB36476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9407A2C8-E052-33C2-06F5-7A2CAF04A049}"/>
                    </a:ext>
                  </a:extLst>
                </p:cNvPr>
                <p:cNvSpPr/>
                <p:nvPr/>
              </p:nvSpPr>
              <p:spPr>
                <a:xfrm>
                  <a:off x="120960" y="61771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65445E0F-60CD-2164-0F33-062EBCB4A8F1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A5A66BAD-CCE4-3202-A1BD-A162310904A1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8A693A14-3970-38C7-E3EE-EA3179C349ED}"/>
                    </a:ext>
                  </a:extLst>
                </p:cNvPr>
                <p:cNvSpPr/>
                <p:nvPr/>
              </p:nvSpPr>
              <p:spPr>
                <a:xfrm>
                  <a:off x="-248385" y="542346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" name="Oval 369">
                  <a:extLst>
                    <a:ext uri="{FF2B5EF4-FFF2-40B4-BE49-F238E27FC236}">
                      <a16:creationId xmlns:a16="http://schemas.microsoft.com/office/drawing/2014/main" id="{40F615A8-C904-367E-EAF9-DE93B894A0B8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2375CE20-A62A-AE85-893D-B05E3A8953DB}"/>
                    </a:ext>
                  </a:extLst>
                </p:cNvPr>
                <p:cNvSpPr/>
                <p:nvPr/>
              </p:nvSpPr>
              <p:spPr>
                <a:xfrm>
                  <a:off x="-293454" y="563574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2" name="Oval 371">
                  <a:extLst>
                    <a:ext uri="{FF2B5EF4-FFF2-40B4-BE49-F238E27FC236}">
                      <a16:creationId xmlns:a16="http://schemas.microsoft.com/office/drawing/2014/main" id="{2AC1EBD7-BC9E-1516-D9F9-547D505307BB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1585A940-583E-E315-1D7B-389DE5B45030}"/>
                    </a:ext>
                  </a:extLst>
                </p:cNvPr>
                <p:cNvSpPr/>
                <p:nvPr/>
              </p:nvSpPr>
              <p:spPr>
                <a:xfrm>
                  <a:off x="407130" y="38624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4" name="Oval 373">
                  <a:extLst>
                    <a:ext uri="{FF2B5EF4-FFF2-40B4-BE49-F238E27FC236}">
                      <a16:creationId xmlns:a16="http://schemas.microsoft.com/office/drawing/2014/main" id="{104DBCB0-9E4A-3CF0-A37B-55CACC61CD7D}"/>
                    </a:ext>
                  </a:extLst>
                </p:cNvPr>
                <p:cNvSpPr/>
                <p:nvPr/>
              </p:nvSpPr>
              <p:spPr>
                <a:xfrm>
                  <a:off x="583742" y="3570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4C7FD5E7-A00F-1F1C-3DC1-6FC9A177ADD8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6" name="Oval 375">
                  <a:extLst>
                    <a:ext uri="{FF2B5EF4-FFF2-40B4-BE49-F238E27FC236}">
                      <a16:creationId xmlns:a16="http://schemas.microsoft.com/office/drawing/2014/main" id="{0759C4CD-71A4-0CCE-C472-9350312FB8DA}"/>
                    </a:ext>
                  </a:extLst>
                </p:cNvPr>
                <p:cNvSpPr/>
                <p:nvPr/>
              </p:nvSpPr>
              <p:spPr>
                <a:xfrm>
                  <a:off x="562856" y="36842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4CC2D0E4-3D1A-C3B9-2A67-D6ADD010C995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0A06231D-F095-8ED7-4B36-7DB76108F985}"/>
                    </a:ext>
                  </a:extLst>
                </p:cNvPr>
                <p:cNvSpPr/>
                <p:nvPr/>
              </p:nvSpPr>
              <p:spPr>
                <a:xfrm>
                  <a:off x="988874" y="38108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07D7B947-7F05-8F24-D0BA-5B041BB12CB0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" name="Oval 379">
                  <a:extLst>
                    <a:ext uri="{FF2B5EF4-FFF2-40B4-BE49-F238E27FC236}">
                      <a16:creationId xmlns:a16="http://schemas.microsoft.com/office/drawing/2014/main" id="{0278C9AE-749A-5B51-EB54-6C6A68426F94}"/>
                    </a:ext>
                  </a:extLst>
                </p:cNvPr>
                <p:cNvSpPr/>
                <p:nvPr/>
              </p:nvSpPr>
              <p:spPr>
                <a:xfrm>
                  <a:off x="263007" y="34781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" name="Oval 380">
                  <a:extLst>
                    <a:ext uri="{FF2B5EF4-FFF2-40B4-BE49-F238E27FC236}">
                      <a16:creationId xmlns:a16="http://schemas.microsoft.com/office/drawing/2014/main" id="{04CD4023-FE1D-BB3A-D06C-C38B741E559C}"/>
                    </a:ext>
                  </a:extLst>
                </p:cNvPr>
                <p:cNvSpPr/>
                <p:nvPr/>
              </p:nvSpPr>
              <p:spPr>
                <a:xfrm>
                  <a:off x="-224812" y="40828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2" name="Oval 381">
                  <a:extLst>
                    <a:ext uri="{FF2B5EF4-FFF2-40B4-BE49-F238E27FC236}">
                      <a16:creationId xmlns:a16="http://schemas.microsoft.com/office/drawing/2014/main" id="{30C168F3-2291-06F7-0C8C-F16695FE66C4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3" name="Oval 382">
                  <a:extLst>
                    <a:ext uri="{FF2B5EF4-FFF2-40B4-BE49-F238E27FC236}">
                      <a16:creationId xmlns:a16="http://schemas.microsoft.com/office/drawing/2014/main" id="{2B98240D-8DC2-72F1-C636-728AA816DFB2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BF722287-67BD-BDD7-3184-FFE940FE47AA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5" name="Oval 384">
                  <a:extLst>
                    <a:ext uri="{FF2B5EF4-FFF2-40B4-BE49-F238E27FC236}">
                      <a16:creationId xmlns:a16="http://schemas.microsoft.com/office/drawing/2014/main" id="{048D184A-0EE6-95F9-8D9F-9E5955582340}"/>
                    </a:ext>
                  </a:extLst>
                </p:cNvPr>
                <p:cNvSpPr/>
                <p:nvPr/>
              </p:nvSpPr>
              <p:spPr>
                <a:xfrm>
                  <a:off x="1301304" y="48470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C2A184A8-23CA-23E5-03F2-F0FEB04F61DE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7" name="Oval 386">
                  <a:extLst>
                    <a:ext uri="{FF2B5EF4-FFF2-40B4-BE49-F238E27FC236}">
                      <a16:creationId xmlns:a16="http://schemas.microsoft.com/office/drawing/2014/main" id="{B96D998A-684E-38FB-87E1-7A74BFDE0F25}"/>
                    </a:ext>
                  </a:extLst>
                </p:cNvPr>
                <p:cNvSpPr/>
                <p:nvPr/>
              </p:nvSpPr>
              <p:spPr>
                <a:xfrm>
                  <a:off x="2650931" y="47283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304ADA4C-37EB-F7B3-6231-39D56B658046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2CBC7A2E-10D7-FE74-A8F1-CB8208A25BA6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4CD942CF-5D5D-39DB-C73A-5D932D0E9FF3}"/>
                    </a:ext>
                  </a:extLst>
                </p:cNvPr>
                <p:cNvSpPr/>
                <p:nvPr/>
              </p:nvSpPr>
              <p:spPr>
                <a:xfrm>
                  <a:off x="2209890" y="40966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152CF287-08DA-D2E3-4B30-A2E42A00E012}"/>
                    </a:ext>
                  </a:extLst>
                </p:cNvPr>
                <p:cNvSpPr/>
                <p:nvPr/>
              </p:nvSpPr>
              <p:spPr>
                <a:xfrm>
                  <a:off x="2749863" y="3796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" name="Oval 391">
                  <a:extLst>
                    <a:ext uri="{FF2B5EF4-FFF2-40B4-BE49-F238E27FC236}">
                      <a16:creationId xmlns:a16="http://schemas.microsoft.com/office/drawing/2014/main" id="{7BE27ACD-700C-EF18-C6EF-88B78FAFA0E8}"/>
                    </a:ext>
                  </a:extLst>
                </p:cNvPr>
                <p:cNvSpPr/>
                <p:nvPr/>
              </p:nvSpPr>
              <p:spPr>
                <a:xfrm>
                  <a:off x="2038041" y="4342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" name="Oval 392">
                  <a:extLst>
                    <a:ext uri="{FF2B5EF4-FFF2-40B4-BE49-F238E27FC236}">
                      <a16:creationId xmlns:a16="http://schemas.microsoft.com/office/drawing/2014/main" id="{FC0F79F1-619E-9D2E-B0EA-7D176A4633B9}"/>
                    </a:ext>
                  </a:extLst>
                </p:cNvPr>
                <p:cNvSpPr/>
                <p:nvPr/>
              </p:nvSpPr>
              <p:spPr>
                <a:xfrm>
                  <a:off x="2441952" y="3503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" name="Oval 393">
                  <a:extLst>
                    <a:ext uri="{FF2B5EF4-FFF2-40B4-BE49-F238E27FC236}">
                      <a16:creationId xmlns:a16="http://schemas.microsoft.com/office/drawing/2014/main" id="{1BC99CAE-3DB0-A1AA-FD1E-CC6B3930E9D5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6FDD610D-F635-3AC9-6A39-BD48008A38B5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6" name="Oval 395">
                  <a:extLst>
                    <a:ext uri="{FF2B5EF4-FFF2-40B4-BE49-F238E27FC236}">
                      <a16:creationId xmlns:a16="http://schemas.microsoft.com/office/drawing/2014/main" id="{14ED412E-07AC-EBE9-E8A5-0DF91F08DB82}"/>
                    </a:ext>
                  </a:extLst>
                </p:cNvPr>
                <p:cNvSpPr/>
                <p:nvPr/>
              </p:nvSpPr>
              <p:spPr>
                <a:xfrm>
                  <a:off x="2087874" y="5131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F9169B8F-9E53-B94D-CD01-C007D8014889}"/>
                    </a:ext>
                  </a:extLst>
                </p:cNvPr>
                <p:cNvSpPr/>
                <p:nvPr/>
              </p:nvSpPr>
              <p:spPr>
                <a:xfrm>
                  <a:off x="2898383" y="463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8" name="Oval 397">
                  <a:extLst>
                    <a:ext uri="{FF2B5EF4-FFF2-40B4-BE49-F238E27FC236}">
                      <a16:creationId xmlns:a16="http://schemas.microsoft.com/office/drawing/2014/main" id="{695EF588-A4C6-9302-4F76-0A512571CD4A}"/>
                    </a:ext>
                  </a:extLst>
                </p:cNvPr>
                <p:cNvSpPr/>
                <p:nvPr/>
              </p:nvSpPr>
              <p:spPr>
                <a:xfrm>
                  <a:off x="2202073" y="5489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" name="Oval 398">
                  <a:extLst>
                    <a:ext uri="{FF2B5EF4-FFF2-40B4-BE49-F238E27FC236}">
                      <a16:creationId xmlns:a16="http://schemas.microsoft.com/office/drawing/2014/main" id="{74B5C61D-24E5-570A-FA54-C27BE992677F}"/>
                    </a:ext>
                  </a:extLst>
                </p:cNvPr>
                <p:cNvSpPr/>
                <p:nvPr/>
              </p:nvSpPr>
              <p:spPr>
                <a:xfrm>
                  <a:off x="1847994" y="43970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" name="Oval 399">
                  <a:extLst>
                    <a:ext uri="{FF2B5EF4-FFF2-40B4-BE49-F238E27FC236}">
                      <a16:creationId xmlns:a16="http://schemas.microsoft.com/office/drawing/2014/main" id="{05218A8C-2CDD-47A8-3945-5CCB72AC8D28}"/>
                    </a:ext>
                  </a:extLst>
                </p:cNvPr>
                <p:cNvSpPr/>
                <p:nvPr/>
              </p:nvSpPr>
              <p:spPr>
                <a:xfrm>
                  <a:off x="1679810" y="49976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1" name="Oval 400">
                  <a:extLst>
                    <a:ext uri="{FF2B5EF4-FFF2-40B4-BE49-F238E27FC236}">
                      <a16:creationId xmlns:a16="http://schemas.microsoft.com/office/drawing/2014/main" id="{648B348C-AAFE-DDB4-6BE0-692FC0CDF41B}"/>
                    </a:ext>
                  </a:extLst>
                </p:cNvPr>
                <p:cNvSpPr/>
                <p:nvPr/>
              </p:nvSpPr>
              <p:spPr>
                <a:xfrm>
                  <a:off x="1232418" y="53097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2" name="Oval 401">
                  <a:extLst>
                    <a:ext uri="{FF2B5EF4-FFF2-40B4-BE49-F238E27FC236}">
                      <a16:creationId xmlns:a16="http://schemas.microsoft.com/office/drawing/2014/main" id="{E19F5274-E4C2-C259-4BF5-37C1F57806AA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" name="Oval 402">
                  <a:extLst>
                    <a:ext uri="{FF2B5EF4-FFF2-40B4-BE49-F238E27FC236}">
                      <a16:creationId xmlns:a16="http://schemas.microsoft.com/office/drawing/2014/main" id="{68EE3891-3089-742D-6F61-0A21BBAC5968}"/>
                    </a:ext>
                  </a:extLst>
                </p:cNvPr>
                <p:cNvSpPr/>
                <p:nvPr/>
              </p:nvSpPr>
              <p:spPr>
                <a:xfrm>
                  <a:off x="381359" y="44999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4" name="Oval 403">
                  <a:extLst>
                    <a:ext uri="{FF2B5EF4-FFF2-40B4-BE49-F238E27FC236}">
                      <a16:creationId xmlns:a16="http://schemas.microsoft.com/office/drawing/2014/main" id="{87981B4B-5987-9E0B-23AD-F4957A3D480F}"/>
                    </a:ext>
                  </a:extLst>
                </p:cNvPr>
                <p:cNvSpPr/>
                <p:nvPr/>
              </p:nvSpPr>
              <p:spPr>
                <a:xfrm>
                  <a:off x="1444450" y="5067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5" name="Oval 404">
                  <a:extLst>
                    <a:ext uri="{FF2B5EF4-FFF2-40B4-BE49-F238E27FC236}">
                      <a16:creationId xmlns:a16="http://schemas.microsoft.com/office/drawing/2014/main" id="{B82C5019-A78F-726E-96AC-EC34C54A13E8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6" name="Oval 405">
                  <a:extLst>
                    <a:ext uri="{FF2B5EF4-FFF2-40B4-BE49-F238E27FC236}">
                      <a16:creationId xmlns:a16="http://schemas.microsoft.com/office/drawing/2014/main" id="{AAF11491-DD30-6E0F-BD70-DBC6FD69FD50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D7FDE9FE-F8D0-E6C8-6D3A-259643FB8188}"/>
                    </a:ext>
                  </a:extLst>
                </p:cNvPr>
                <p:cNvSpPr/>
                <p:nvPr/>
              </p:nvSpPr>
              <p:spPr>
                <a:xfrm>
                  <a:off x="1845551" y="66746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8" name="Oval 407">
                  <a:extLst>
                    <a:ext uri="{FF2B5EF4-FFF2-40B4-BE49-F238E27FC236}">
                      <a16:creationId xmlns:a16="http://schemas.microsoft.com/office/drawing/2014/main" id="{25969BFD-8BCB-3A26-0075-99249A16CC43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E34CFB74-4CA9-CA76-D833-FD8794F05163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" name="Oval 409">
                  <a:extLst>
                    <a:ext uri="{FF2B5EF4-FFF2-40B4-BE49-F238E27FC236}">
                      <a16:creationId xmlns:a16="http://schemas.microsoft.com/office/drawing/2014/main" id="{D0875DBC-B4D8-71CD-3EE9-6DF82FB970B9}"/>
                    </a:ext>
                  </a:extLst>
                </p:cNvPr>
                <p:cNvSpPr/>
                <p:nvPr/>
              </p:nvSpPr>
              <p:spPr>
                <a:xfrm>
                  <a:off x="914248" y="63987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" name="Oval 410">
                  <a:extLst>
                    <a:ext uri="{FF2B5EF4-FFF2-40B4-BE49-F238E27FC236}">
                      <a16:creationId xmlns:a16="http://schemas.microsoft.com/office/drawing/2014/main" id="{8F63B41E-8CD0-D208-A350-794C4B21938C}"/>
                    </a:ext>
                  </a:extLst>
                </p:cNvPr>
                <p:cNvSpPr/>
                <p:nvPr/>
              </p:nvSpPr>
              <p:spPr>
                <a:xfrm>
                  <a:off x="409695" y="72949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" name="Oval 411">
                  <a:extLst>
                    <a:ext uri="{FF2B5EF4-FFF2-40B4-BE49-F238E27FC236}">
                      <a16:creationId xmlns:a16="http://schemas.microsoft.com/office/drawing/2014/main" id="{F60B1A8D-A907-48A2-4A4F-445B6EF3C301}"/>
                    </a:ext>
                  </a:extLst>
                </p:cNvPr>
                <p:cNvSpPr/>
                <p:nvPr/>
              </p:nvSpPr>
              <p:spPr>
                <a:xfrm>
                  <a:off x="560291" y="64425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" name="Oval 412">
                  <a:extLst>
                    <a:ext uri="{FF2B5EF4-FFF2-40B4-BE49-F238E27FC236}">
                      <a16:creationId xmlns:a16="http://schemas.microsoft.com/office/drawing/2014/main" id="{45576626-540C-DA14-1648-4378FA17B863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" name="Oval 413">
                  <a:extLst>
                    <a:ext uri="{FF2B5EF4-FFF2-40B4-BE49-F238E27FC236}">
                      <a16:creationId xmlns:a16="http://schemas.microsoft.com/office/drawing/2014/main" id="{DA7E01A9-D746-99A5-4D45-FC9ADDA854E7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5" name="Oval 414">
                  <a:extLst>
                    <a:ext uri="{FF2B5EF4-FFF2-40B4-BE49-F238E27FC236}">
                      <a16:creationId xmlns:a16="http://schemas.microsoft.com/office/drawing/2014/main" id="{99CF2DA6-003B-0E1F-F752-B9D0DE1E4E2E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id="{F047E608-9B39-47F8-F521-E8C009BD8889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7" name="Oval 416">
                  <a:extLst>
                    <a:ext uri="{FF2B5EF4-FFF2-40B4-BE49-F238E27FC236}">
                      <a16:creationId xmlns:a16="http://schemas.microsoft.com/office/drawing/2014/main" id="{EABA13F4-A747-5612-6825-A1696CDD32EC}"/>
                    </a:ext>
                  </a:extLst>
                </p:cNvPr>
                <p:cNvSpPr/>
                <p:nvPr/>
              </p:nvSpPr>
              <p:spPr>
                <a:xfrm>
                  <a:off x="-360874" y="76171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id="{33A9D678-F07C-C53A-C4C4-323D2A0491C8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" name="Oval 418">
                  <a:extLst>
                    <a:ext uri="{FF2B5EF4-FFF2-40B4-BE49-F238E27FC236}">
                      <a16:creationId xmlns:a16="http://schemas.microsoft.com/office/drawing/2014/main" id="{39F1CD4F-E5E6-53E1-2700-74F002AB178F}"/>
                    </a:ext>
                  </a:extLst>
                </p:cNvPr>
                <p:cNvSpPr/>
                <p:nvPr/>
              </p:nvSpPr>
              <p:spPr>
                <a:xfrm>
                  <a:off x="23372" y="71299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" name="Oval 419">
                  <a:extLst>
                    <a:ext uri="{FF2B5EF4-FFF2-40B4-BE49-F238E27FC236}">
                      <a16:creationId xmlns:a16="http://schemas.microsoft.com/office/drawing/2014/main" id="{9D74A8D5-37B2-4E02-2348-C806E8423766}"/>
                    </a:ext>
                  </a:extLst>
                </p:cNvPr>
                <p:cNvSpPr/>
                <p:nvPr/>
              </p:nvSpPr>
              <p:spPr>
                <a:xfrm>
                  <a:off x="-237148" y="69227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1" name="Oval 420">
                  <a:extLst>
                    <a:ext uri="{FF2B5EF4-FFF2-40B4-BE49-F238E27FC236}">
                      <a16:creationId xmlns:a16="http://schemas.microsoft.com/office/drawing/2014/main" id="{7AA8A8C9-754B-004E-8AF7-12F7C6820F9D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2" name="Oval 421">
                  <a:extLst>
                    <a:ext uri="{FF2B5EF4-FFF2-40B4-BE49-F238E27FC236}">
                      <a16:creationId xmlns:a16="http://schemas.microsoft.com/office/drawing/2014/main" id="{35FC87EC-F7E8-4D63-CE3C-0E262447C566}"/>
                    </a:ext>
                  </a:extLst>
                </p:cNvPr>
                <p:cNvSpPr/>
                <p:nvPr/>
              </p:nvSpPr>
              <p:spPr>
                <a:xfrm>
                  <a:off x="-90949" y="73031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3" name="Oval 422">
                  <a:extLst>
                    <a:ext uri="{FF2B5EF4-FFF2-40B4-BE49-F238E27FC236}">
                      <a16:creationId xmlns:a16="http://schemas.microsoft.com/office/drawing/2014/main" id="{D512F308-9994-330C-79DB-7A7ED7573842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4" name="Oval 423">
                  <a:extLst>
                    <a:ext uri="{FF2B5EF4-FFF2-40B4-BE49-F238E27FC236}">
                      <a16:creationId xmlns:a16="http://schemas.microsoft.com/office/drawing/2014/main" id="{A27DFE35-4CF2-C475-5B5C-BABF5D2F6424}"/>
                    </a:ext>
                  </a:extLst>
                </p:cNvPr>
                <p:cNvSpPr/>
                <p:nvPr/>
              </p:nvSpPr>
              <p:spPr>
                <a:xfrm>
                  <a:off x="771712" y="770733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" name="Oval 424">
                  <a:extLst>
                    <a:ext uri="{FF2B5EF4-FFF2-40B4-BE49-F238E27FC236}">
                      <a16:creationId xmlns:a16="http://schemas.microsoft.com/office/drawing/2014/main" id="{AA54FB9D-E733-0747-5FBE-FADE46EE55D5}"/>
                    </a:ext>
                  </a:extLst>
                </p:cNvPr>
                <p:cNvSpPr/>
                <p:nvPr/>
              </p:nvSpPr>
              <p:spPr>
                <a:xfrm>
                  <a:off x="469420" y="78080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" name="Oval 425">
                  <a:extLst>
                    <a:ext uri="{FF2B5EF4-FFF2-40B4-BE49-F238E27FC236}">
                      <a16:creationId xmlns:a16="http://schemas.microsoft.com/office/drawing/2014/main" id="{51915FD9-4371-CF54-CA5C-A3988AA3DB07}"/>
                    </a:ext>
                  </a:extLst>
                </p:cNvPr>
                <p:cNvSpPr/>
                <p:nvPr/>
              </p:nvSpPr>
              <p:spPr>
                <a:xfrm>
                  <a:off x="338855" y="75110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7" name="Oval 426">
                  <a:extLst>
                    <a:ext uri="{FF2B5EF4-FFF2-40B4-BE49-F238E27FC236}">
                      <a16:creationId xmlns:a16="http://schemas.microsoft.com/office/drawing/2014/main" id="{236ED4AE-CDF7-96E2-ED59-709B491B5B60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8" name="Oval 427">
                  <a:extLst>
                    <a:ext uri="{FF2B5EF4-FFF2-40B4-BE49-F238E27FC236}">
                      <a16:creationId xmlns:a16="http://schemas.microsoft.com/office/drawing/2014/main" id="{747E4E10-2FCC-86B7-4B5B-E857EE80DA9D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9" name="Oval 428">
                  <a:extLst>
                    <a:ext uri="{FF2B5EF4-FFF2-40B4-BE49-F238E27FC236}">
                      <a16:creationId xmlns:a16="http://schemas.microsoft.com/office/drawing/2014/main" id="{28F49AED-519F-D257-0331-7E939C7301A2}"/>
                    </a:ext>
                  </a:extLst>
                </p:cNvPr>
                <p:cNvSpPr/>
                <p:nvPr/>
              </p:nvSpPr>
              <p:spPr>
                <a:xfrm>
                  <a:off x="929515" y="747184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" name="Oval 429">
                  <a:extLst>
                    <a:ext uri="{FF2B5EF4-FFF2-40B4-BE49-F238E27FC236}">
                      <a16:creationId xmlns:a16="http://schemas.microsoft.com/office/drawing/2014/main" id="{21FD0A31-297A-0524-A12C-88D4C65EE0D6}"/>
                    </a:ext>
                  </a:extLst>
                </p:cNvPr>
                <p:cNvSpPr/>
                <p:nvPr/>
              </p:nvSpPr>
              <p:spPr>
                <a:xfrm>
                  <a:off x="1439686" y="7091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1" name="Oval 430">
                  <a:extLst>
                    <a:ext uri="{FF2B5EF4-FFF2-40B4-BE49-F238E27FC236}">
                      <a16:creationId xmlns:a16="http://schemas.microsoft.com/office/drawing/2014/main" id="{1DD5C060-AA0E-9B7F-AD59-1299FD720F96}"/>
                    </a:ext>
                  </a:extLst>
                </p:cNvPr>
                <p:cNvSpPr/>
                <p:nvPr/>
              </p:nvSpPr>
              <p:spPr>
                <a:xfrm>
                  <a:off x="1948514" y="76362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2" name="Oval 431">
                  <a:extLst>
                    <a:ext uri="{FF2B5EF4-FFF2-40B4-BE49-F238E27FC236}">
                      <a16:creationId xmlns:a16="http://schemas.microsoft.com/office/drawing/2014/main" id="{ACAA5F21-F045-AD6A-39BA-B967CD125932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3" name="Oval 432">
                  <a:extLst>
                    <a:ext uri="{FF2B5EF4-FFF2-40B4-BE49-F238E27FC236}">
                      <a16:creationId xmlns:a16="http://schemas.microsoft.com/office/drawing/2014/main" id="{4B9B8E59-C113-1220-FF69-B88069495811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4" name="Oval 433">
                  <a:extLst>
                    <a:ext uri="{FF2B5EF4-FFF2-40B4-BE49-F238E27FC236}">
                      <a16:creationId xmlns:a16="http://schemas.microsoft.com/office/drawing/2014/main" id="{D921D93D-40DD-DD3F-E2FE-04CF965F3D85}"/>
                    </a:ext>
                  </a:extLst>
                </p:cNvPr>
                <p:cNvSpPr/>
                <p:nvPr/>
              </p:nvSpPr>
              <p:spPr>
                <a:xfrm>
                  <a:off x="1776299" y="7635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5" name="Oval 434">
                  <a:extLst>
                    <a:ext uri="{FF2B5EF4-FFF2-40B4-BE49-F238E27FC236}">
                      <a16:creationId xmlns:a16="http://schemas.microsoft.com/office/drawing/2014/main" id="{6FF9FE17-9DB6-1B6A-0E84-72B377E827C5}"/>
                    </a:ext>
                  </a:extLst>
                </p:cNvPr>
                <p:cNvSpPr/>
                <p:nvPr/>
              </p:nvSpPr>
              <p:spPr>
                <a:xfrm>
                  <a:off x="1989552" y="72875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6" name="Oval 435">
                  <a:extLst>
                    <a:ext uri="{FF2B5EF4-FFF2-40B4-BE49-F238E27FC236}">
                      <a16:creationId xmlns:a16="http://schemas.microsoft.com/office/drawing/2014/main" id="{CEB177A2-080F-4964-CE46-28A2318F20CA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" name="Oval 436">
                  <a:extLst>
                    <a:ext uri="{FF2B5EF4-FFF2-40B4-BE49-F238E27FC236}">
                      <a16:creationId xmlns:a16="http://schemas.microsoft.com/office/drawing/2014/main" id="{EF659E76-A6E9-A5B4-9677-ED01131C0B42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" name="Oval 437">
                  <a:extLst>
                    <a:ext uri="{FF2B5EF4-FFF2-40B4-BE49-F238E27FC236}">
                      <a16:creationId xmlns:a16="http://schemas.microsoft.com/office/drawing/2014/main" id="{2DD49ECE-B5D8-3D0C-6E4E-229648199AA6}"/>
                    </a:ext>
                  </a:extLst>
                </p:cNvPr>
                <p:cNvSpPr/>
                <p:nvPr/>
              </p:nvSpPr>
              <p:spPr>
                <a:xfrm>
                  <a:off x="3276156" y="76997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" name="Oval 438">
                  <a:extLst>
                    <a:ext uri="{FF2B5EF4-FFF2-40B4-BE49-F238E27FC236}">
                      <a16:creationId xmlns:a16="http://schemas.microsoft.com/office/drawing/2014/main" id="{30D98049-5233-27E5-A0A4-B8015C8B430A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701C180E-DE3D-CCD5-D96F-E1E74DE1E57D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" name="Oval 440">
                  <a:extLst>
                    <a:ext uri="{FF2B5EF4-FFF2-40B4-BE49-F238E27FC236}">
                      <a16:creationId xmlns:a16="http://schemas.microsoft.com/office/drawing/2014/main" id="{485E7BBF-DFB8-3235-E41A-2EF169C911E3}"/>
                    </a:ext>
                  </a:extLst>
                </p:cNvPr>
                <p:cNvSpPr/>
                <p:nvPr/>
              </p:nvSpPr>
              <p:spPr>
                <a:xfrm>
                  <a:off x="2057705" y="77103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" name="Oval 441">
                  <a:extLst>
                    <a:ext uri="{FF2B5EF4-FFF2-40B4-BE49-F238E27FC236}">
                      <a16:creationId xmlns:a16="http://schemas.microsoft.com/office/drawing/2014/main" id="{25D6E741-5175-FCB6-6794-2E0383483B0A}"/>
                    </a:ext>
                  </a:extLst>
                </p:cNvPr>
                <p:cNvSpPr/>
                <p:nvPr/>
              </p:nvSpPr>
              <p:spPr>
                <a:xfrm>
                  <a:off x="1611290" y="7731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" name="Oval 442">
                  <a:extLst>
                    <a:ext uri="{FF2B5EF4-FFF2-40B4-BE49-F238E27FC236}">
                      <a16:creationId xmlns:a16="http://schemas.microsoft.com/office/drawing/2014/main" id="{223BD190-E5F0-595A-CD7B-6E2ED911570C}"/>
                    </a:ext>
                  </a:extLst>
                </p:cNvPr>
                <p:cNvSpPr/>
                <p:nvPr/>
              </p:nvSpPr>
              <p:spPr>
                <a:xfrm>
                  <a:off x="740079" y="72541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" name="Oval 443">
                  <a:extLst>
                    <a:ext uri="{FF2B5EF4-FFF2-40B4-BE49-F238E27FC236}">
                      <a16:creationId xmlns:a16="http://schemas.microsoft.com/office/drawing/2014/main" id="{E40165D8-706C-193A-E044-EA9C1DDCDE80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5" name="Oval 444">
                  <a:extLst>
                    <a:ext uri="{FF2B5EF4-FFF2-40B4-BE49-F238E27FC236}">
                      <a16:creationId xmlns:a16="http://schemas.microsoft.com/office/drawing/2014/main" id="{EC48C357-B95B-0A73-2ED7-F473C46607CF}"/>
                    </a:ext>
                  </a:extLst>
                </p:cNvPr>
                <p:cNvSpPr/>
                <p:nvPr/>
              </p:nvSpPr>
              <p:spPr>
                <a:xfrm>
                  <a:off x="1236448" y="67483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6" name="Oval 445">
                  <a:extLst>
                    <a:ext uri="{FF2B5EF4-FFF2-40B4-BE49-F238E27FC236}">
                      <a16:creationId xmlns:a16="http://schemas.microsoft.com/office/drawing/2014/main" id="{39BAF11D-0DC9-114B-DCBB-CDB40B509395}"/>
                    </a:ext>
                  </a:extLst>
                </p:cNvPr>
                <p:cNvSpPr/>
                <p:nvPr/>
              </p:nvSpPr>
              <p:spPr>
                <a:xfrm>
                  <a:off x="1741001" y="6844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7" name="Oval 446">
                  <a:extLst>
                    <a:ext uri="{FF2B5EF4-FFF2-40B4-BE49-F238E27FC236}">
                      <a16:creationId xmlns:a16="http://schemas.microsoft.com/office/drawing/2014/main" id="{1BAE9A52-3F6D-B3AA-46F7-BDE1E1657DE7}"/>
                    </a:ext>
                  </a:extLst>
                </p:cNvPr>
                <p:cNvSpPr/>
                <p:nvPr/>
              </p:nvSpPr>
              <p:spPr>
                <a:xfrm>
                  <a:off x="1260754" y="682353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8" name="Oval 447">
                  <a:extLst>
                    <a:ext uri="{FF2B5EF4-FFF2-40B4-BE49-F238E27FC236}">
                      <a16:creationId xmlns:a16="http://schemas.microsoft.com/office/drawing/2014/main" id="{FC03AE38-734E-DF52-3039-CE3BA674E02A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108CF22F-6CBC-8F5A-FAA8-47915D7A0E83}"/>
                    </a:ext>
                  </a:extLst>
                </p:cNvPr>
                <p:cNvSpPr/>
                <p:nvPr/>
              </p:nvSpPr>
              <p:spPr>
                <a:xfrm>
                  <a:off x="2274012" y="69913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0" name="Oval 449">
                  <a:extLst>
                    <a:ext uri="{FF2B5EF4-FFF2-40B4-BE49-F238E27FC236}">
                      <a16:creationId xmlns:a16="http://schemas.microsoft.com/office/drawing/2014/main" id="{40F84F10-D0E7-7B4E-766F-A76AA7854979}"/>
                    </a:ext>
                  </a:extLst>
                </p:cNvPr>
                <p:cNvSpPr/>
                <p:nvPr/>
              </p:nvSpPr>
              <p:spPr>
                <a:xfrm>
                  <a:off x="1176600" y="57598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" name="Oval 450">
                  <a:extLst>
                    <a:ext uri="{FF2B5EF4-FFF2-40B4-BE49-F238E27FC236}">
                      <a16:creationId xmlns:a16="http://schemas.microsoft.com/office/drawing/2014/main" id="{8D9A7076-B0C9-B56D-E15E-1CEE88126A52}"/>
                    </a:ext>
                  </a:extLst>
                </p:cNvPr>
                <p:cNvSpPr/>
                <p:nvPr/>
              </p:nvSpPr>
              <p:spPr>
                <a:xfrm>
                  <a:off x="2653862" y="6229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" name="Oval 451">
                  <a:extLst>
                    <a:ext uri="{FF2B5EF4-FFF2-40B4-BE49-F238E27FC236}">
                      <a16:creationId xmlns:a16="http://schemas.microsoft.com/office/drawing/2014/main" id="{F477C499-7946-069F-EC68-1A4A4582D950}"/>
                    </a:ext>
                  </a:extLst>
                </p:cNvPr>
                <p:cNvSpPr/>
                <p:nvPr/>
              </p:nvSpPr>
              <p:spPr>
                <a:xfrm>
                  <a:off x="2245188" y="666390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" name="Oval 452">
                  <a:extLst>
                    <a:ext uri="{FF2B5EF4-FFF2-40B4-BE49-F238E27FC236}">
                      <a16:creationId xmlns:a16="http://schemas.microsoft.com/office/drawing/2014/main" id="{8F108FA7-ECCD-9B96-AA44-E43512B662E1}"/>
                    </a:ext>
                  </a:extLst>
                </p:cNvPr>
                <p:cNvSpPr/>
                <p:nvPr/>
              </p:nvSpPr>
              <p:spPr>
                <a:xfrm>
                  <a:off x="2446838" y="58168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C2F0ED34-1CC6-DB10-DB1B-E5366C989B90}"/>
                    </a:ext>
                  </a:extLst>
                </p:cNvPr>
                <p:cNvSpPr/>
                <p:nvPr/>
              </p:nvSpPr>
              <p:spPr>
                <a:xfrm>
                  <a:off x="2094225" y="56891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3D282F8F-602A-82F0-1DF3-FC812510FC36}"/>
                    </a:ext>
                  </a:extLst>
                </p:cNvPr>
                <p:cNvSpPr/>
                <p:nvPr/>
              </p:nvSpPr>
              <p:spPr>
                <a:xfrm>
                  <a:off x="1541427" y="654176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8C9BB3E5-2C38-0DFB-1C16-18F22BC97058}"/>
                    </a:ext>
                  </a:extLst>
                </p:cNvPr>
                <p:cNvSpPr/>
                <p:nvPr/>
              </p:nvSpPr>
              <p:spPr>
                <a:xfrm>
                  <a:off x="2240424" y="52135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A2A06AB0-A8A1-1F54-FD81-859C227D98E0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8" name="Oval 457">
                  <a:extLst>
                    <a:ext uri="{FF2B5EF4-FFF2-40B4-BE49-F238E27FC236}">
                      <a16:creationId xmlns:a16="http://schemas.microsoft.com/office/drawing/2014/main" id="{00FC08AE-E274-799F-8090-45DD704EB8BB}"/>
                    </a:ext>
                  </a:extLst>
                </p:cNvPr>
                <p:cNvSpPr/>
                <p:nvPr/>
              </p:nvSpPr>
              <p:spPr>
                <a:xfrm>
                  <a:off x="3402447" y="51377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id="{0B8688DE-93F4-E681-C2C6-A3EB9C54277F}"/>
                    </a:ext>
                  </a:extLst>
                </p:cNvPr>
                <p:cNvSpPr/>
                <p:nvPr/>
              </p:nvSpPr>
              <p:spPr>
                <a:xfrm>
                  <a:off x="3682021" y="49186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7AD23DE4-03C2-BCB0-11EF-FCDCC652F485}"/>
                    </a:ext>
                  </a:extLst>
                </p:cNvPr>
                <p:cNvSpPr/>
                <p:nvPr/>
              </p:nvSpPr>
              <p:spPr>
                <a:xfrm>
                  <a:off x="3748587" y="48798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" name="Oval 460">
                  <a:extLst>
                    <a:ext uri="{FF2B5EF4-FFF2-40B4-BE49-F238E27FC236}">
                      <a16:creationId xmlns:a16="http://schemas.microsoft.com/office/drawing/2014/main" id="{0E8B3C2E-9CF7-E9A9-3B38-7889164BD596}"/>
                    </a:ext>
                  </a:extLst>
                </p:cNvPr>
                <p:cNvSpPr/>
                <p:nvPr/>
              </p:nvSpPr>
              <p:spPr>
                <a:xfrm>
                  <a:off x="3035910" y="554206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" name="Oval 461">
                  <a:extLst>
                    <a:ext uri="{FF2B5EF4-FFF2-40B4-BE49-F238E27FC236}">
                      <a16:creationId xmlns:a16="http://schemas.microsoft.com/office/drawing/2014/main" id="{DA1C2686-979A-E4F9-1D53-550344B07E8C}"/>
                    </a:ext>
                  </a:extLst>
                </p:cNvPr>
                <p:cNvSpPr/>
                <p:nvPr/>
              </p:nvSpPr>
              <p:spPr>
                <a:xfrm>
                  <a:off x="2685007" y="5885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" name="Oval 462">
                  <a:extLst>
                    <a:ext uri="{FF2B5EF4-FFF2-40B4-BE49-F238E27FC236}">
                      <a16:creationId xmlns:a16="http://schemas.microsoft.com/office/drawing/2014/main" id="{3FAB388B-1F56-742D-D771-E4DD0026E1AB}"/>
                    </a:ext>
                  </a:extLst>
                </p:cNvPr>
                <p:cNvSpPr/>
                <p:nvPr/>
              </p:nvSpPr>
              <p:spPr>
                <a:xfrm>
                  <a:off x="3249530" y="48281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29F8A0C2-6419-7D68-F48C-2584CD47AB1A}"/>
                    </a:ext>
                  </a:extLst>
                </p:cNvPr>
                <p:cNvSpPr/>
                <p:nvPr/>
              </p:nvSpPr>
              <p:spPr>
                <a:xfrm>
                  <a:off x="3395730" y="47885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5" name="Oval 464">
                  <a:extLst>
                    <a:ext uri="{FF2B5EF4-FFF2-40B4-BE49-F238E27FC236}">
                      <a16:creationId xmlns:a16="http://schemas.microsoft.com/office/drawing/2014/main" id="{2E127B2D-D89D-AB73-987D-22E75CC7E04C}"/>
                    </a:ext>
                  </a:extLst>
                </p:cNvPr>
                <p:cNvSpPr/>
                <p:nvPr/>
              </p:nvSpPr>
              <p:spPr>
                <a:xfrm>
                  <a:off x="2535632" y="56577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6" name="Oval 465">
                  <a:extLst>
                    <a:ext uri="{FF2B5EF4-FFF2-40B4-BE49-F238E27FC236}">
                      <a16:creationId xmlns:a16="http://schemas.microsoft.com/office/drawing/2014/main" id="{CA82EFC9-CCB7-04E2-49C4-FE52DE4E9B44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7" name="Oval 466">
                  <a:extLst>
                    <a:ext uri="{FF2B5EF4-FFF2-40B4-BE49-F238E27FC236}">
                      <a16:creationId xmlns:a16="http://schemas.microsoft.com/office/drawing/2014/main" id="{2F8A2DE1-D710-93B5-DC18-DADB03D6C026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8" name="Oval 467">
                  <a:extLst>
                    <a:ext uri="{FF2B5EF4-FFF2-40B4-BE49-F238E27FC236}">
                      <a16:creationId xmlns:a16="http://schemas.microsoft.com/office/drawing/2014/main" id="{E683BBA7-6067-8B50-4E2A-DB58336F5089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9" name="Oval 468">
                  <a:extLst>
                    <a:ext uri="{FF2B5EF4-FFF2-40B4-BE49-F238E27FC236}">
                      <a16:creationId xmlns:a16="http://schemas.microsoft.com/office/drawing/2014/main" id="{99FF2F2F-8C5E-77B3-68FD-F4B69C79153A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0" name="Oval 469">
                  <a:extLst>
                    <a:ext uri="{FF2B5EF4-FFF2-40B4-BE49-F238E27FC236}">
                      <a16:creationId xmlns:a16="http://schemas.microsoft.com/office/drawing/2014/main" id="{D7D2D78A-4EC9-8881-28B4-50C7E6FBBD29}"/>
                    </a:ext>
                  </a:extLst>
                </p:cNvPr>
                <p:cNvSpPr/>
                <p:nvPr/>
              </p:nvSpPr>
              <p:spPr>
                <a:xfrm>
                  <a:off x="2333982" y="595501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" name="Oval 470">
                  <a:extLst>
                    <a:ext uri="{FF2B5EF4-FFF2-40B4-BE49-F238E27FC236}">
                      <a16:creationId xmlns:a16="http://schemas.microsoft.com/office/drawing/2014/main" id="{2866DE8C-9958-8514-56E4-EE89D523C506}"/>
                    </a:ext>
                  </a:extLst>
                </p:cNvPr>
                <p:cNvSpPr/>
                <p:nvPr/>
              </p:nvSpPr>
              <p:spPr>
                <a:xfrm>
                  <a:off x="1956697" y="596234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" name="Oval 471">
                  <a:extLst>
                    <a:ext uri="{FF2B5EF4-FFF2-40B4-BE49-F238E27FC236}">
                      <a16:creationId xmlns:a16="http://schemas.microsoft.com/office/drawing/2014/main" id="{3CC26FCE-7156-15BC-790A-CB2363656340}"/>
                    </a:ext>
                  </a:extLst>
                </p:cNvPr>
                <p:cNvSpPr/>
                <p:nvPr/>
              </p:nvSpPr>
              <p:spPr>
                <a:xfrm>
                  <a:off x="2574961" y="48196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id="{595EBBFD-A16A-E2FB-6ADD-762000188E7D}"/>
                    </a:ext>
                  </a:extLst>
                </p:cNvPr>
                <p:cNvSpPr/>
                <p:nvPr/>
              </p:nvSpPr>
              <p:spPr>
                <a:xfrm>
                  <a:off x="1387777" y="60251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4" name="Oval 473">
                  <a:extLst>
                    <a:ext uri="{FF2B5EF4-FFF2-40B4-BE49-F238E27FC236}">
                      <a16:creationId xmlns:a16="http://schemas.microsoft.com/office/drawing/2014/main" id="{CA6CA73A-9DF7-AC09-F7F9-2D45C977A6CC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5" name="Oval 474">
                  <a:extLst>
                    <a:ext uri="{FF2B5EF4-FFF2-40B4-BE49-F238E27FC236}">
                      <a16:creationId xmlns:a16="http://schemas.microsoft.com/office/drawing/2014/main" id="{55EE60B4-BDF4-3EA7-CBE4-062BA295AC43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6" name="Oval 475">
                  <a:extLst>
                    <a:ext uri="{FF2B5EF4-FFF2-40B4-BE49-F238E27FC236}">
                      <a16:creationId xmlns:a16="http://schemas.microsoft.com/office/drawing/2014/main" id="{6687E5C0-0E9C-4171-3B23-5548DC24E3F3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7" name="Oval 476">
                  <a:extLst>
                    <a:ext uri="{FF2B5EF4-FFF2-40B4-BE49-F238E27FC236}">
                      <a16:creationId xmlns:a16="http://schemas.microsoft.com/office/drawing/2014/main" id="{BAC95450-69A5-8AE7-7EBF-315829C71BC5}"/>
                    </a:ext>
                  </a:extLst>
                </p:cNvPr>
                <p:cNvSpPr/>
                <p:nvPr/>
              </p:nvSpPr>
              <p:spPr>
                <a:xfrm>
                  <a:off x="3465470" y="3678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8" name="Oval 477">
                  <a:extLst>
                    <a:ext uri="{FF2B5EF4-FFF2-40B4-BE49-F238E27FC236}">
                      <a16:creationId xmlns:a16="http://schemas.microsoft.com/office/drawing/2014/main" id="{F536C3A4-3F87-215D-BBCC-A433C7F3F6B1}"/>
                    </a:ext>
                  </a:extLst>
                </p:cNvPr>
                <p:cNvSpPr/>
                <p:nvPr/>
              </p:nvSpPr>
              <p:spPr>
                <a:xfrm>
                  <a:off x="3311821" y="35295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9" name="Oval 478">
                  <a:extLst>
                    <a:ext uri="{FF2B5EF4-FFF2-40B4-BE49-F238E27FC236}">
                      <a16:creationId xmlns:a16="http://schemas.microsoft.com/office/drawing/2014/main" id="{DFEF8798-AB66-B17F-4F7D-3F89683C9FB0}"/>
                    </a:ext>
                  </a:extLst>
                </p:cNvPr>
                <p:cNvSpPr/>
                <p:nvPr/>
              </p:nvSpPr>
              <p:spPr>
                <a:xfrm>
                  <a:off x="3055208" y="36442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0" name="Oval 479">
                  <a:extLst>
                    <a:ext uri="{FF2B5EF4-FFF2-40B4-BE49-F238E27FC236}">
                      <a16:creationId xmlns:a16="http://schemas.microsoft.com/office/drawing/2014/main" id="{62A0D5CB-0419-054C-ECEC-A85006562CFB}"/>
                    </a:ext>
                  </a:extLst>
                </p:cNvPr>
                <p:cNvSpPr/>
                <p:nvPr/>
              </p:nvSpPr>
              <p:spPr>
                <a:xfrm>
                  <a:off x="3225957" y="3694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" name="Oval 480">
                  <a:extLst>
                    <a:ext uri="{FF2B5EF4-FFF2-40B4-BE49-F238E27FC236}">
                      <a16:creationId xmlns:a16="http://schemas.microsoft.com/office/drawing/2014/main" id="{773327C9-EC8D-709F-9122-C6ECD7359681}"/>
                    </a:ext>
                  </a:extLst>
                </p:cNvPr>
                <p:cNvSpPr/>
                <p:nvPr/>
              </p:nvSpPr>
              <p:spPr>
                <a:xfrm>
                  <a:off x="3553654" y="34450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2" name="Oval 481">
                  <a:extLst>
                    <a:ext uri="{FF2B5EF4-FFF2-40B4-BE49-F238E27FC236}">
                      <a16:creationId xmlns:a16="http://schemas.microsoft.com/office/drawing/2014/main" id="{DD6BB73C-CFED-7CC9-A48D-E6A3E69A6B69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" name="Oval 482">
                  <a:extLst>
                    <a:ext uri="{FF2B5EF4-FFF2-40B4-BE49-F238E27FC236}">
                      <a16:creationId xmlns:a16="http://schemas.microsoft.com/office/drawing/2014/main" id="{10BD3867-A09F-A4A9-5827-BDFE9B8601EB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4" name="Oval 483">
                  <a:extLst>
                    <a:ext uri="{FF2B5EF4-FFF2-40B4-BE49-F238E27FC236}">
                      <a16:creationId xmlns:a16="http://schemas.microsoft.com/office/drawing/2014/main" id="{A9D6D764-64C6-6850-1CC7-DDBFCDEB1C5F}"/>
                    </a:ext>
                  </a:extLst>
                </p:cNvPr>
                <p:cNvSpPr/>
                <p:nvPr/>
              </p:nvSpPr>
              <p:spPr>
                <a:xfrm>
                  <a:off x="1654527" y="4000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5" name="Oval 484">
                  <a:extLst>
                    <a:ext uri="{FF2B5EF4-FFF2-40B4-BE49-F238E27FC236}">
                      <a16:creationId xmlns:a16="http://schemas.microsoft.com/office/drawing/2014/main" id="{75B3893E-1E6F-14FF-6A09-87AE6C28B6D4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6" name="Oval 485">
                  <a:extLst>
                    <a:ext uri="{FF2B5EF4-FFF2-40B4-BE49-F238E27FC236}">
                      <a16:creationId xmlns:a16="http://schemas.microsoft.com/office/drawing/2014/main" id="{664793EC-DAFF-C910-1A05-4A381DCBB888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7" name="Oval 486">
                  <a:extLst>
                    <a:ext uri="{FF2B5EF4-FFF2-40B4-BE49-F238E27FC236}">
                      <a16:creationId xmlns:a16="http://schemas.microsoft.com/office/drawing/2014/main" id="{5DFB6138-8BAD-78BD-1610-A0B7DB404D27}"/>
                    </a:ext>
                  </a:extLst>
                </p:cNvPr>
                <p:cNvSpPr/>
                <p:nvPr/>
              </p:nvSpPr>
              <p:spPr>
                <a:xfrm>
                  <a:off x="4016314" y="402388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8" name="Oval 487">
                  <a:extLst>
                    <a:ext uri="{FF2B5EF4-FFF2-40B4-BE49-F238E27FC236}">
                      <a16:creationId xmlns:a16="http://schemas.microsoft.com/office/drawing/2014/main" id="{6B530192-774C-5E64-36EE-D2A5B882E297}"/>
                    </a:ext>
                  </a:extLst>
                </p:cNvPr>
                <p:cNvSpPr/>
                <p:nvPr/>
              </p:nvSpPr>
              <p:spPr>
                <a:xfrm>
                  <a:off x="4478851" y="35707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9" name="Oval 488">
                  <a:extLst>
                    <a:ext uri="{FF2B5EF4-FFF2-40B4-BE49-F238E27FC236}">
                      <a16:creationId xmlns:a16="http://schemas.microsoft.com/office/drawing/2014/main" id="{6173D4BB-B59E-8CDB-3A24-A6812BF2BF10}"/>
                    </a:ext>
                  </a:extLst>
                </p:cNvPr>
                <p:cNvSpPr/>
                <p:nvPr/>
              </p:nvSpPr>
              <p:spPr>
                <a:xfrm>
                  <a:off x="4321171" y="446370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0" name="Oval 489">
                  <a:extLst>
                    <a:ext uri="{FF2B5EF4-FFF2-40B4-BE49-F238E27FC236}">
                      <a16:creationId xmlns:a16="http://schemas.microsoft.com/office/drawing/2014/main" id="{15967AE5-9C79-AAE2-E123-5AAEAB5E40DA}"/>
                    </a:ext>
                  </a:extLst>
                </p:cNvPr>
                <p:cNvSpPr/>
                <p:nvPr/>
              </p:nvSpPr>
              <p:spPr>
                <a:xfrm>
                  <a:off x="4122818" y="46688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1" name="Oval 490">
                  <a:extLst>
                    <a:ext uri="{FF2B5EF4-FFF2-40B4-BE49-F238E27FC236}">
                      <a16:creationId xmlns:a16="http://schemas.microsoft.com/office/drawing/2014/main" id="{EB786CD5-3503-6655-FF86-7B3D1D487429}"/>
                    </a:ext>
                  </a:extLst>
                </p:cNvPr>
                <p:cNvSpPr/>
                <p:nvPr/>
              </p:nvSpPr>
              <p:spPr>
                <a:xfrm>
                  <a:off x="3885626" y="4888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" name="Oval 491">
                  <a:extLst>
                    <a:ext uri="{FF2B5EF4-FFF2-40B4-BE49-F238E27FC236}">
                      <a16:creationId xmlns:a16="http://schemas.microsoft.com/office/drawing/2014/main" id="{6632F098-0FE8-E7E7-021B-6FD6D5E6B03E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" name="Oval 492">
                  <a:extLst>
                    <a:ext uri="{FF2B5EF4-FFF2-40B4-BE49-F238E27FC236}">
                      <a16:creationId xmlns:a16="http://schemas.microsoft.com/office/drawing/2014/main" id="{08F276B6-DF4C-0195-2AF9-E7F760DF6888}"/>
                    </a:ext>
                  </a:extLst>
                </p:cNvPr>
                <p:cNvSpPr/>
                <p:nvPr/>
              </p:nvSpPr>
              <p:spPr>
                <a:xfrm>
                  <a:off x="3599334" y="55245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" name="Oval 493">
                  <a:extLst>
                    <a:ext uri="{FF2B5EF4-FFF2-40B4-BE49-F238E27FC236}">
                      <a16:creationId xmlns:a16="http://schemas.microsoft.com/office/drawing/2014/main" id="{3CD0FA93-5BCF-98EB-90D9-DF57F94F9678}"/>
                    </a:ext>
                  </a:extLst>
                </p:cNvPr>
                <p:cNvSpPr/>
                <p:nvPr/>
              </p:nvSpPr>
              <p:spPr>
                <a:xfrm>
                  <a:off x="3326233" y="562646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5" name="Oval 494">
                  <a:extLst>
                    <a:ext uri="{FF2B5EF4-FFF2-40B4-BE49-F238E27FC236}">
                      <a16:creationId xmlns:a16="http://schemas.microsoft.com/office/drawing/2014/main" id="{DB4B6B9F-D84D-F123-BF28-DAC11C832C72}"/>
                    </a:ext>
                  </a:extLst>
                </p:cNvPr>
                <p:cNvSpPr/>
                <p:nvPr/>
              </p:nvSpPr>
              <p:spPr>
                <a:xfrm>
                  <a:off x="3331607" y="5797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6" name="Oval 495">
                  <a:extLst>
                    <a:ext uri="{FF2B5EF4-FFF2-40B4-BE49-F238E27FC236}">
                      <a16:creationId xmlns:a16="http://schemas.microsoft.com/office/drawing/2014/main" id="{38122E47-C558-823B-8DD2-9088ABE3E1D2}"/>
                    </a:ext>
                  </a:extLst>
                </p:cNvPr>
                <p:cNvSpPr/>
                <p:nvPr/>
              </p:nvSpPr>
              <p:spPr>
                <a:xfrm>
                  <a:off x="3038597" y="5933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7" name="Oval 496">
                  <a:extLst>
                    <a:ext uri="{FF2B5EF4-FFF2-40B4-BE49-F238E27FC236}">
                      <a16:creationId xmlns:a16="http://schemas.microsoft.com/office/drawing/2014/main" id="{29F588C4-84BE-C8B6-AB9E-73B4DFBE8AF5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8" name="Oval 497">
                  <a:extLst>
                    <a:ext uri="{FF2B5EF4-FFF2-40B4-BE49-F238E27FC236}">
                      <a16:creationId xmlns:a16="http://schemas.microsoft.com/office/drawing/2014/main" id="{4E35F28E-DF60-DE75-B9D5-06A38F66BBC0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9" name="Oval 498">
                  <a:extLst>
                    <a:ext uri="{FF2B5EF4-FFF2-40B4-BE49-F238E27FC236}">
                      <a16:creationId xmlns:a16="http://schemas.microsoft.com/office/drawing/2014/main" id="{6D33D5AB-DE57-D0FD-BACF-A60A5AF57983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0" name="Oval 499">
                  <a:extLst>
                    <a:ext uri="{FF2B5EF4-FFF2-40B4-BE49-F238E27FC236}">
                      <a16:creationId xmlns:a16="http://schemas.microsoft.com/office/drawing/2014/main" id="{BBD39356-8673-C8A7-86A6-74CA416D8CB7}"/>
                    </a:ext>
                  </a:extLst>
                </p:cNvPr>
                <p:cNvSpPr/>
                <p:nvPr/>
              </p:nvSpPr>
              <p:spPr>
                <a:xfrm>
                  <a:off x="4440133" y="23334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1" name="Oval 500">
                  <a:extLst>
                    <a:ext uri="{FF2B5EF4-FFF2-40B4-BE49-F238E27FC236}">
                      <a16:creationId xmlns:a16="http://schemas.microsoft.com/office/drawing/2014/main" id="{E80C3719-7B5F-40A8-D6F5-B7923E014E33}"/>
                    </a:ext>
                  </a:extLst>
                </p:cNvPr>
                <p:cNvSpPr/>
                <p:nvPr/>
              </p:nvSpPr>
              <p:spPr>
                <a:xfrm>
                  <a:off x="4246911" y="2122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" name="Oval 501">
                  <a:extLst>
                    <a:ext uri="{FF2B5EF4-FFF2-40B4-BE49-F238E27FC236}">
                      <a16:creationId xmlns:a16="http://schemas.microsoft.com/office/drawing/2014/main" id="{4DB42BBB-0DE1-B0C9-E55E-CC7565BD9565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3" name="Oval 502">
                  <a:extLst>
                    <a:ext uri="{FF2B5EF4-FFF2-40B4-BE49-F238E27FC236}">
                      <a16:creationId xmlns:a16="http://schemas.microsoft.com/office/drawing/2014/main" id="{E33D6219-220B-28E2-3021-0A7A5086285A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4" name="Oval 503">
                  <a:extLst>
                    <a:ext uri="{FF2B5EF4-FFF2-40B4-BE49-F238E27FC236}">
                      <a16:creationId xmlns:a16="http://schemas.microsoft.com/office/drawing/2014/main" id="{CE55351C-5A27-C835-CE81-27B264883D67}"/>
                    </a:ext>
                  </a:extLst>
                </p:cNvPr>
                <p:cNvSpPr/>
                <p:nvPr/>
              </p:nvSpPr>
              <p:spPr>
                <a:xfrm>
                  <a:off x="3947794" y="18015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5" name="Oval 504">
                  <a:extLst>
                    <a:ext uri="{FF2B5EF4-FFF2-40B4-BE49-F238E27FC236}">
                      <a16:creationId xmlns:a16="http://schemas.microsoft.com/office/drawing/2014/main" id="{2B49046A-E62B-B640-2BDC-C986008ED282}"/>
                    </a:ext>
                  </a:extLst>
                </p:cNvPr>
                <p:cNvSpPr/>
                <p:nvPr/>
              </p:nvSpPr>
              <p:spPr>
                <a:xfrm>
                  <a:off x="3653563" y="1465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6" name="Oval 505">
                  <a:extLst>
                    <a:ext uri="{FF2B5EF4-FFF2-40B4-BE49-F238E27FC236}">
                      <a16:creationId xmlns:a16="http://schemas.microsoft.com/office/drawing/2014/main" id="{E7947475-9376-7FBB-1FE8-601A644A3C6F}"/>
                    </a:ext>
                  </a:extLst>
                </p:cNvPr>
                <p:cNvSpPr/>
                <p:nvPr/>
              </p:nvSpPr>
              <p:spPr>
                <a:xfrm>
                  <a:off x="3903092" y="14523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7" name="Oval 506">
                  <a:extLst>
                    <a:ext uri="{FF2B5EF4-FFF2-40B4-BE49-F238E27FC236}">
                      <a16:creationId xmlns:a16="http://schemas.microsoft.com/office/drawing/2014/main" id="{D2EADDC7-084A-42A7-CB51-390240C03769}"/>
                    </a:ext>
                  </a:extLst>
                </p:cNvPr>
                <p:cNvSpPr/>
                <p:nvPr/>
              </p:nvSpPr>
              <p:spPr>
                <a:xfrm>
                  <a:off x="3717564" y="12426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8" name="Oval 507">
                  <a:extLst>
                    <a:ext uri="{FF2B5EF4-FFF2-40B4-BE49-F238E27FC236}">
                      <a16:creationId xmlns:a16="http://schemas.microsoft.com/office/drawing/2014/main" id="{9917ACE6-4655-498A-17DF-841FA18A12E7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9" name="Oval 508">
                  <a:extLst>
                    <a:ext uri="{FF2B5EF4-FFF2-40B4-BE49-F238E27FC236}">
                      <a16:creationId xmlns:a16="http://schemas.microsoft.com/office/drawing/2014/main" id="{6A403543-049E-74C7-E288-20896CA27690}"/>
                    </a:ext>
                  </a:extLst>
                </p:cNvPr>
                <p:cNvSpPr/>
                <p:nvPr/>
              </p:nvSpPr>
              <p:spPr>
                <a:xfrm>
                  <a:off x="2800306" y="6887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0" name="Oval 509">
                  <a:extLst>
                    <a:ext uri="{FF2B5EF4-FFF2-40B4-BE49-F238E27FC236}">
                      <a16:creationId xmlns:a16="http://schemas.microsoft.com/office/drawing/2014/main" id="{603B2883-47B1-BA00-9002-27953E5FF8F8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1" name="Oval 510">
                  <a:extLst>
                    <a:ext uri="{FF2B5EF4-FFF2-40B4-BE49-F238E27FC236}">
                      <a16:creationId xmlns:a16="http://schemas.microsoft.com/office/drawing/2014/main" id="{3D1B3AE2-A41B-A7CC-61DB-8DA31BB88CE3}"/>
                    </a:ext>
                  </a:extLst>
                </p:cNvPr>
                <p:cNvSpPr/>
                <p:nvPr/>
              </p:nvSpPr>
              <p:spPr>
                <a:xfrm>
                  <a:off x="1842987" y="415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" name="Oval 511">
                  <a:extLst>
                    <a:ext uri="{FF2B5EF4-FFF2-40B4-BE49-F238E27FC236}">
                      <a16:creationId xmlns:a16="http://schemas.microsoft.com/office/drawing/2014/main" id="{48B8812C-7104-08BB-98FC-F7ABFB389F6A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3" name="Oval 512">
                  <a:extLst>
                    <a:ext uri="{FF2B5EF4-FFF2-40B4-BE49-F238E27FC236}">
                      <a16:creationId xmlns:a16="http://schemas.microsoft.com/office/drawing/2014/main" id="{8E3A3334-AA3C-5AB4-104A-E5E9994E3FD4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4" name="Oval 513">
                  <a:extLst>
                    <a:ext uri="{FF2B5EF4-FFF2-40B4-BE49-F238E27FC236}">
                      <a16:creationId xmlns:a16="http://schemas.microsoft.com/office/drawing/2014/main" id="{5F8058E0-FE20-0E67-AD6C-16C1AC9FC431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5" name="Oval 514">
                  <a:extLst>
                    <a:ext uri="{FF2B5EF4-FFF2-40B4-BE49-F238E27FC236}">
                      <a16:creationId xmlns:a16="http://schemas.microsoft.com/office/drawing/2014/main" id="{B747A609-4028-2133-539C-556F3AFE21E3}"/>
                    </a:ext>
                  </a:extLst>
                </p:cNvPr>
                <p:cNvSpPr/>
                <p:nvPr/>
              </p:nvSpPr>
              <p:spPr>
                <a:xfrm>
                  <a:off x="80044" y="7158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" name="Oval 515">
                  <a:extLst>
                    <a:ext uri="{FF2B5EF4-FFF2-40B4-BE49-F238E27FC236}">
                      <a16:creationId xmlns:a16="http://schemas.microsoft.com/office/drawing/2014/main" id="{DF162C1C-3A34-3A92-6756-877929B61333}"/>
                    </a:ext>
                  </a:extLst>
                </p:cNvPr>
                <p:cNvSpPr/>
                <p:nvPr/>
              </p:nvSpPr>
              <p:spPr>
                <a:xfrm>
                  <a:off x="397114" y="5541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" name="Oval 516">
                  <a:extLst>
                    <a:ext uri="{FF2B5EF4-FFF2-40B4-BE49-F238E27FC236}">
                      <a16:creationId xmlns:a16="http://schemas.microsoft.com/office/drawing/2014/main" id="{9E85A379-CE33-210F-E99F-2A7CAC984354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8" name="Oval 517">
                  <a:extLst>
                    <a:ext uri="{FF2B5EF4-FFF2-40B4-BE49-F238E27FC236}">
                      <a16:creationId xmlns:a16="http://schemas.microsoft.com/office/drawing/2014/main" id="{11C201A2-1AC1-0469-6806-478BC0B539A2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9" name="Oval 518">
                  <a:extLst>
                    <a:ext uri="{FF2B5EF4-FFF2-40B4-BE49-F238E27FC236}">
                      <a16:creationId xmlns:a16="http://schemas.microsoft.com/office/drawing/2014/main" id="{1F779A58-D98E-8C09-979C-F415DF654B93}"/>
                    </a:ext>
                  </a:extLst>
                </p:cNvPr>
                <p:cNvSpPr/>
                <p:nvPr/>
              </p:nvSpPr>
              <p:spPr>
                <a:xfrm>
                  <a:off x="-316049" y="11222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0" name="Oval 519">
                  <a:extLst>
                    <a:ext uri="{FF2B5EF4-FFF2-40B4-BE49-F238E27FC236}">
                      <a16:creationId xmlns:a16="http://schemas.microsoft.com/office/drawing/2014/main" id="{6FDC026C-47B2-53EF-331E-82DD305A8F37}"/>
                    </a:ext>
                  </a:extLst>
                </p:cNvPr>
                <p:cNvSpPr/>
                <p:nvPr/>
              </p:nvSpPr>
              <p:spPr>
                <a:xfrm>
                  <a:off x="-625059" y="14373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1" name="Oval 520">
                  <a:extLst>
                    <a:ext uri="{FF2B5EF4-FFF2-40B4-BE49-F238E27FC236}">
                      <a16:creationId xmlns:a16="http://schemas.microsoft.com/office/drawing/2014/main" id="{494C8A5A-5608-BAAC-16C7-5D282DAC2559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" name="Oval 521">
                  <a:extLst>
                    <a:ext uri="{FF2B5EF4-FFF2-40B4-BE49-F238E27FC236}">
                      <a16:creationId xmlns:a16="http://schemas.microsoft.com/office/drawing/2014/main" id="{A9E897C7-22A4-18C6-4644-5C96FCDE022B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3" name="Oval 522">
                  <a:extLst>
                    <a:ext uri="{FF2B5EF4-FFF2-40B4-BE49-F238E27FC236}">
                      <a16:creationId xmlns:a16="http://schemas.microsoft.com/office/drawing/2014/main" id="{9B5912D0-1DE1-2791-1C2E-498975C102F4}"/>
                    </a:ext>
                  </a:extLst>
                </p:cNvPr>
                <p:cNvSpPr/>
                <p:nvPr/>
              </p:nvSpPr>
              <p:spPr>
                <a:xfrm>
                  <a:off x="-1300850" y="234986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4" name="Oval 523">
                  <a:extLst>
                    <a:ext uri="{FF2B5EF4-FFF2-40B4-BE49-F238E27FC236}">
                      <a16:creationId xmlns:a16="http://schemas.microsoft.com/office/drawing/2014/main" id="{791ED4E0-BCAD-3D4D-59F8-86D97AEE9104}"/>
                    </a:ext>
                  </a:extLst>
                </p:cNvPr>
                <p:cNvSpPr/>
                <p:nvPr/>
              </p:nvSpPr>
              <p:spPr>
                <a:xfrm>
                  <a:off x="-1308911" y="2805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5" name="Oval 524">
                  <a:extLst>
                    <a:ext uri="{FF2B5EF4-FFF2-40B4-BE49-F238E27FC236}">
                      <a16:creationId xmlns:a16="http://schemas.microsoft.com/office/drawing/2014/main" id="{D41E79D0-097B-5195-F53E-6A5454D01134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6" name="Oval 525">
                  <a:extLst>
                    <a:ext uri="{FF2B5EF4-FFF2-40B4-BE49-F238E27FC236}">
                      <a16:creationId xmlns:a16="http://schemas.microsoft.com/office/drawing/2014/main" id="{BF78C678-0679-9C69-BC73-21CE9EBD63FE}"/>
                    </a:ext>
                  </a:extLst>
                </p:cNvPr>
                <p:cNvSpPr/>
                <p:nvPr/>
              </p:nvSpPr>
              <p:spPr>
                <a:xfrm>
                  <a:off x="-1428240" y="34969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7" name="Graphic 5">
                <a:extLst>
                  <a:ext uri="{FF2B5EF4-FFF2-40B4-BE49-F238E27FC236}">
                    <a16:creationId xmlns:a16="http://schemas.microsoft.com/office/drawing/2014/main" id="{E4CB952C-8C41-EFD2-9E89-209AED4F2783}"/>
                  </a:ext>
                </a:extLst>
              </p:cNvPr>
              <p:cNvGrpSpPr/>
              <p:nvPr/>
            </p:nvGrpSpPr>
            <p:grpSpPr>
              <a:xfrm>
                <a:off x="2454044" y="6616881"/>
                <a:ext cx="622132" cy="678438"/>
                <a:chOff x="2454044" y="6616881"/>
                <a:chExt cx="622132" cy="678438"/>
              </a:xfrm>
            </p:grpSpPr>
            <p:sp>
              <p:nvSpPr>
                <p:cNvPr id="528" name="Oval 527">
                  <a:extLst>
                    <a:ext uri="{FF2B5EF4-FFF2-40B4-BE49-F238E27FC236}">
                      <a16:creationId xmlns:a16="http://schemas.microsoft.com/office/drawing/2014/main" id="{53FA0D11-01AB-7CAC-8C4B-D75EF6114CDB}"/>
                    </a:ext>
                  </a:extLst>
                </p:cNvPr>
                <p:cNvSpPr/>
                <p:nvPr/>
              </p:nvSpPr>
              <p:spPr>
                <a:xfrm>
                  <a:off x="2454044" y="67978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9" name="Oval 528">
                  <a:extLst>
                    <a:ext uri="{FF2B5EF4-FFF2-40B4-BE49-F238E27FC236}">
                      <a16:creationId xmlns:a16="http://schemas.microsoft.com/office/drawing/2014/main" id="{3837A0F5-06B7-034D-AAA6-6E1DDC8E273F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0" name="Oval 529">
                  <a:extLst>
                    <a:ext uri="{FF2B5EF4-FFF2-40B4-BE49-F238E27FC236}">
                      <a16:creationId xmlns:a16="http://schemas.microsoft.com/office/drawing/2014/main" id="{2E66CDFF-53AB-D9E7-C910-38B30BF85600}"/>
                    </a:ext>
                  </a:extLst>
                </p:cNvPr>
                <p:cNvSpPr/>
                <p:nvPr/>
              </p:nvSpPr>
              <p:spPr>
                <a:xfrm>
                  <a:off x="2689526" y="706354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1" name="Oval 530">
                  <a:extLst>
                    <a:ext uri="{FF2B5EF4-FFF2-40B4-BE49-F238E27FC236}">
                      <a16:creationId xmlns:a16="http://schemas.microsoft.com/office/drawing/2014/main" id="{DE9321C7-4761-B449-101F-C072E787319F}"/>
                    </a:ext>
                  </a:extLst>
                </p:cNvPr>
                <p:cNvSpPr/>
                <p:nvPr/>
              </p:nvSpPr>
              <p:spPr>
                <a:xfrm>
                  <a:off x="2749374" y="71823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2" name="Oval 531">
                  <a:extLst>
                    <a:ext uri="{FF2B5EF4-FFF2-40B4-BE49-F238E27FC236}">
                      <a16:creationId xmlns:a16="http://schemas.microsoft.com/office/drawing/2014/main" id="{739E225D-3451-24DA-B688-469C284DC35D}"/>
                    </a:ext>
                  </a:extLst>
                </p:cNvPr>
                <p:cNvSpPr/>
                <p:nvPr/>
              </p:nvSpPr>
              <p:spPr>
                <a:xfrm>
                  <a:off x="2854291" y="72658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3" name="Oval 532">
                  <a:extLst>
                    <a:ext uri="{FF2B5EF4-FFF2-40B4-BE49-F238E27FC236}">
                      <a16:creationId xmlns:a16="http://schemas.microsoft.com/office/drawing/2014/main" id="{F1837109-7F47-909A-5F96-6A8FA8060B49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4" name="Oval 533">
                  <a:extLst>
                    <a:ext uri="{FF2B5EF4-FFF2-40B4-BE49-F238E27FC236}">
                      <a16:creationId xmlns:a16="http://schemas.microsoft.com/office/drawing/2014/main" id="{105CB894-050D-D494-0F2B-CC0FB8F14824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35" name="Graphic 5">
            <a:extLst>
              <a:ext uri="{FF2B5EF4-FFF2-40B4-BE49-F238E27FC236}">
                <a16:creationId xmlns:a16="http://schemas.microsoft.com/office/drawing/2014/main" id="{4924E6CD-C97E-2046-C91A-C12349EB7F4C}"/>
              </a:ext>
            </a:extLst>
          </p:cNvPr>
          <p:cNvGrpSpPr/>
          <p:nvPr/>
        </p:nvGrpSpPr>
        <p:grpSpPr>
          <a:xfrm>
            <a:off x="1043103" y="1057028"/>
            <a:ext cx="996159" cy="2820904"/>
            <a:chOff x="1043103" y="1057028"/>
            <a:chExt cx="996159" cy="2820904"/>
          </a:xfrm>
        </p:grpSpPr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8F3DA5D7-3A4D-2439-B71A-FE9341580047}"/>
                </a:ext>
              </a:extLst>
            </p:cNvPr>
            <p:cNvSpPr/>
            <p:nvPr/>
          </p:nvSpPr>
          <p:spPr>
            <a:xfrm>
              <a:off x="1043103" y="1057028"/>
              <a:ext cx="996159" cy="2820904"/>
            </a:xfrm>
            <a:custGeom>
              <a:avLst/>
              <a:gdLst>
                <a:gd name="csX0" fmla="*/ 570874 w 996159"/>
                <a:gd name="csY0" fmla="*/ 1830119 h 2820904"/>
                <a:gd name="csX1" fmla="*/ 548523 w 996159"/>
                <a:gd name="csY1" fmla="*/ 70107 h 2820904"/>
                <a:gd name="csX2" fmla="*/ 548279 w 996159"/>
                <a:gd name="csY2" fmla="*/ 70107 h 2820904"/>
                <a:gd name="csX3" fmla="*/ 500889 w 996159"/>
                <a:gd name="csY3" fmla="*/ 0 h 2820904"/>
                <a:gd name="csX4" fmla="*/ 453499 w 996159"/>
                <a:gd name="csY4" fmla="*/ 70107 h 2820904"/>
                <a:gd name="csX5" fmla="*/ 453255 w 996159"/>
                <a:gd name="csY5" fmla="*/ 70107 h 2820904"/>
                <a:gd name="csX6" fmla="*/ 425408 w 996159"/>
                <a:gd name="csY6" fmla="*/ 1830119 h 2820904"/>
                <a:gd name="csX7" fmla="*/ 0 w 996159"/>
                <a:gd name="csY7" fmla="*/ 2322825 h 2820904"/>
                <a:gd name="csX8" fmla="*/ 498080 w 996159"/>
                <a:gd name="csY8" fmla="*/ 2820904 h 2820904"/>
                <a:gd name="csX9" fmla="*/ 996159 w 996159"/>
                <a:gd name="csY9" fmla="*/ 2322825 h 2820904"/>
                <a:gd name="csX10" fmla="*/ 570874 w 996159"/>
                <a:gd name="csY10" fmla="*/ 1830119 h 2820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96159" h="2820904">
                  <a:moveTo>
                    <a:pt x="570874" y="1830119"/>
                  </a:moveTo>
                  <a:lnTo>
                    <a:pt x="548523" y="70107"/>
                  </a:lnTo>
                  <a:lnTo>
                    <a:pt x="548279" y="70107"/>
                  </a:lnTo>
                  <a:cubicBezTo>
                    <a:pt x="545836" y="15145"/>
                    <a:pt x="525561" y="0"/>
                    <a:pt x="500889" y="0"/>
                  </a:cubicBezTo>
                  <a:cubicBezTo>
                    <a:pt x="476217" y="0"/>
                    <a:pt x="456064" y="15145"/>
                    <a:pt x="453499" y="70107"/>
                  </a:cubicBezTo>
                  <a:lnTo>
                    <a:pt x="453255" y="70107"/>
                  </a:lnTo>
                  <a:lnTo>
                    <a:pt x="425408" y="1830119"/>
                  </a:lnTo>
                  <a:cubicBezTo>
                    <a:pt x="184795" y="1865295"/>
                    <a:pt x="0" y="2072441"/>
                    <a:pt x="0" y="2322825"/>
                  </a:cubicBezTo>
                  <a:cubicBezTo>
                    <a:pt x="0" y="2597880"/>
                    <a:pt x="223024" y="2820904"/>
                    <a:pt x="498080" y="2820904"/>
                  </a:cubicBezTo>
                  <a:cubicBezTo>
                    <a:pt x="773135" y="2820904"/>
                    <a:pt x="996159" y="2597880"/>
                    <a:pt x="996159" y="2322825"/>
                  </a:cubicBezTo>
                  <a:cubicBezTo>
                    <a:pt x="996159" y="2072441"/>
                    <a:pt x="811364" y="1865295"/>
                    <a:pt x="570874" y="1830119"/>
                  </a:cubicBezTo>
                  <a:close/>
                </a:path>
              </a:pathLst>
            </a:custGeom>
            <a:solidFill>
              <a:srgbClr val="A4282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91C19440-4DC2-1CFD-0AAF-BBB4A25CDD77}"/>
                </a:ext>
              </a:extLst>
            </p:cNvPr>
            <p:cNvSpPr/>
            <p:nvPr/>
          </p:nvSpPr>
          <p:spPr>
            <a:xfrm>
              <a:off x="1174768" y="3013438"/>
              <a:ext cx="732829" cy="732829"/>
            </a:xfrm>
            <a:prstGeom prst="ellipse">
              <a:avLst/>
            </a:prstGeom>
            <a:noFill/>
            <a:ln w="48808" cap="flat">
              <a:solidFill>
                <a:srgbClr val="87151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42CA0770-6A09-BD00-AD5D-20E75A54FE2B}"/>
              </a:ext>
            </a:extLst>
          </p:cNvPr>
          <p:cNvSpPr/>
          <p:nvPr/>
        </p:nvSpPr>
        <p:spPr>
          <a:xfrm>
            <a:off x="-2467126" y="3105639"/>
            <a:ext cx="1543815" cy="340534"/>
          </a:xfrm>
          <a:custGeom>
            <a:avLst/>
            <a:gdLst>
              <a:gd name="csX0" fmla="*/ 1436568 w 1543815"/>
              <a:gd name="csY0" fmla="*/ 148534 h 340534"/>
              <a:gd name="csX1" fmla="*/ 1436568 w 1543815"/>
              <a:gd name="csY1" fmla="*/ 147923 h 340534"/>
              <a:gd name="csX2" fmla="*/ 1422888 w 1543815"/>
              <a:gd name="csY2" fmla="*/ 146335 h 340534"/>
              <a:gd name="csX3" fmla="*/ 1422888 w 1543815"/>
              <a:gd name="csY3" fmla="*/ 146335 h 340534"/>
              <a:gd name="csX4" fmla="*/ 130910 w 1543815"/>
              <a:gd name="csY4" fmla="*/ 869 h 340534"/>
              <a:gd name="csX5" fmla="*/ 711 w 1543815"/>
              <a:gd name="csY5" fmla="*/ 84045 h 340534"/>
              <a:gd name="csX6" fmla="*/ 104651 w 1543815"/>
              <a:gd name="csY6" fmla="*/ 193480 h 340534"/>
              <a:gd name="csX7" fmla="*/ 1410430 w 1543815"/>
              <a:gd name="csY7" fmla="*/ 340535 h 340534"/>
              <a:gd name="csX8" fmla="*/ 1410430 w 1543815"/>
              <a:gd name="csY8" fmla="*/ 339924 h 340534"/>
              <a:gd name="csX9" fmla="*/ 1543194 w 1543815"/>
              <a:gd name="csY9" fmla="*/ 257603 h 340534"/>
              <a:gd name="csX10" fmla="*/ 1436568 w 1543815"/>
              <a:gd name="csY10" fmla="*/ 148411 h 340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3815" h="340534">
                <a:moveTo>
                  <a:pt x="1436568" y="148534"/>
                </a:moveTo>
                <a:lnTo>
                  <a:pt x="1436568" y="147923"/>
                </a:lnTo>
                <a:cubicBezTo>
                  <a:pt x="1436568" y="147923"/>
                  <a:pt x="1422888" y="146335"/>
                  <a:pt x="1422888" y="146335"/>
                </a:cubicBezTo>
                <a:lnTo>
                  <a:pt x="1422888" y="146335"/>
                </a:lnTo>
                <a:cubicBezTo>
                  <a:pt x="1422888" y="146335"/>
                  <a:pt x="130910" y="869"/>
                  <a:pt x="130910" y="869"/>
                </a:cubicBezTo>
                <a:cubicBezTo>
                  <a:pt x="68253" y="-6216"/>
                  <a:pt x="7917" y="30792"/>
                  <a:pt x="711" y="84045"/>
                </a:cubicBezTo>
                <a:cubicBezTo>
                  <a:pt x="-6495" y="137175"/>
                  <a:pt x="41994" y="186519"/>
                  <a:pt x="104651" y="193480"/>
                </a:cubicBezTo>
                <a:lnTo>
                  <a:pt x="1410430" y="340535"/>
                </a:lnTo>
                <a:lnTo>
                  <a:pt x="1410430" y="339924"/>
                </a:lnTo>
                <a:cubicBezTo>
                  <a:pt x="1476629" y="342245"/>
                  <a:pt x="1536477" y="307435"/>
                  <a:pt x="1543194" y="257603"/>
                </a:cubicBezTo>
                <a:cubicBezTo>
                  <a:pt x="1549912" y="207893"/>
                  <a:pt x="1501301" y="160869"/>
                  <a:pt x="1436568" y="148411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0ADF5B8-1D6B-0304-5A5E-764EE31436F2}"/>
              </a:ext>
            </a:extLst>
          </p:cNvPr>
          <p:cNvGrpSpPr/>
          <p:nvPr/>
        </p:nvGrpSpPr>
        <p:grpSpPr>
          <a:xfrm>
            <a:off x="6791193" y="1655439"/>
            <a:ext cx="3903264" cy="3530359"/>
            <a:chOff x="6791193" y="1655439"/>
            <a:chExt cx="3903264" cy="3530359"/>
          </a:xfrm>
        </p:grpSpPr>
        <p:sp>
          <p:nvSpPr>
            <p:cNvPr id="4" name="Subtitle 2">
              <a:extLst>
                <a:ext uri="{FF2B5EF4-FFF2-40B4-BE49-F238E27FC236}">
                  <a16:creationId xmlns:a16="http://schemas.microsoft.com/office/drawing/2014/main" id="{83FF2F72-AB51-36EC-C80D-64B066C3C201}"/>
                </a:ext>
              </a:extLst>
            </p:cNvPr>
            <p:cNvSpPr txBox="1">
              <a:spLocks/>
            </p:cNvSpPr>
            <p:nvPr/>
          </p:nvSpPr>
          <p:spPr>
            <a:xfrm>
              <a:off x="7088197" y="4212469"/>
              <a:ext cx="3309257" cy="97332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Reece Galgana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CS 489-1001: Final Project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Dr. Bryar Shareef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F5FE087-35F0-6E43-E71B-0407202C772C}"/>
                </a:ext>
              </a:extLst>
            </p:cNvPr>
            <p:cNvSpPr txBox="1"/>
            <p:nvPr/>
          </p:nvSpPr>
          <p:spPr>
            <a:xfrm>
              <a:off x="7088197" y="1655439"/>
              <a:ext cx="330925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solidFill>
                    <a:schemeClr val="bg1">
                      <a:lumMod val="85000"/>
                    </a:schemeClr>
                  </a:solidFill>
                  <a:latin typeface="PT Serif" panose="020A0603040505020204" pitchFamily="18" charset="77"/>
                </a:rPr>
                <a:t>Wally</a:t>
              </a:r>
              <a:endParaRPr lang="en-US" sz="96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4D2EDEC-5DA7-005A-A5C9-6A0979C04358}"/>
                </a:ext>
              </a:extLst>
            </p:cNvPr>
            <p:cNvSpPr txBox="1"/>
            <p:nvPr/>
          </p:nvSpPr>
          <p:spPr>
            <a:xfrm>
              <a:off x="6791193" y="3129474"/>
              <a:ext cx="39032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A Fine-Tuned Sentence </a:t>
              </a:r>
            </a:p>
            <a:p>
              <a:pPr algn="ctr"/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Transformer for </a:t>
              </a:r>
              <a:r>
                <a:rPr lang="en-US" sz="2000" i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Wavelength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.</a:t>
              </a:r>
            </a:p>
          </p:txBody>
        </p:sp>
      </p:grpSp>
      <p:grpSp>
        <p:nvGrpSpPr>
          <p:cNvPr id="539" name="Group 538">
            <a:extLst>
              <a:ext uri="{FF2B5EF4-FFF2-40B4-BE49-F238E27FC236}">
                <a16:creationId xmlns:a16="http://schemas.microsoft.com/office/drawing/2014/main" id="{175F292D-8447-718B-AEEB-C74EB6AE8F99}"/>
              </a:ext>
            </a:extLst>
          </p:cNvPr>
          <p:cNvGrpSpPr/>
          <p:nvPr/>
        </p:nvGrpSpPr>
        <p:grpSpPr>
          <a:xfrm rot="2810737">
            <a:off x="4061777" y="10284895"/>
            <a:ext cx="5874569" cy="2908755"/>
            <a:chOff x="5802085" y="1730830"/>
            <a:chExt cx="5874569" cy="2908755"/>
          </a:xfrm>
        </p:grpSpPr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97F3F51E-99A0-2247-5D9B-61B00BED10AB}"/>
                </a:ext>
              </a:extLst>
            </p:cNvPr>
            <p:cNvSpPr txBox="1"/>
            <p:nvPr/>
          </p:nvSpPr>
          <p:spPr>
            <a:xfrm>
              <a:off x="5802085" y="1730830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How to Play Wavelength</a:t>
              </a:r>
            </a:p>
          </p:txBody>
        </p:sp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id="{7439367D-B807-A7B1-7BA4-43946943C3DC}"/>
                </a:ext>
              </a:extLst>
            </p:cNvPr>
            <p:cNvSpPr txBox="1"/>
            <p:nvPr/>
          </p:nvSpPr>
          <p:spPr>
            <a:xfrm>
              <a:off x="6987135" y="2700593"/>
              <a:ext cx="3903264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Draw a word pair.</a:t>
              </a:r>
            </a:p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Psychic gives a clue.</a:t>
              </a:r>
            </a:p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Guesser tries to deduce hidden range.</a:t>
              </a:r>
            </a:p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Guesser gets more points when closer to middle.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80377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3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7D29F5-7648-0E41-1B0A-F0B38D628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5">
            <a:extLst>
              <a:ext uri="{FF2B5EF4-FFF2-40B4-BE49-F238E27FC236}">
                <a16:creationId xmlns:a16="http://schemas.microsoft.com/office/drawing/2014/main" id="{FACCC896-3051-CA52-FF7C-EDEAED8B4E4B}"/>
              </a:ext>
            </a:extLst>
          </p:cNvPr>
          <p:cNvGrpSpPr/>
          <p:nvPr/>
        </p:nvGrpSpPr>
        <p:grpSpPr>
          <a:xfrm rot="17770737">
            <a:off x="-1948160" y="-78388"/>
            <a:ext cx="6958167" cy="6980484"/>
            <a:chOff x="-1948160" y="-78388"/>
            <a:chExt cx="6958167" cy="698048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C907B46-0E67-E12A-91CA-1D8650FA8911}"/>
                </a:ext>
              </a:extLst>
            </p:cNvPr>
            <p:cNvSpPr/>
            <p:nvPr/>
          </p:nvSpPr>
          <p:spPr>
            <a:xfrm>
              <a:off x="-1948160" y="-78388"/>
              <a:ext cx="6958167" cy="6980484"/>
            </a:xfrm>
            <a:custGeom>
              <a:avLst/>
              <a:gdLst>
                <a:gd name="csX0" fmla="*/ 6119712 w 6958167"/>
                <a:gd name="csY0" fmla="*/ 5773616 h 6980484"/>
                <a:gd name="csX1" fmla="*/ 5722275 w 6958167"/>
                <a:gd name="csY1" fmla="*/ 5883418 h 6980484"/>
                <a:gd name="csX2" fmla="*/ 5587678 w 6958167"/>
                <a:gd name="csY2" fmla="*/ 6273161 h 6980484"/>
                <a:gd name="csX3" fmla="*/ 5176072 w 6958167"/>
                <a:gd name="csY3" fmla="*/ 6297955 h 6980484"/>
                <a:gd name="csX4" fmla="*/ 4962941 w 6958167"/>
                <a:gd name="csY4" fmla="*/ 6650934 h 6980484"/>
                <a:gd name="csX5" fmla="*/ 4555244 w 6958167"/>
                <a:gd name="csY5" fmla="*/ 6589010 h 6980484"/>
                <a:gd name="csX6" fmla="*/ 4273227 w 6958167"/>
                <a:gd name="csY6" fmla="*/ 6889837 h 6980484"/>
                <a:gd name="csX7" fmla="*/ 3887270 w 6958167"/>
                <a:gd name="csY7" fmla="*/ 6744615 h 6980484"/>
                <a:gd name="csX8" fmla="*/ 3549069 w 6958167"/>
                <a:gd name="csY8" fmla="*/ 6980464 h 6980484"/>
                <a:gd name="csX9" fmla="*/ 3201586 w 6958167"/>
                <a:gd name="csY9" fmla="*/ 6758538 h 6980484"/>
                <a:gd name="csX10" fmla="*/ 2821859 w 6958167"/>
                <a:gd name="csY10" fmla="*/ 6919272 h 6980484"/>
                <a:gd name="csX11" fmla="*/ 2527994 w 6958167"/>
                <a:gd name="csY11" fmla="*/ 6630049 h 6980484"/>
                <a:gd name="csX12" fmla="*/ 2123106 w 6958167"/>
                <a:gd name="csY12" fmla="*/ 6707973 h 6980484"/>
                <a:gd name="csX13" fmla="*/ 1896295 w 6958167"/>
                <a:gd name="csY13" fmla="*/ 6363666 h 6980484"/>
                <a:gd name="csX14" fmla="*/ 1484079 w 6958167"/>
                <a:gd name="csY14" fmla="*/ 6355238 h 6980484"/>
                <a:gd name="csX15" fmla="*/ 1333849 w 6958167"/>
                <a:gd name="csY15" fmla="*/ 5971236 h 6980484"/>
                <a:gd name="csX16" fmla="*/ 932136 w 6958167"/>
                <a:gd name="csY16" fmla="*/ 5878044 h 6980484"/>
                <a:gd name="csX17" fmla="*/ 864227 w 6958167"/>
                <a:gd name="csY17" fmla="*/ 5471324 h 6980484"/>
                <a:gd name="csX18" fmla="*/ 490729 w 6958167"/>
                <a:gd name="csY18" fmla="*/ 5296544 h 6980484"/>
                <a:gd name="csX19" fmla="*/ 509416 w 6958167"/>
                <a:gd name="csY19" fmla="*/ 4884572 h 6980484"/>
                <a:gd name="csX20" fmla="*/ 180742 w 6958167"/>
                <a:gd name="csY20" fmla="*/ 4635532 h 6980484"/>
                <a:gd name="csX21" fmla="*/ 284926 w 6958167"/>
                <a:gd name="csY21" fmla="*/ 4236629 h 6980484"/>
                <a:gd name="csX22" fmla="*/ 15245 w 6958167"/>
                <a:gd name="csY22" fmla="*/ 3924810 h 6980484"/>
                <a:gd name="csX23" fmla="*/ 199795 w 6958167"/>
                <a:gd name="csY23" fmla="*/ 3556074 h 6980484"/>
                <a:gd name="csX24" fmla="*/ 344 w 6958167"/>
                <a:gd name="csY24" fmla="*/ 3195156 h 6980484"/>
                <a:gd name="csX25" fmla="*/ 257200 w 6958167"/>
                <a:gd name="csY25" fmla="*/ 2872589 h 6980484"/>
                <a:gd name="csX26" fmla="*/ 137139 w 6958167"/>
                <a:gd name="csY26" fmla="*/ 2478083 h 6980484"/>
                <a:gd name="csX27" fmla="*/ 455675 w 6958167"/>
                <a:gd name="csY27" fmla="*/ 2216218 h 6980484"/>
                <a:gd name="csX28" fmla="*/ 420744 w 6958167"/>
                <a:gd name="csY28" fmla="*/ 1805345 h 6980484"/>
                <a:gd name="csX29" fmla="*/ 787036 w 6958167"/>
                <a:gd name="csY29" fmla="*/ 1615909 h 6980484"/>
                <a:gd name="csX30" fmla="*/ 838334 w 6958167"/>
                <a:gd name="csY30" fmla="*/ 1206746 h 6980484"/>
                <a:gd name="csX31" fmla="*/ 1235772 w 6958167"/>
                <a:gd name="csY31" fmla="*/ 1096944 h 6980484"/>
                <a:gd name="csX32" fmla="*/ 1370368 w 6958167"/>
                <a:gd name="csY32" fmla="*/ 707201 h 6980484"/>
                <a:gd name="csX33" fmla="*/ 1781974 w 6958167"/>
                <a:gd name="csY33" fmla="*/ 682407 h 6980484"/>
                <a:gd name="csX34" fmla="*/ 1995105 w 6958167"/>
                <a:gd name="csY34" fmla="*/ 329427 h 6980484"/>
                <a:gd name="csX35" fmla="*/ 2402802 w 6958167"/>
                <a:gd name="csY35" fmla="*/ 391352 h 6980484"/>
                <a:gd name="csX36" fmla="*/ 2684819 w 6958167"/>
                <a:gd name="csY36" fmla="*/ 90525 h 6980484"/>
                <a:gd name="csX37" fmla="*/ 3070776 w 6958167"/>
                <a:gd name="csY37" fmla="*/ 235747 h 6980484"/>
                <a:gd name="csX38" fmla="*/ 3409099 w 6958167"/>
                <a:gd name="csY38" fmla="*/ 21 h 6980484"/>
                <a:gd name="csX39" fmla="*/ 3756582 w 6958167"/>
                <a:gd name="csY39" fmla="*/ 221946 h 6980484"/>
                <a:gd name="csX40" fmla="*/ 4136310 w 6958167"/>
                <a:gd name="csY40" fmla="*/ 61212 h 6980484"/>
                <a:gd name="csX41" fmla="*/ 4430174 w 6958167"/>
                <a:gd name="csY41" fmla="*/ 350435 h 6980484"/>
                <a:gd name="csX42" fmla="*/ 4835062 w 6958167"/>
                <a:gd name="csY42" fmla="*/ 272511 h 6980484"/>
                <a:gd name="csX43" fmla="*/ 5061873 w 6958167"/>
                <a:gd name="csY43" fmla="*/ 616819 h 6980484"/>
                <a:gd name="csX44" fmla="*/ 5474090 w 6958167"/>
                <a:gd name="csY44" fmla="*/ 625246 h 6980484"/>
                <a:gd name="csX45" fmla="*/ 5624320 w 6958167"/>
                <a:gd name="csY45" fmla="*/ 1009249 h 6980484"/>
                <a:gd name="csX46" fmla="*/ 6026032 w 6958167"/>
                <a:gd name="csY46" fmla="*/ 1102440 h 6980484"/>
                <a:gd name="csX47" fmla="*/ 6093941 w 6958167"/>
                <a:gd name="csY47" fmla="*/ 1509160 h 6980484"/>
                <a:gd name="csX48" fmla="*/ 6467440 w 6958167"/>
                <a:gd name="csY48" fmla="*/ 1683940 h 6980484"/>
                <a:gd name="csX49" fmla="*/ 6448752 w 6958167"/>
                <a:gd name="csY49" fmla="*/ 2095912 h 6980484"/>
                <a:gd name="csX50" fmla="*/ 6777427 w 6958167"/>
                <a:gd name="csY50" fmla="*/ 2344952 h 6980484"/>
                <a:gd name="csX51" fmla="*/ 6673242 w 6958167"/>
                <a:gd name="csY51" fmla="*/ 2743855 h 6980484"/>
                <a:gd name="csX52" fmla="*/ 6942924 w 6958167"/>
                <a:gd name="csY52" fmla="*/ 3055674 h 6980484"/>
                <a:gd name="csX53" fmla="*/ 6758373 w 6958167"/>
                <a:gd name="csY53" fmla="*/ 3424410 h 6980484"/>
                <a:gd name="csX54" fmla="*/ 6957824 w 6958167"/>
                <a:gd name="csY54" fmla="*/ 3785328 h 6980484"/>
                <a:gd name="csX55" fmla="*/ 6700968 w 6958167"/>
                <a:gd name="csY55" fmla="*/ 4107895 h 6980484"/>
                <a:gd name="csX56" fmla="*/ 6821030 w 6958167"/>
                <a:gd name="csY56" fmla="*/ 4502402 h 6980484"/>
                <a:gd name="csX57" fmla="*/ 6502493 w 6958167"/>
                <a:gd name="csY57" fmla="*/ 4764266 h 6980484"/>
                <a:gd name="csX58" fmla="*/ 6537425 w 6958167"/>
                <a:gd name="csY58" fmla="*/ 5175139 h 6980484"/>
                <a:gd name="csX59" fmla="*/ 6171132 w 6958167"/>
                <a:gd name="csY59" fmla="*/ 5364575 h 6980484"/>
                <a:gd name="csX60" fmla="*/ 6119834 w 6958167"/>
                <a:gd name="csY60" fmla="*/ 5773738 h 6980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</a:cxnLst>
              <a:rect l="l" t="t" r="r" b="b"/>
              <a:pathLst>
                <a:path w="6958167" h="6980484">
                  <a:moveTo>
                    <a:pt x="6119712" y="5773616"/>
                  </a:moveTo>
                  <a:cubicBezTo>
                    <a:pt x="6041544" y="5863998"/>
                    <a:pt x="5807527" y="5803418"/>
                    <a:pt x="5722275" y="5883418"/>
                  </a:cubicBezTo>
                  <a:cubicBezTo>
                    <a:pt x="5635312" y="5965129"/>
                    <a:pt x="5681114" y="6202321"/>
                    <a:pt x="5587678" y="6273161"/>
                  </a:cubicBezTo>
                  <a:cubicBezTo>
                    <a:pt x="5494242" y="6344001"/>
                    <a:pt x="5276592" y="6237130"/>
                    <a:pt x="5176072" y="6297955"/>
                  </a:cubicBezTo>
                  <a:cubicBezTo>
                    <a:pt x="5074453" y="6359390"/>
                    <a:pt x="5069446" y="6600980"/>
                    <a:pt x="4962941" y="6650934"/>
                  </a:cubicBezTo>
                  <a:cubicBezTo>
                    <a:pt x="4855582" y="6701255"/>
                    <a:pt x="4666634" y="6550537"/>
                    <a:pt x="4555244" y="6589010"/>
                  </a:cubicBezTo>
                  <a:cubicBezTo>
                    <a:pt x="4443243" y="6627728"/>
                    <a:pt x="4388037" y="6863088"/>
                    <a:pt x="4273227" y="6889837"/>
                  </a:cubicBezTo>
                  <a:cubicBezTo>
                    <a:pt x="4157928" y="6916707"/>
                    <a:pt x="4004523" y="6729958"/>
                    <a:pt x="3887270" y="6744615"/>
                  </a:cubicBezTo>
                  <a:cubicBezTo>
                    <a:pt x="3770017" y="6759271"/>
                    <a:pt x="3667177" y="6978021"/>
                    <a:pt x="3549069" y="6980464"/>
                  </a:cubicBezTo>
                  <a:cubicBezTo>
                    <a:pt x="3430962" y="6982906"/>
                    <a:pt x="3319449" y="6768431"/>
                    <a:pt x="3201586" y="6758538"/>
                  </a:cubicBezTo>
                  <a:cubicBezTo>
                    <a:pt x="3083723" y="6748645"/>
                    <a:pt x="2938256" y="6941502"/>
                    <a:pt x="2821859" y="6919272"/>
                  </a:cubicBezTo>
                  <a:cubicBezTo>
                    <a:pt x="2705461" y="6897043"/>
                    <a:pt x="2641582" y="6664370"/>
                    <a:pt x="2527994" y="6630049"/>
                  </a:cubicBezTo>
                  <a:cubicBezTo>
                    <a:pt x="2415383" y="6595972"/>
                    <a:pt x="2232542" y="6754141"/>
                    <a:pt x="2123106" y="6707973"/>
                  </a:cubicBezTo>
                  <a:cubicBezTo>
                    <a:pt x="2014891" y="6662293"/>
                    <a:pt x="2000479" y="6421192"/>
                    <a:pt x="1896295" y="6363666"/>
                  </a:cubicBezTo>
                  <a:cubicBezTo>
                    <a:pt x="1793699" y="6306993"/>
                    <a:pt x="1581911" y="6423513"/>
                    <a:pt x="1484079" y="6355238"/>
                  </a:cubicBezTo>
                  <a:cubicBezTo>
                    <a:pt x="1386246" y="6286963"/>
                    <a:pt x="1424231" y="6049404"/>
                    <a:pt x="1333849" y="5971236"/>
                  </a:cubicBezTo>
                  <a:cubicBezTo>
                    <a:pt x="1243466" y="5893067"/>
                    <a:pt x="1012259" y="5963174"/>
                    <a:pt x="932136" y="5878044"/>
                  </a:cubicBezTo>
                  <a:cubicBezTo>
                    <a:pt x="850426" y="5791082"/>
                    <a:pt x="935068" y="5564637"/>
                    <a:pt x="864227" y="5471324"/>
                  </a:cubicBezTo>
                  <a:cubicBezTo>
                    <a:pt x="792288" y="5376545"/>
                    <a:pt x="551554" y="5397064"/>
                    <a:pt x="490729" y="5296544"/>
                  </a:cubicBezTo>
                  <a:cubicBezTo>
                    <a:pt x="429904" y="5196024"/>
                    <a:pt x="559370" y="4991198"/>
                    <a:pt x="509416" y="4884572"/>
                  </a:cubicBezTo>
                  <a:cubicBezTo>
                    <a:pt x="459095" y="4777212"/>
                    <a:pt x="219338" y="4746922"/>
                    <a:pt x="180742" y="4635532"/>
                  </a:cubicBezTo>
                  <a:cubicBezTo>
                    <a:pt x="142146" y="4524142"/>
                    <a:pt x="311674" y="4351439"/>
                    <a:pt x="284926" y="4236629"/>
                  </a:cubicBezTo>
                  <a:cubicBezTo>
                    <a:pt x="258178" y="4121819"/>
                    <a:pt x="29901" y="4041940"/>
                    <a:pt x="15245" y="3924810"/>
                  </a:cubicBezTo>
                  <a:cubicBezTo>
                    <a:pt x="588" y="3807679"/>
                    <a:pt x="202238" y="3674304"/>
                    <a:pt x="199795" y="3556074"/>
                  </a:cubicBezTo>
                  <a:cubicBezTo>
                    <a:pt x="197353" y="3437845"/>
                    <a:pt x="-9549" y="3313020"/>
                    <a:pt x="344" y="3195156"/>
                  </a:cubicBezTo>
                  <a:cubicBezTo>
                    <a:pt x="10237" y="3077293"/>
                    <a:pt x="235093" y="2988987"/>
                    <a:pt x="257200" y="2872589"/>
                  </a:cubicBezTo>
                  <a:cubicBezTo>
                    <a:pt x="279307" y="2756192"/>
                    <a:pt x="102818" y="2591671"/>
                    <a:pt x="137139" y="2478083"/>
                  </a:cubicBezTo>
                  <a:cubicBezTo>
                    <a:pt x="171459" y="2364494"/>
                    <a:pt x="409507" y="2325776"/>
                    <a:pt x="455675" y="2216218"/>
                  </a:cubicBezTo>
                  <a:cubicBezTo>
                    <a:pt x="501843" y="2106660"/>
                    <a:pt x="363216" y="1909529"/>
                    <a:pt x="420744" y="1805345"/>
                  </a:cubicBezTo>
                  <a:cubicBezTo>
                    <a:pt x="478271" y="1701162"/>
                    <a:pt x="718761" y="1713742"/>
                    <a:pt x="787036" y="1615909"/>
                  </a:cubicBezTo>
                  <a:cubicBezTo>
                    <a:pt x="855311" y="1518076"/>
                    <a:pt x="760166" y="1297251"/>
                    <a:pt x="838334" y="1206746"/>
                  </a:cubicBezTo>
                  <a:cubicBezTo>
                    <a:pt x="916502" y="1116242"/>
                    <a:pt x="1150519" y="1176944"/>
                    <a:pt x="1235772" y="1096944"/>
                  </a:cubicBezTo>
                  <a:cubicBezTo>
                    <a:pt x="1322734" y="1015234"/>
                    <a:pt x="1276932" y="778041"/>
                    <a:pt x="1370368" y="707201"/>
                  </a:cubicBezTo>
                  <a:cubicBezTo>
                    <a:pt x="1463804" y="636361"/>
                    <a:pt x="1681454" y="743232"/>
                    <a:pt x="1781974" y="682407"/>
                  </a:cubicBezTo>
                  <a:cubicBezTo>
                    <a:pt x="1882493" y="621582"/>
                    <a:pt x="1888600" y="379382"/>
                    <a:pt x="1995105" y="329427"/>
                  </a:cubicBezTo>
                  <a:cubicBezTo>
                    <a:pt x="2101610" y="279473"/>
                    <a:pt x="2291412" y="429825"/>
                    <a:pt x="2402802" y="391352"/>
                  </a:cubicBezTo>
                  <a:cubicBezTo>
                    <a:pt x="2514192" y="352878"/>
                    <a:pt x="2570010" y="117273"/>
                    <a:pt x="2684819" y="90525"/>
                  </a:cubicBezTo>
                  <a:cubicBezTo>
                    <a:pt x="2800118" y="63655"/>
                    <a:pt x="2953523" y="250404"/>
                    <a:pt x="3070776" y="235747"/>
                  </a:cubicBezTo>
                  <a:cubicBezTo>
                    <a:pt x="3188029" y="221091"/>
                    <a:pt x="3290991" y="2463"/>
                    <a:pt x="3409099" y="21"/>
                  </a:cubicBezTo>
                  <a:cubicBezTo>
                    <a:pt x="3527207" y="-2422"/>
                    <a:pt x="3638719" y="212053"/>
                    <a:pt x="3756582" y="221946"/>
                  </a:cubicBezTo>
                  <a:cubicBezTo>
                    <a:pt x="3874445" y="231839"/>
                    <a:pt x="4019912" y="38983"/>
                    <a:pt x="4136310" y="61212"/>
                  </a:cubicBezTo>
                  <a:cubicBezTo>
                    <a:pt x="4252708" y="83441"/>
                    <a:pt x="4316586" y="316114"/>
                    <a:pt x="4430174" y="350435"/>
                  </a:cubicBezTo>
                  <a:cubicBezTo>
                    <a:pt x="4543763" y="384756"/>
                    <a:pt x="4725627" y="226343"/>
                    <a:pt x="4835062" y="272511"/>
                  </a:cubicBezTo>
                  <a:cubicBezTo>
                    <a:pt x="4944499" y="318679"/>
                    <a:pt x="4957689" y="559292"/>
                    <a:pt x="5061873" y="616819"/>
                  </a:cubicBezTo>
                  <a:cubicBezTo>
                    <a:pt x="5166057" y="674346"/>
                    <a:pt x="5376257" y="556971"/>
                    <a:pt x="5474090" y="625246"/>
                  </a:cubicBezTo>
                  <a:cubicBezTo>
                    <a:pt x="5571922" y="693521"/>
                    <a:pt x="5533937" y="931080"/>
                    <a:pt x="5624320" y="1009249"/>
                  </a:cubicBezTo>
                  <a:cubicBezTo>
                    <a:pt x="5714702" y="1087417"/>
                    <a:pt x="5945910" y="1017310"/>
                    <a:pt x="6026032" y="1102440"/>
                  </a:cubicBezTo>
                  <a:cubicBezTo>
                    <a:pt x="6107743" y="1189403"/>
                    <a:pt x="6023101" y="1415847"/>
                    <a:pt x="6093941" y="1509160"/>
                  </a:cubicBezTo>
                  <a:cubicBezTo>
                    <a:pt x="6165881" y="1603940"/>
                    <a:pt x="6406615" y="1583420"/>
                    <a:pt x="6467440" y="1683940"/>
                  </a:cubicBezTo>
                  <a:cubicBezTo>
                    <a:pt x="6528875" y="1785559"/>
                    <a:pt x="6398798" y="1989286"/>
                    <a:pt x="6448752" y="2095912"/>
                  </a:cubicBezTo>
                  <a:cubicBezTo>
                    <a:pt x="6498707" y="2202539"/>
                    <a:pt x="6738831" y="2233562"/>
                    <a:pt x="6777427" y="2344952"/>
                  </a:cubicBezTo>
                  <a:cubicBezTo>
                    <a:pt x="6816022" y="2456342"/>
                    <a:pt x="6646494" y="2629046"/>
                    <a:pt x="6673242" y="2743855"/>
                  </a:cubicBezTo>
                  <a:cubicBezTo>
                    <a:pt x="6700113" y="2859154"/>
                    <a:pt x="6928267" y="2938544"/>
                    <a:pt x="6942924" y="3055674"/>
                  </a:cubicBezTo>
                  <a:cubicBezTo>
                    <a:pt x="6957580" y="3172927"/>
                    <a:pt x="6755930" y="3306180"/>
                    <a:pt x="6758373" y="3424410"/>
                  </a:cubicBezTo>
                  <a:cubicBezTo>
                    <a:pt x="6760816" y="3542639"/>
                    <a:pt x="6967717" y="3667464"/>
                    <a:pt x="6957824" y="3785328"/>
                  </a:cubicBezTo>
                  <a:cubicBezTo>
                    <a:pt x="6947931" y="3903191"/>
                    <a:pt x="6723075" y="3991497"/>
                    <a:pt x="6700968" y="4107895"/>
                  </a:cubicBezTo>
                  <a:cubicBezTo>
                    <a:pt x="6678861" y="4224293"/>
                    <a:pt x="6855351" y="4388813"/>
                    <a:pt x="6821030" y="4502402"/>
                  </a:cubicBezTo>
                  <a:cubicBezTo>
                    <a:pt x="6786709" y="4615990"/>
                    <a:pt x="6548661" y="4654708"/>
                    <a:pt x="6502493" y="4764266"/>
                  </a:cubicBezTo>
                  <a:cubicBezTo>
                    <a:pt x="6456325" y="4873824"/>
                    <a:pt x="6594952" y="5070955"/>
                    <a:pt x="6537425" y="5175139"/>
                  </a:cubicBezTo>
                  <a:cubicBezTo>
                    <a:pt x="6479898" y="5279322"/>
                    <a:pt x="6239408" y="5266742"/>
                    <a:pt x="6171132" y="5364575"/>
                  </a:cubicBezTo>
                  <a:cubicBezTo>
                    <a:pt x="6104201" y="5460454"/>
                    <a:pt x="6198003" y="5683234"/>
                    <a:pt x="6119834" y="5773738"/>
                  </a:cubicBezTo>
                  <a:close/>
                </a:path>
              </a:pathLst>
            </a:custGeom>
            <a:solidFill>
              <a:srgbClr val="E0E4D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4A7BB1-D8DB-2B5D-1715-866DC6D14284}"/>
                </a:ext>
              </a:extLst>
            </p:cNvPr>
            <p:cNvSpPr/>
            <p:nvPr/>
          </p:nvSpPr>
          <p:spPr>
            <a:xfrm>
              <a:off x="1439564" y="655019"/>
              <a:ext cx="180520" cy="2757810"/>
            </a:xfrm>
            <a:custGeom>
              <a:avLst/>
              <a:gdLst>
                <a:gd name="csX0" fmla="*/ 180398 w 180520"/>
                <a:gd name="csY0" fmla="*/ 296 h 2757810"/>
                <a:gd name="csX1" fmla="*/ 0 w 180520"/>
                <a:gd name="csY1" fmla="*/ 3472 h 2757810"/>
                <a:gd name="csX2" fmla="*/ 141436 w 180520"/>
                <a:gd name="csY2" fmla="*/ 2757810 h 2757810"/>
                <a:gd name="csX3" fmla="*/ 180521 w 180520"/>
                <a:gd name="csY3" fmla="*/ 296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80398" y="296"/>
                  </a:moveTo>
                  <a:cubicBezTo>
                    <a:pt x="120184" y="-559"/>
                    <a:pt x="60092" y="418"/>
                    <a:pt x="0" y="3472"/>
                  </a:cubicBezTo>
                  <a:lnTo>
                    <a:pt x="141436" y="2757810"/>
                  </a:lnTo>
                  <a:lnTo>
                    <a:pt x="180521" y="29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3F69BD9-2A15-73C9-47E8-3FFF2D637AB7}"/>
                </a:ext>
              </a:extLst>
            </p:cNvPr>
            <p:cNvSpPr/>
            <p:nvPr/>
          </p:nvSpPr>
          <p:spPr>
            <a:xfrm>
              <a:off x="1581000" y="683774"/>
              <a:ext cx="576370" cy="2729055"/>
            </a:xfrm>
            <a:custGeom>
              <a:avLst/>
              <a:gdLst>
                <a:gd name="csX0" fmla="*/ 576370 w 576370"/>
                <a:gd name="csY0" fmla="*/ 31756 h 2729055"/>
                <a:gd name="csX1" fmla="*/ 398659 w 576370"/>
                <a:gd name="csY1" fmla="*/ 0 h 2729055"/>
                <a:gd name="csX2" fmla="*/ 0 w 576370"/>
                <a:gd name="csY2" fmla="*/ 2729056 h 2729055"/>
                <a:gd name="csX3" fmla="*/ 576370 w 576370"/>
                <a:gd name="csY3" fmla="*/ 31756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576370" y="31756"/>
                  </a:moveTo>
                  <a:cubicBezTo>
                    <a:pt x="517377" y="19176"/>
                    <a:pt x="458141" y="8672"/>
                    <a:pt x="398659" y="0"/>
                  </a:cubicBezTo>
                  <a:lnTo>
                    <a:pt x="0" y="2729056"/>
                  </a:lnTo>
                  <a:lnTo>
                    <a:pt x="576370" y="317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7193B86-6E64-D403-7199-9490F518A391}"/>
                </a:ext>
              </a:extLst>
            </p:cNvPr>
            <p:cNvSpPr/>
            <p:nvPr/>
          </p:nvSpPr>
          <p:spPr>
            <a:xfrm>
              <a:off x="1259777" y="658491"/>
              <a:ext cx="321223" cy="2754338"/>
            </a:xfrm>
            <a:custGeom>
              <a:avLst/>
              <a:gdLst>
                <a:gd name="csX0" fmla="*/ 179787 w 321223"/>
                <a:gd name="csY0" fmla="*/ 0 h 2754338"/>
                <a:gd name="csX1" fmla="*/ 0 w 321223"/>
                <a:gd name="csY1" fmla="*/ 15267 h 2754338"/>
                <a:gd name="csX2" fmla="*/ 321223 w 321223"/>
                <a:gd name="csY2" fmla="*/ 2754339 h 2754338"/>
                <a:gd name="csX3" fmla="*/ 179787 w 321223"/>
                <a:gd name="csY3" fmla="*/ 0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79787" y="0"/>
                  </a:moveTo>
                  <a:cubicBezTo>
                    <a:pt x="119695" y="3053"/>
                    <a:pt x="59725" y="8305"/>
                    <a:pt x="0" y="15267"/>
                  </a:cubicBezTo>
                  <a:lnTo>
                    <a:pt x="321223" y="2754339"/>
                  </a:lnTo>
                  <a:lnTo>
                    <a:pt x="17978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C6544FA-7E00-F0E7-410A-78A70D766D19}"/>
                </a:ext>
              </a:extLst>
            </p:cNvPr>
            <p:cNvSpPr/>
            <p:nvPr/>
          </p:nvSpPr>
          <p:spPr>
            <a:xfrm>
              <a:off x="1581000" y="663743"/>
              <a:ext cx="398658" cy="2749086"/>
            </a:xfrm>
            <a:custGeom>
              <a:avLst/>
              <a:gdLst>
                <a:gd name="csX0" fmla="*/ 398659 w 398658"/>
                <a:gd name="csY0" fmla="*/ 20031 h 2749086"/>
                <a:gd name="csX1" fmla="*/ 219360 w 398658"/>
                <a:gd name="csY1" fmla="*/ 0 h 2749086"/>
                <a:gd name="csX2" fmla="*/ 0 w 398658"/>
                <a:gd name="csY2" fmla="*/ 2749087 h 2749086"/>
                <a:gd name="csX3" fmla="*/ 398659 w 398658"/>
                <a:gd name="csY3" fmla="*/ 20031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8" h="2749086">
                  <a:moveTo>
                    <a:pt x="398659" y="20031"/>
                  </a:moveTo>
                  <a:cubicBezTo>
                    <a:pt x="339056" y="11359"/>
                    <a:pt x="279208" y="4763"/>
                    <a:pt x="219360" y="0"/>
                  </a:cubicBezTo>
                  <a:lnTo>
                    <a:pt x="0" y="2749087"/>
                  </a:lnTo>
                  <a:lnTo>
                    <a:pt x="398659" y="2003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C5C8A8E-0792-2BA1-BB52-DFF220678446}"/>
                </a:ext>
              </a:extLst>
            </p:cNvPr>
            <p:cNvSpPr/>
            <p:nvPr/>
          </p:nvSpPr>
          <p:spPr>
            <a:xfrm>
              <a:off x="1581000" y="715530"/>
              <a:ext cx="751516" cy="2697299"/>
            </a:xfrm>
            <a:custGeom>
              <a:avLst/>
              <a:gdLst>
                <a:gd name="csX0" fmla="*/ 751516 w 751516"/>
                <a:gd name="csY0" fmla="*/ 43481 h 2697299"/>
                <a:gd name="csX1" fmla="*/ 576370 w 751516"/>
                <a:gd name="csY1" fmla="*/ 0 h 2697299"/>
                <a:gd name="csX2" fmla="*/ 0 w 751516"/>
                <a:gd name="csY2" fmla="*/ 2697300 h 2697299"/>
                <a:gd name="csX3" fmla="*/ 751516 w 751516"/>
                <a:gd name="csY3" fmla="*/ 43481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751516" y="43481"/>
                  </a:moveTo>
                  <a:cubicBezTo>
                    <a:pt x="693501" y="27115"/>
                    <a:pt x="635119" y="12458"/>
                    <a:pt x="576370" y="0"/>
                  </a:cubicBezTo>
                  <a:lnTo>
                    <a:pt x="0" y="2697300"/>
                  </a:lnTo>
                  <a:lnTo>
                    <a:pt x="751516" y="43481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56C1F9A-F2CD-B95B-6580-945714800DD0}"/>
                </a:ext>
              </a:extLst>
            </p:cNvPr>
            <p:cNvSpPr/>
            <p:nvPr/>
          </p:nvSpPr>
          <p:spPr>
            <a:xfrm>
              <a:off x="1581000" y="1044326"/>
              <a:ext cx="1564345" cy="2368503"/>
            </a:xfrm>
            <a:custGeom>
              <a:avLst/>
              <a:gdLst>
                <a:gd name="csX0" fmla="*/ 1564346 w 1564345"/>
                <a:gd name="csY0" fmla="*/ 97588 h 2368503"/>
                <a:gd name="csX1" fmla="*/ 1412528 w 1564345"/>
                <a:gd name="csY1" fmla="*/ 0 h 2368503"/>
                <a:gd name="csX2" fmla="*/ 0 w 1564345"/>
                <a:gd name="csY2" fmla="*/ 2368504 h 2368503"/>
                <a:gd name="csX3" fmla="*/ 1564346 w 1564345"/>
                <a:gd name="csY3" fmla="*/ 97588 h 2368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5" h="2368503">
                  <a:moveTo>
                    <a:pt x="1564346" y="97588"/>
                  </a:moveTo>
                  <a:cubicBezTo>
                    <a:pt x="1514514" y="63145"/>
                    <a:pt x="1463948" y="30657"/>
                    <a:pt x="1412528" y="0"/>
                  </a:cubicBezTo>
                  <a:lnTo>
                    <a:pt x="0" y="2368504"/>
                  </a:lnTo>
                  <a:lnTo>
                    <a:pt x="1564346" y="97588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AE34F72-B1BE-A0D3-4C01-3117FB44D35A}"/>
                </a:ext>
              </a:extLst>
            </p:cNvPr>
            <p:cNvSpPr/>
            <p:nvPr/>
          </p:nvSpPr>
          <p:spPr>
            <a:xfrm>
              <a:off x="1581000" y="956875"/>
              <a:ext cx="1412528" cy="2455954"/>
            </a:xfrm>
            <a:custGeom>
              <a:avLst/>
              <a:gdLst>
                <a:gd name="csX0" fmla="*/ 1412528 w 1412528"/>
                <a:gd name="csY0" fmla="*/ 87451 h 2455954"/>
                <a:gd name="csX1" fmla="*/ 1254726 w 1412528"/>
                <a:gd name="csY1" fmla="*/ 0 h 2455954"/>
                <a:gd name="csX2" fmla="*/ 0 w 1412528"/>
                <a:gd name="csY2" fmla="*/ 2455955 h 2455954"/>
                <a:gd name="csX3" fmla="*/ 1412528 w 1412528"/>
                <a:gd name="csY3" fmla="*/ 87451 h 245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4">
                  <a:moveTo>
                    <a:pt x="1412528" y="87451"/>
                  </a:moveTo>
                  <a:cubicBezTo>
                    <a:pt x="1360620" y="56428"/>
                    <a:pt x="1307978" y="27237"/>
                    <a:pt x="1254726" y="0"/>
                  </a:cubicBezTo>
                  <a:lnTo>
                    <a:pt x="0" y="2455955"/>
                  </a:lnTo>
                  <a:lnTo>
                    <a:pt x="1412528" y="8745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D21A564-1851-5781-0734-431A2A91DFFF}"/>
                </a:ext>
              </a:extLst>
            </p:cNvPr>
            <p:cNvSpPr/>
            <p:nvPr/>
          </p:nvSpPr>
          <p:spPr>
            <a:xfrm>
              <a:off x="1581000" y="879684"/>
              <a:ext cx="1254725" cy="2533146"/>
            </a:xfrm>
            <a:custGeom>
              <a:avLst/>
              <a:gdLst>
                <a:gd name="csX0" fmla="*/ 1254726 w 1254725"/>
                <a:gd name="csY0" fmla="*/ 77069 h 2533146"/>
                <a:gd name="csX1" fmla="*/ 1091549 w 1254725"/>
                <a:gd name="csY1" fmla="*/ 0 h 2533146"/>
                <a:gd name="csX2" fmla="*/ 0 w 1254725"/>
                <a:gd name="csY2" fmla="*/ 2533146 h 2533146"/>
                <a:gd name="csX3" fmla="*/ 1254726 w 1254725"/>
                <a:gd name="csY3" fmla="*/ 77191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1254726" y="77069"/>
                  </a:moveTo>
                  <a:cubicBezTo>
                    <a:pt x="1200985" y="49588"/>
                    <a:pt x="1146511" y="23695"/>
                    <a:pt x="1091549" y="0"/>
                  </a:cubicBezTo>
                  <a:lnTo>
                    <a:pt x="0" y="2533146"/>
                  </a:lnTo>
                  <a:lnTo>
                    <a:pt x="1254726" y="7719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1F23B3E-3089-782A-787C-6805646395B7}"/>
                </a:ext>
              </a:extLst>
            </p:cNvPr>
            <p:cNvSpPr/>
            <p:nvPr/>
          </p:nvSpPr>
          <p:spPr>
            <a:xfrm>
              <a:off x="1581000" y="813851"/>
              <a:ext cx="1091549" cy="2598978"/>
            </a:xfrm>
            <a:custGeom>
              <a:avLst/>
              <a:gdLst>
                <a:gd name="csX0" fmla="*/ 1091549 w 1091549"/>
                <a:gd name="csY0" fmla="*/ 65832 h 2598978"/>
                <a:gd name="csX1" fmla="*/ 923487 w 1091549"/>
                <a:gd name="csY1" fmla="*/ 0 h 2598978"/>
                <a:gd name="csX2" fmla="*/ 0 w 1091549"/>
                <a:gd name="csY2" fmla="*/ 2598979 h 2598978"/>
                <a:gd name="csX3" fmla="*/ 1091549 w 1091549"/>
                <a:gd name="csY3" fmla="*/ 65832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1091549" y="65832"/>
                  </a:moveTo>
                  <a:cubicBezTo>
                    <a:pt x="1036098" y="41893"/>
                    <a:pt x="980037" y="20031"/>
                    <a:pt x="923487" y="0"/>
                  </a:cubicBezTo>
                  <a:lnTo>
                    <a:pt x="0" y="2598979"/>
                  </a:lnTo>
                  <a:lnTo>
                    <a:pt x="1091549" y="65832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2E2F3D9-6E79-9F69-8603-87F44727B36D}"/>
                </a:ext>
              </a:extLst>
            </p:cNvPr>
            <p:cNvSpPr/>
            <p:nvPr/>
          </p:nvSpPr>
          <p:spPr>
            <a:xfrm>
              <a:off x="1581000" y="759011"/>
              <a:ext cx="923486" cy="2653818"/>
            </a:xfrm>
            <a:custGeom>
              <a:avLst/>
              <a:gdLst>
                <a:gd name="csX0" fmla="*/ 923487 w 923486"/>
                <a:gd name="csY0" fmla="*/ 54840 h 2653818"/>
                <a:gd name="csX1" fmla="*/ 751516 w 923486"/>
                <a:gd name="csY1" fmla="*/ 0 h 2653818"/>
                <a:gd name="csX2" fmla="*/ 0 w 923486"/>
                <a:gd name="csY2" fmla="*/ 2653819 h 2653818"/>
                <a:gd name="csX3" fmla="*/ 923487 w 923486"/>
                <a:gd name="csY3" fmla="*/ 54840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923487" y="54840"/>
                  </a:moveTo>
                  <a:cubicBezTo>
                    <a:pt x="866571" y="34687"/>
                    <a:pt x="809288" y="16367"/>
                    <a:pt x="751516" y="0"/>
                  </a:cubicBezTo>
                  <a:lnTo>
                    <a:pt x="0" y="2653819"/>
                  </a:lnTo>
                  <a:lnTo>
                    <a:pt x="923487" y="54840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7D03305-A849-C70C-02EA-4DCD2590C414}"/>
                </a:ext>
              </a:extLst>
            </p:cNvPr>
            <p:cNvSpPr/>
            <p:nvPr/>
          </p:nvSpPr>
          <p:spPr>
            <a:xfrm>
              <a:off x="-582555" y="1565490"/>
              <a:ext cx="2163433" cy="1847218"/>
            </a:xfrm>
            <a:custGeom>
              <a:avLst/>
              <a:gdLst>
                <a:gd name="csX0" fmla="*/ 116398 w 2163433"/>
                <a:gd name="csY0" fmla="*/ 122 h 1847218"/>
                <a:gd name="csX1" fmla="*/ 0 w 2163433"/>
                <a:gd name="csY1" fmla="*/ 138016 h 1847218"/>
                <a:gd name="csX2" fmla="*/ 2163434 w 2163433"/>
                <a:gd name="csY2" fmla="*/ 1847218 h 1847218"/>
                <a:gd name="csX3" fmla="*/ 116398 w 2163433"/>
                <a:gd name="csY3" fmla="*/ 0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3" h="1847218">
                  <a:moveTo>
                    <a:pt x="116398" y="122"/>
                  </a:moveTo>
                  <a:cubicBezTo>
                    <a:pt x="75848" y="45069"/>
                    <a:pt x="37130" y="91237"/>
                    <a:pt x="0" y="138016"/>
                  </a:cubicBezTo>
                  <a:lnTo>
                    <a:pt x="2163434" y="1847218"/>
                  </a:lnTo>
                  <a:lnTo>
                    <a:pt x="11639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0CB439D-6385-E8DD-4478-856F513254E2}"/>
                </a:ext>
              </a:extLst>
            </p:cNvPr>
            <p:cNvSpPr/>
            <p:nvPr/>
          </p:nvSpPr>
          <p:spPr>
            <a:xfrm>
              <a:off x="-340844" y="1314007"/>
              <a:ext cx="1921844" cy="2098822"/>
            </a:xfrm>
            <a:custGeom>
              <a:avLst/>
              <a:gdLst>
                <a:gd name="csX0" fmla="*/ 133131 w 1921844"/>
                <a:gd name="csY0" fmla="*/ 0 h 2098822"/>
                <a:gd name="csX1" fmla="*/ 0 w 1921844"/>
                <a:gd name="csY1" fmla="*/ 121772 h 2098822"/>
                <a:gd name="csX2" fmla="*/ 1921845 w 1921844"/>
                <a:gd name="csY2" fmla="*/ 2098823 h 2098822"/>
                <a:gd name="csX3" fmla="*/ 133131 w 1921844"/>
                <a:gd name="csY3" fmla="*/ 0 h 2098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2">
                  <a:moveTo>
                    <a:pt x="133131" y="0"/>
                  </a:moveTo>
                  <a:cubicBezTo>
                    <a:pt x="87695" y="38840"/>
                    <a:pt x="43359" y="79512"/>
                    <a:pt x="0" y="121772"/>
                  </a:cubicBezTo>
                  <a:lnTo>
                    <a:pt x="1921845" y="2098823"/>
                  </a:lnTo>
                  <a:lnTo>
                    <a:pt x="1331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B5B715C-84DC-0163-3A69-D9B71DD357EA}"/>
                </a:ext>
              </a:extLst>
            </p:cNvPr>
            <p:cNvSpPr/>
            <p:nvPr/>
          </p:nvSpPr>
          <p:spPr>
            <a:xfrm>
              <a:off x="-207591" y="1201396"/>
              <a:ext cx="1788591" cy="2211311"/>
            </a:xfrm>
            <a:custGeom>
              <a:avLst/>
              <a:gdLst>
                <a:gd name="csX0" fmla="*/ 140947 w 1788591"/>
                <a:gd name="csY0" fmla="*/ 0 h 2211311"/>
                <a:gd name="csX1" fmla="*/ 0 w 1788591"/>
                <a:gd name="csY1" fmla="*/ 112611 h 2211311"/>
                <a:gd name="csX2" fmla="*/ 1788592 w 1788591"/>
                <a:gd name="csY2" fmla="*/ 2211312 h 2211311"/>
                <a:gd name="csX3" fmla="*/ 140947 w 1788591"/>
                <a:gd name="csY3" fmla="*/ 0 h 2211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311">
                  <a:moveTo>
                    <a:pt x="140947" y="0"/>
                  </a:moveTo>
                  <a:cubicBezTo>
                    <a:pt x="92947" y="35786"/>
                    <a:pt x="45924" y="73283"/>
                    <a:pt x="0" y="112611"/>
                  </a:cubicBezTo>
                  <a:lnTo>
                    <a:pt x="1788592" y="2211312"/>
                  </a:lnTo>
                  <a:lnTo>
                    <a:pt x="14094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658394-4092-E5C1-9C17-4E2DE83AC324}"/>
                </a:ext>
              </a:extLst>
            </p:cNvPr>
            <p:cNvSpPr/>
            <p:nvPr/>
          </p:nvSpPr>
          <p:spPr>
            <a:xfrm>
              <a:off x="-66643" y="1098189"/>
              <a:ext cx="1647644" cy="2314640"/>
            </a:xfrm>
            <a:custGeom>
              <a:avLst/>
              <a:gdLst>
                <a:gd name="csX0" fmla="*/ 148032 w 1647644"/>
                <a:gd name="csY0" fmla="*/ 0 h 2314640"/>
                <a:gd name="csX1" fmla="*/ 0 w 1647644"/>
                <a:gd name="csY1" fmla="*/ 103207 h 2314640"/>
                <a:gd name="csX2" fmla="*/ 1647645 w 1647644"/>
                <a:gd name="csY2" fmla="*/ 2314641 h 2314640"/>
                <a:gd name="csX3" fmla="*/ 148032 w 1647644"/>
                <a:gd name="csY3" fmla="*/ 0 h 231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0">
                  <a:moveTo>
                    <a:pt x="148032" y="0"/>
                  </a:moveTo>
                  <a:cubicBezTo>
                    <a:pt x="97833" y="32611"/>
                    <a:pt x="48367" y="67054"/>
                    <a:pt x="0" y="103207"/>
                  </a:cubicBezTo>
                  <a:lnTo>
                    <a:pt x="1647645" y="2314641"/>
                  </a:lnTo>
                  <a:lnTo>
                    <a:pt x="1480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A8D50FD-AC48-D21A-593E-A18EA7EE36C4}"/>
                </a:ext>
              </a:extLst>
            </p:cNvPr>
            <p:cNvSpPr/>
            <p:nvPr/>
          </p:nvSpPr>
          <p:spPr>
            <a:xfrm>
              <a:off x="-466157" y="1435779"/>
              <a:ext cx="2047036" cy="1977051"/>
            </a:xfrm>
            <a:custGeom>
              <a:avLst/>
              <a:gdLst>
                <a:gd name="csX0" fmla="*/ 125314 w 2047036"/>
                <a:gd name="csY0" fmla="*/ 0 h 1977051"/>
                <a:gd name="csX1" fmla="*/ 0 w 2047036"/>
                <a:gd name="csY1" fmla="*/ 129833 h 1977051"/>
                <a:gd name="csX2" fmla="*/ 2047036 w 2047036"/>
                <a:gd name="csY2" fmla="*/ 1977051 h 1977051"/>
                <a:gd name="csX3" fmla="*/ 125314 w 2047036"/>
                <a:gd name="csY3" fmla="*/ 0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6" h="1977051">
                  <a:moveTo>
                    <a:pt x="125314" y="0"/>
                  </a:moveTo>
                  <a:cubicBezTo>
                    <a:pt x="82565" y="41649"/>
                    <a:pt x="40672" y="84886"/>
                    <a:pt x="0" y="129833"/>
                  </a:cubicBezTo>
                  <a:lnTo>
                    <a:pt x="2047036" y="1977051"/>
                  </a:lnTo>
                  <a:lnTo>
                    <a:pt x="12531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96600CF-CEF8-0FED-7191-1FB18C6EA97B}"/>
                </a:ext>
              </a:extLst>
            </p:cNvPr>
            <p:cNvSpPr/>
            <p:nvPr/>
          </p:nvSpPr>
          <p:spPr>
            <a:xfrm>
              <a:off x="1580878" y="1141914"/>
              <a:ext cx="1709324" cy="2270915"/>
            </a:xfrm>
            <a:custGeom>
              <a:avLst/>
              <a:gdLst>
                <a:gd name="csX0" fmla="*/ 1709324 w 1709324"/>
                <a:gd name="csY0" fmla="*/ 107482 h 2270915"/>
                <a:gd name="csX1" fmla="*/ 1564346 w 1709324"/>
                <a:gd name="csY1" fmla="*/ 0 h 2270915"/>
                <a:gd name="csX2" fmla="*/ 0 w 1709324"/>
                <a:gd name="csY2" fmla="*/ 2270916 h 2270915"/>
                <a:gd name="csX3" fmla="*/ 1709202 w 1709324"/>
                <a:gd name="csY3" fmla="*/ 107482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1709324" y="107482"/>
                  </a:moveTo>
                  <a:cubicBezTo>
                    <a:pt x="1661812" y="69863"/>
                    <a:pt x="1613568" y="33954"/>
                    <a:pt x="1564346" y="0"/>
                  </a:cubicBezTo>
                  <a:lnTo>
                    <a:pt x="0" y="2270916"/>
                  </a:lnTo>
                  <a:lnTo>
                    <a:pt x="1709202" y="10748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17F89E2-C3A6-0DFE-80EF-99E57C3DF333}"/>
                </a:ext>
              </a:extLst>
            </p:cNvPr>
            <p:cNvSpPr/>
            <p:nvPr/>
          </p:nvSpPr>
          <p:spPr>
            <a:xfrm>
              <a:off x="81387" y="1004753"/>
              <a:ext cx="1499612" cy="2408076"/>
            </a:xfrm>
            <a:custGeom>
              <a:avLst/>
              <a:gdLst>
                <a:gd name="csX0" fmla="*/ 154383 w 1499612"/>
                <a:gd name="csY0" fmla="*/ 0 h 2408076"/>
                <a:gd name="csX1" fmla="*/ 0 w 1499612"/>
                <a:gd name="csY1" fmla="*/ 93436 h 2408076"/>
                <a:gd name="csX2" fmla="*/ 1499613 w 1499612"/>
                <a:gd name="csY2" fmla="*/ 2408077 h 2408076"/>
                <a:gd name="csX3" fmla="*/ 154383 w 1499612"/>
                <a:gd name="csY3" fmla="*/ 122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54383" y="0"/>
                  </a:moveTo>
                  <a:cubicBezTo>
                    <a:pt x="102108" y="29313"/>
                    <a:pt x="50565" y="60458"/>
                    <a:pt x="0" y="93436"/>
                  </a:cubicBezTo>
                  <a:lnTo>
                    <a:pt x="1499613" y="2408077"/>
                  </a:lnTo>
                  <a:lnTo>
                    <a:pt x="154383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DE4DC52F-6826-D844-C0EE-7C42383B5579}"/>
                </a:ext>
              </a:extLst>
            </p:cNvPr>
            <p:cNvSpPr/>
            <p:nvPr/>
          </p:nvSpPr>
          <p:spPr>
            <a:xfrm>
              <a:off x="396137" y="850004"/>
              <a:ext cx="1184740" cy="2562825"/>
            </a:xfrm>
            <a:custGeom>
              <a:avLst/>
              <a:gdLst>
                <a:gd name="csX0" fmla="*/ 165497 w 1184740"/>
                <a:gd name="csY0" fmla="*/ 0 h 2562825"/>
                <a:gd name="csX1" fmla="*/ 0 w 1184740"/>
                <a:gd name="csY1" fmla="*/ 72062 h 2562825"/>
                <a:gd name="csX2" fmla="*/ 1184741 w 1184740"/>
                <a:gd name="csY2" fmla="*/ 2562826 h 2562825"/>
                <a:gd name="csX3" fmla="*/ 165375 w 1184740"/>
                <a:gd name="csY3" fmla="*/ 0 h 2562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5">
                  <a:moveTo>
                    <a:pt x="165497" y="0"/>
                  </a:moveTo>
                  <a:cubicBezTo>
                    <a:pt x="109680" y="22107"/>
                    <a:pt x="54474" y="46168"/>
                    <a:pt x="0" y="72062"/>
                  </a:cubicBezTo>
                  <a:lnTo>
                    <a:pt x="1184741" y="2562826"/>
                  </a:lnTo>
                  <a:lnTo>
                    <a:pt x="165375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F398DAF-B1E5-CE73-C8E8-D738384F5CF9}"/>
                </a:ext>
              </a:extLst>
            </p:cNvPr>
            <p:cNvSpPr/>
            <p:nvPr/>
          </p:nvSpPr>
          <p:spPr>
            <a:xfrm>
              <a:off x="235892" y="921943"/>
              <a:ext cx="1345230" cy="2490764"/>
            </a:xfrm>
            <a:custGeom>
              <a:avLst/>
              <a:gdLst>
                <a:gd name="csX0" fmla="*/ 160368 w 1345230"/>
                <a:gd name="csY0" fmla="*/ 122 h 2490764"/>
                <a:gd name="csX1" fmla="*/ 0 w 1345230"/>
                <a:gd name="csY1" fmla="*/ 82810 h 2490764"/>
                <a:gd name="csX2" fmla="*/ 1345230 w 1345230"/>
                <a:gd name="csY2" fmla="*/ 2490764 h 2490764"/>
                <a:gd name="csX3" fmla="*/ 160490 w 1345230"/>
                <a:gd name="csY3" fmla="*/ 0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60368" y="122"/>
                  </a:moveTo>
                  <a:cubicBezTo>
                    <a:pt x="106138" y="25893"/>
                    <a:pt x="52642" y="53374"/>
                    <a:pt x="0" y="82810"/>
                  </a:cubicBezTo>
                  <a:lnTo>
                    <a:pt x="1345230" y="2490764"/>
                  </a:lnTo>
                  <a:lnTo>
                    <a:pt x="16049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C70B391-1B05-B3CD-5728-DAE86A2D9572}"/>
                </a:ext>
              </a:extLst>
            </p:cNvPr>
            <p:cNvSpPr/>
            <p:nvPr/>
          </p:nvSpPr>
          <p:spPr>
            <a:xfrm>
              <a:off x="731529" y="738980"/>
              <a:ext cx="849471" cy="2673849"/>
            </a:xfrm>
            <a:custGeom>
              <a:avLst/>
              <a:gdLst>
                <a:gd name="csX0" fmla="*/ 173436 w 849471"/>
                <a:gd name="csY0" fmla="*/ 0 h 2673849"/>
                <a:gd name="csX1" fmla="*/ 0 w 849471"/>
                <a:gd name="csY1" fmla="*/ 49832 h 2673849"/>
                <a:gd name="csX2" fmla="*/ 849471 w 849471"/>
                <a:gd name="csY2" fmla="*/ 2673850 h 2673849"/>
                <a:gd name="csX3" fmla="*/ 173436 w 849471"/>
                <a:gd name="csY3" fmla="*/ 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173436" y="0"/>
                  </a:moveTo>
                  <a:cubicBezTo>
                    <a:pt x="115176" y="14657"/>
                    <a:pt x="57282" y="31267"/>
                    <a:pt x="0" y="49832"/>
                  </a:cubicBezTo>
                  <a:lnTo>
                    <a:pt x="849471" y="2673850"/>
                  </a:lnTo>
                  <a:lnTo>
                    <a:pt x="17343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8E2D3E5B-31DF-1675-4448-16A40658F529}"/>
                </a:ext>
              </a:extLst>
            </p:cNvPr>
            <p:cNvSpPr/>
            <p:nvPr/>
          </p:nvSpPr>
          <p:spPr>
            <a:xfrm>
              <a:off x="904965" y="700629"/>
              <a:ext cx="676035" cy="2712200"/>
            </a:xfrm>
            <a:custGeom>
              <a:avLst/>
              <a:gdLst>
                <a:gd name="csX0" fmla="*/ 176368 w 676035"/>
                <a:gd name="csY0" fmla="*/ 0 h 2712200"/>
                <a:gd name="csX1" fmla="*/ 0 w 676035"/>
                <a:gd name="csY1" fmla="*/ 38351 h 2712200"/>
                <a:gd name="csX2" fmla="*/ 676035 w 676035"/>
                <a:gd name="csY2" fmla="*/ 2712201 h 2712200"/>
                <a:gd name="csX3" fmla="*/ 176368 w 676035"/>
                <a:gd name="csY3" fmla="*/ 0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176368" y="0"/>
                  </a:moveTo>
                  <a:cubicBezTo>
                    <a:pt x="117253" y="10870"/>
                    <a:pt x="58382" y="23573"/>
                    <a:pt x="0" y="38351"/>
                  </a:cubicBezTo>
                  <a:lnTo>
                    <a:pt x="676035" y="2712201"/>
                  </a:lnTo>
                  <a:lnTo>
                    <a:pt x="17636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8E393C0-1A64-DE84-4231-15C9A4CD2CEA}"/>
                </a:ext>
              </a:extLst>
            </p:cNvPr>
            <p:cNvSpPr/>
            <p:nvPr/>
          </p:nvSpPr>
          <p:spPr>
            <a:xfrm>
              <a:off x="1081333" y="673759"/>
              <a:ext cx="499667" cy="2739071"/>
            </a:xfrm>
            <a:custGeom>
              <a:avLst/>
              <a:gdLst>
                <a:gd name="csX0" fmla="*/ 178444 w 499667"/>
                <a:gd name="csY0" fmla="*/ 0 h 2739071"/>
                <a:gd name="csX1" fmla="*/ 0 w 499667"/>
                <a:gd name="csY1" fmla="*/ 26870 h 2739071"/>
                <a:gd name="csX2" fmla="*/ 499667 w 499667"/>
                <a:gd name="csY2" fmla="*/ 2739071 h 2739071"/>
                <a:gd name="csX3" fmla="*/ 178444 w 499667"/>
                <a:gd name="csY3" fmla="*/ 0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178444" y="0"/>
                  </a:moveTo>
                  <a:cubicBezTo>
                    <a:pt x="118718" y="6962"/>
                    <a:pt x="59237" y="16000"/>
                    <a:pt x="0" y="26870"/>
                  </a:cubicBezTo>
                  <a:lnTo>
                    <a:pt x="499667" y="2739071"/>
                  </a:lnTo>
                  <a:lnTo>
                    <a:pt x="17844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80ACCE2-E3C0-BD7A-67B3-39480D0F2A6F}"/>
                </a:ext>
              </a:extLst>
            </p:cNvPr>
            <p:cNvSpPr/>
            <p:nvPr/>
          </p:nvSpPr>
          <p:spPr>
            <a:xfrm>
              <a:off x="561635" y="788691"/>
              <a:ext cx="1019365" cy="2624016"/>
            </a:xfrm>
            <a:custGeom>
              <a:avLst/>
              <a:gdLst>
                <a:gd name="csX0" fmla="*/ 169772 w 1019365"/>
                <a:gd name="csY0" fmla="*/ 0 h 2624016"/>
                <a:gd name="csX1" fmla="*/ 0 w 1019365"/>
                <a:gd name="csY1" fmla="*/ 61191 h 2624016"/>
                <a:gd name="csX2" fmla="*/ 1019366 w 1019365"/>
                <a:gd name="csY2" fmla="*/ 2624017 h 2624016"/>
                <a:gd name="csX3" fmla="*/ 169894 w 1019365"/>
                <a:gd name="csY3" fmla="*/ 0 h 26240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6">
                  <a:moveTo>
                    <a:pt x="169772" y="0"/>
                  </a:moveTo>
                  <a:cubicBezTo>
                    <a:pt x="112612" y="18443"/>
                    <a:pt x="56062" y="38962"/>
                    <a:pt x="0" y="61191"/>
                  </a:cubicBezTo>
                  <a:lnTo>
                    <a:pt x="1019366" y="2624017"/>
                  </a:lnTo>
                  <a:lnTo>
                    <a:pt x="16989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419409FB-C0BD-5420-7205-D8E089ED3D6C}"/>
                </a:ext>
              </a:extLst>
            </p:cNvPr>
            <p:cNvSpPr/>
            <p:nvPr/>
          </p:nvSpPr>
          <p:spPr>
            <a:xfrm>
              <a:off x="1580878" y="655316"/>
              <a:ext cx="219360" cy="2757514"/>
            </a:xfrm>
            <a:custGeom>
              <a:avLst/>
              <a:gdLst>
                <a:gd name="csX0" fmla="*/ 219360 w 219360"/>
                <a:gd name="csY0" fmla="*/ 8428 h 2757514"/>
                <a:gd name="csX1" fmla="*/ 39084 w 219360"/>
                <a:gd name="csY1" fmla="*/ 0 h 2757514"/>
                <a:gd name="csX2" fmla="*/ 0 w 219360"/>
                <a:gd name="csY2" fmla="*/ 2757514 h 2757514"/>
                <a:gd name="csX3" fmla="*/ 219360 w 219360"/>
                <a:gd name="csY3" fmla="*/ 8428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219360" y="8428"/>
                  </a:moveTo>
                  <a:cubicBezTo>
                    <a:pt x="159391" y="3664"/>
                    <a:pt x="99176" y="855"/>
                    <a:pt x="39084" y="0"/>
                  </a:cubicBezTo>
                  <a:lnTo>
                    <a:pt x="0" y="2757514"/>
                  </a:lnTo>
                  <a:lnTo>
                    <a:pt x="219360" y="84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AA28A55A-2E5C-4B34-E02D-2345F53400BD}"/>
                </a:ext>
              </a:extLst>
            </p:cNvPr>
            <p:cNvSpPr/>
            <p:nvPr/>
          </p:nvSpPr>
          <p:spPr>
            <a:xfrm>
              <a:off x="1581000" y="3412830"/>
              <a:ext cx="2653818" cy="923487"/>
            </a:xfrm>
            <a:custGeom>
              <a:avLst/>
              <a:gdLst>
                <a:gd name="csX0" fmla="*/ 2598979 w 2653818"/>
                <a:gd name="csY0" fmla="*/ 923487 h 923487"/>
                <a:gd name="csX1" fmla="*/ 2653819 w 2653818"/>
                <a:gd name="csY1" fmla="*/ 751516 h 923487"/>
                <a:gd name="csX2" fmla="*/ 0 w 2653818"/>
                <a:gd name="csY2" fmla="*/ 0 h 923487"/>
                <a:gd name="csX3" fmla="*/ 2598979 w 2653818"/>
                <a:gd name="csY3" fmla="*/ 923487 h 923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7">
                  <a:moveTo>
                    <a:pt x="2598979" y="923487"/>
                  </a:moveTo>
                  <a:cubicBezTo>
                    <a:pt x="2619132" y="866571"/>
                    <a:pt x="2637453" y="809288"/>
                    <a:pt x="2653819" y="751516"/>
                  </a:cubicBezTo>
                  <a:lnTo>
                    <a:pt x="0" y="0"/>
                  </a:lnTo>
                  <a:lnTo>
                    <a:pt x="2598979" y="9234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3E7EF29-A924-CF4B-C237-B6CD13F66BF5}"/>
                </a:ext>
              </a:extLst>
            </p:cNvPr>
            <p:cNvSpPr/>
            <p:nvPr/>
          </p:nvSpPr>
          <p:spPr>
            <a:xfrm>
              <a:off x="1581000" y="1249274"/>
              <a:ext cx="1847218" cy="2163433"/>
            </a:xfrm>
            <a:custGeom>
              <a:avLst/>
              <a:gdLst>
                <a:gd name="csX0" fmla="*/ 1847096 w 1847218"/>
                <a:gd name="csY0" fmla="*/ 116398 h 2163433"/>
                <a:gd name="csX1" fmla="*/ 1709202 w 1847218"/>
                <a:gd name="csY1" fmla="*/ 0 h 2163433"/>
                <a:gd name="csX2" fmla="*/ 0 w 1847218"/>
                <a:gd name="csY2" fmla="*/ 2163434 h 2163433"/>
                <a:gd name="csX3" fmla="*/ 1847218 w 1847218"/>
                <a:gd name="csY3" fmla="*/ 116398 h 2163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3">
                  <a:moveTo>
                    <a:pt x="1847096" y="116398"/>
                  </a:moveTo>
                  <a:cubicBezTo>
                    <a:pt x="1802149" y="75848"/>
                    <a:pt x="1755981" y="37130"/>
                    <a:pt x="1709202" y="0"/>
                  </a:cubicBezTo>
                  <a:lnTo>
                    <a:pt x="0" y="2163434"/>
                  </a:lnTo>
                  <a:lnTo>
                    <a:pt x="1847218" y="116398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355D0122-D90C-5B59-C609-EB5AD93B0680}"/>
                </a:ext>
              </a:extLst>
            </p:cNvPr>
            <p:cNvSpPr/>
            <p:nvPr/>
          </p:nvSpPr>
          <p:spPr>
            <a:xfrm>
              <a:off x="1581000" y="3412830"/>
              <a:ext cx="2729056" cy="576370"/>
            </a:xfrm>
            <a:custGeom>
              <a:avLst/>
              <a:gdLst>
                <a:gd name="csX0" fmla="*/ 2697301 w 2729056"/>
                <a:gd name="csY0" fmla="*/ 576370 h 576370"/>
                <a:gd name="csX1" fmla="*/ 2729056 w 2729056"/>
                <a:gd name="csY1" fmla="*/ 398659 h 576370"/>
                <a:gd name="csX2" fmla="*/ 0 w 2729056"/>
                <a:gd name="csY2" fmla="*/ 0 h 576370"/>
                <a:gd name="csX3" fmla="*/ 2697301 w 2729056"/>
                <a:gd name="csY3" fmla="*/ 57637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2697301" y="576370"/>
                  </a:moveTo>
                  <a:cubicBezTo>
                    <a:pt x="2709880" y="517378"/>
                    <a:pt x="2720384" y="458141"/>
                    <a:pt x="2729056" y="398659"/>
                  </a:cubicBezTo>
                  <a:lnTo>
                    <a:pt x="0" y="0"/>
                  </a:lnTo>
                  <a:lnTo>
                    <a:pt x="2697301" y="57637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6052CAD2-AC08-B738-49A3-F5D5C8560082}"/>
                </a:ext>
              </a:extLst>
            </p:cNvPr>
            <p:cNvSpPr/>
            <p:nvPr/>
          </p:nvSpPr>
          <p:spPr>
            <a:xfrm>
              <a:off x="1581000" y="3412708"/>
              <a:ext cx="2757514" cy="219360"/>
            </a:xfrm>
            <a:custGeom>
              <a:avLst/>
              <a:gdLst>
                <a:gd name="csX0" fmla="*/ 2749087 w 2757514"/>
                <a:gd name="csY0" fmla="*/ 219360 h 219360"/>
                <a:gd name="csX1" fmla="*/ 2757515 w 2757514"/>
                <a:gd name="csY1" fmla="*/ 39084 h 219360"/>
                <a:gd name="csX2" fmla="*/ 0 w 2757514"/>
                <a:gd name="csY2" fmla="*/ 0 h 219360"/>
                <a:gd name="csX3" fmla="*/ 2749087 w 2757514"/>
                <a:gd name="csY3" fmla="*/ 21936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2749087" y="219360"/>
                  </a:moveTo>
                  <a:cubicBezTo>
                    <a:pt x="2753850" y="159391"/>
                    <a:pt x="2756660" y="99177"/>
                    <a:pt x="2757515" y="39084"/>
                  </a:cubicBezTo>
                  <a:lnTo>
                    <a:pt x="0" y="0"/>
                  </a:lnTo>
                  <a:lnTo>
                    <a:pt x="2749087" y="21936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18A2D15E-31F3-03BD-915C-300643D733D6}"/>
                </a:ext>
              </a:extLst>
            </p:cNvPr>
            <p:cNvSpPr/>
            <p:nvPr/>
          </p:nvSpPr>
          <p:spPr>
            <a:xfrm>
              <a:off x="1581000" y="3412830"/>
              <a:ext cx="2749086" cy="398659"/>
            </a:xfrm>
            <a:custGeom>
              <a:avLst/>
              <a:gdLst>
                <a:gd name="csX0" fmla="*/ 2729056 w 2749086"/>
                <a:gd name="csY0" fmla="*/ 398659 h 398659"/>
                <a:gd name="csX1" fmla="*/ 2749087 w 2749086"/>
                <a:gd name="csY1" fmla="*/ 219360 h 398659"/>
                <a:gd name="csX2" fmla="*/ 0 w 2749086"/>
                <a:gd name="csY2" fmla="*/ 0 h 398659"/>
                <a:gd name="csX3" fmla="*/ 2729056 w 2749086"/>
                <a:gd name="csY3" fmla="*/ 398659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729056" y="398659"/>
                  </a:moveTo>
                  <a:cubicBezTo>
                    <a:pt x="2737728" y="339056"/>
                    <a:pt x="2744323" y="279208"/>
                    <a:pt x="2749087" y="219360"/>
                  </a:cubicBezTo>
                  <a:lnTo>
                    <a:pt x="0" y="0"/>
                  </a:lnTo>
                  <a:lnTo>
                    <a:pt x="2729056" y="39865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551C740-5C4A-0F61-8ED6-EA62350B9167}"/>
                </a:ext>
              </a:extLst>
            </p:cNvPr>
            <p:cNvSpPr/>
            <p:nvPr/>
          </p:nvSpPr>
          <p:spPr>
            <a:xfrm>
              <a:off x="1581000" y="3412830"/>
              <a:ext cx="2455955" cy="1412528"/>
            </a:xfrm>
            <a:custGeom>
              <a:avLst/>
              <a:gdLst>
                <a:gd name="csX0" fmla="*/ 2368504 w 2455955"/>
                <a:gd name="csY0" fmla="*/ 1412528 h 1412528"/>
                <a:gd name="csX1" fmla="*/ 2455955 w 2455955"/>
                <a:gd name="csY1" fmla="*/ 1254726 h 1412528"/>
                <a:gd name="csX2" fmla="*/ 0 w 2455955"/>
                <a:gd name="csY2" fmla="*/ 0 h 1412528"/>
                <a:gd name="csX3" fmla="*/ 2368504 w 2455955"/>
                <a:gd name="csY3" fmla="*/ 1412528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2368504" y="1412528"/>
                  </a:moveTo>
                  <a:cubicBezTo>
                    <a:pt x="2399528" y="1360620"/>
                    <a:pt x="2428718" y="1307978"/>
                    <a:pt x="2455955" y="1254726"/>
                  </a:cubicBezTo>
                  <a:lnTo>
                    <a:pt x="0" y="0"/>
                  </a:lnTo>
                  <a:lnTo>
                    <a:pt x="2368504" y="14125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48AEF6EA-4339-BA5A-004F-FDF7D528E110}"/>
                </a:ext>
              </a:extLst>
            </p:cNvPr>
            <p:cNvSpPr/>
            <p:nvPr/>
          </p:nvSpPr>
          <p:spPr>
            <a:xfrm>
              <a:off x="1581000" y="3412830"/>
              <a:ext cx="2368503" cy="1564346"/>
            </a:xfrm>
            <a:custGeom>
              <a:avLst/>
              <a:gdLst>
                <a:gd name="csX0" fmla="*/ 2270916 w 2368503"/>
                <a:gd name="csY0" fmla="*/ 1564346 h 1564346"/>
                <a:gd name="csX1" fmla="*/ 2368504 w 2368503"/>
                <a:gd name="csY1" fmla="*/ 1412528 h 1564346"/>
                <a:gd name="csX2" fmla="*/ 0 w 2368503"/>
                <a:gd name="csY2" fmla="*/ 0 h 1564346"/>
                <a:gd name="csX3" fmla="*/ 2270916 w 2368503"/>
                <a:gd name="csY3" fmla="*/ 1564346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3" h="1564346">
                  <a:moveTo>
                    <a:pt x="2270916" y="1564346"/>
                  </a:moveTo>
                  <a:cubicBezTo>
                    <a:pt x="2305359" y="1514514"/>
                    <a:pt x="2337847" y="1463949"/>
                    <a:pt x="2368504" y="1412528"/>
                  </a:cubicBezTo>
                  <a:lnTo>
                    <a:pt x="0" y="0"/>
                  </a:lnTo>
                  <a:lnTo>
                    <a:pt x="2270916" y="15643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02D39895-49A5-FBD7-6CEC-9504098D17E0}"/>
                </a:ext>
              </a:extLst>
            </p:cNvPr>
            <p:cNvSpPr/>
            <p:nvPr/>
          </p:nvSpPr>
          <p:spPr>
            <a:xfrm>
              <a:off x="1581000" y="3412830"/>
              <a:ext cx="2598978" cy="1091549"/>
            </a:xfrm>
            <a:custGeom>
              <a:avLst/>
              <a:gdLst>
                <a:gd name="csX0" fmla="*/ 2533147 w 2598978"/>
                <a:gd name="csY0" fmla="*/ 1091549 h 1091549"/>
                <a:gd name="csX1" fmla="*/ 2598979 w 2598978"/>
                <a:gd name="csY1" fmla="*/ 923487 h 1091549"/>
                <a:gd name="csX2" fmla="*/ 0 w 2598978"/>
                <a:gd name="csY2" fmla="*/ 0 h 1091549"/>
                <a:gd name="csX3" fmla="*/ 2533147 w 2598978"/>
                <a:gd name="csY3" fmla="*/ 1091549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2533147" y="1091549"/>
                  </a:moveTo>
                  <a:cubicBezTo>
                    <a:pt x="2557085" y="1036099"/>
                    <a:pt x="2578949" y="980037"/>
                    <a:pt x="2598979" y="923487"/>
                  </a:cubicBezTo>
                  <a:lnTo>
                    <a:pt x="0" y="0"/>
                  </a:lnTo>
                  <a:lnTo>
                    <a:pt x="2533147" y="109154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43286438-3065-B80D-CE79-65BE1A2AB868}"/>
                </a:ext>
              </a:extLst>
            </p:cNvPr>
            <p:cNvSpPr/>
            <p:nvPr/>
          </p:nvSpPr>
          <p:spPr>
            <a:xfrm>
              <a:off x="1581000" y="3412708"/>
              <a:ext cx="2270915" cy="1709324"/>
            </a:xfrm>
            <a:custGeom>
              <a:avLst/>
              <a:gdLst>
                <a:gd name="csX0" fmla="*/ 2163434 w 2270915"/>
                <a:gd name="csY0" fmla="*/ 1709324 h 1709324"/>
                <a:gd name="csX1" fmla="*/ 2270916 w 2270915"/>
                <a:gd name="csY1" fmla="*/ 1564346 h 1709324"/>
                <a:gd name="csX2" fmla="*/ 0 w 2270915"/>
                <a:gd name="csY2" fmla="*/ 0 h 1709324"/>
                <a:gd name="csX3" fmla="*/ 2163434 w 2270915"/>
                <a:gd name="csY3" fmla="*/ 170920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2163434" y="1709324"/>
                  </a:moveTo>
                  <a:cubicBezTo>
                    <a:pt x="2201053" y="1661813"/>
                    <a:pt x="2236962" y="1613568"/>
                    <a:pt x="2270916" y="1564346"/>
                  </a:cubicBezTo>
                  <a:lnTo>
                    <a:pt x="0" y="0"/>
                  </a:lnTo>
                  <a:lnTo>
                    <a:pt x="2163434" y="170920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F3077C22-A310-1F6E-80BB-A93AEA542D83}"/>
                </a:ext>
              </a:extLst>
            </p:cNvPr>
            <p:cNvSpPr/>
            <p:nvPr/>
          </p:nvSpPr>
          <p:spPr>
            <a:xfrm>
              <a:off x="1580878" y="3412830"/>
              <a:ext cx="2533146" cy="1254725"/>
            </a:xfrm>
            <a:custGeom>
              <a:avLst/>
              <a:gdLst>
                <a:gd name="csX0" fmla="*/ 2456078 w 2533146"/>
                <a:gd name="csY0" fmla="*/ 1254726 h 1254725"/>
                <a:gd name="csX1" fmla="*/ 2533147 w 2533146"/>
                <a:gd name="csY1" fmla="*/ 1091549 h 1254725"/>
                <a:gd name="csX2" fmla="*/ 0 w 2533146"/>
                <a:gd name="csY2" fmla="*/ 0 h 1254725"/>
                <a:gd name="csX3" fmla="*/ 2455955 w 2533146"/>
                <a:gd name="csY3" fmla="*/ 1254726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2456078" y="1254726"/>
                  </a:moveTo>
                  <a:cubicBezTo>
                    <a:pt x="2483559" y="1200985"/>
                    <a:pt x="2509452" y="1146511"/>
                    <a:pt x="2533147" y="1091549"/>
                  </a:cubicBezTo>
                  <a:lnTo>
                    <a:pt x="0" y="0"/>
                  </a:lnTo>
                  <a:lnTo>
                    <a:pt x="2455955" y="12547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539682D-C089-B3BD-38C6-38CACA24C90A}"/>
                </a:ext>
              </a:extLst>
            </p:cNvPr>
            <p:cNvSpPr/>
            <p:nvPr/>
          </p:nvSpPr>
          <p:spPr>
            <a:xfrm>
              <a:off x="1581000" y="3271394"/>
              <a:ext cx="2757810" cy="180520"/>
            </a:xfrm>
            <a:custGeom>
              <a:avLst/>
              <a:gdLst>
                <a:gd name="csX0" fmla="*/ 2757515 w 2757810"/>
                <a:gd name="csY0" fmla="*/ 180398 h 180520"/>
                <a:gd name="csX1" fmla="*/ 2754339 w 2757810"/>
                <a:gd name="csY1" fmla="*/ 0 h 180520"/>
                <a:gd name="csX2" fmla="*/ 0 w 2757810"/>
                <a:gd name="csY2" fmla="*/ 141436 h 180520"/>
                <a:gd name="csX3" fmla="*/ 2757515 w 2757810"/>
                <a:gd name="csY3" fmla="*/ 18052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757515" y="180398"/>
                  </a:moveTo>
                  <a:cubicBezTo>
                    <a:pt x="2758370" y="120184"/>
                    <a:pt x="2757392" y="60092"/>
                    <a:pt x="2754339" y="0"/>
                  </a:cubicBezTo>
                  <a:lnTo>
                    <a:pt x="0" y="141436"/>
                  </a:lnTo>
                  <a:lnTo>
                    <a:pt x="2757515" y="18052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F6BA8EE7-4495-10CC-1170-1E1CAE071624}"/>
                </a:ext>
              </a:extLst>
            </p:cNvPr>
            <p:cNvSpPr/>
            <p:nvPr/>
          </p:nvSpPr>
          <p:spPr>
            <a:xfrm>
              <a:off x="1581000" y="3412830"/>
              <a:ext cx="2697300" cy="751516"/>
            </a:xfrm>
            <a:custGeom>
              <a:avLst/>
              <a:gdLst>
                <a:gd name="csX0" fmla="*/ 2653819 w 2697300"/>
                <a:gd name="csY0" fmla="*/ 751516 h 751516"/>
                <a:gd name="csX1" fmla="*/ 2697301 w 2697300"/>
                <a:gd name="csY1" fmla="*/ 576370 h 751516"/>
                <a:gd name="csX2" fmla="*/ 0 w 2697300"/>
                <a:gd name="csY2" fmla="*/ 0 h 751516"/>
                <a:gd name="csX3" fmla="*/ 2653819 w 2697300"/>
                <a:gd name="csY3" fmla="*/ 751516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2653819" y="751516"/>
                  </a:moveTo>
                  <a:cubicBezTo>
                    <a:pt x="2670185" y="693501"/>
                    <a:pt x="2684842" y="635119"/>
                    <a:pt x="2697301" y="576370"/>
                  </a:cubicBezTo>
                  <a:lnTo>
                    <a:pt x="0" y="0"/>
                  </a:lnTo>
                  <a:lnTo>
                    <a:pt x="2653819" y="7515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A26CD2AB-DB8E-00E8-4E30-DC4E3227E536}"/>
                </a:ext>
              </a:extLst>
            </p:cNvPr>
            <p:cNvSpPr/>
            <p:nvPr/>
          </p:nvSpPr>
          <p:spPr>
            <a:xfrm>
              <a:off x="1581000" y="1765186"/>
              <a:ext cx="2314641" cy="1647644"/>
            </a:xfrm>
            <a:custGeom>
              <a:avLst/>
              <a:gdLst>
                <a:gd name="csX0" fmla="*/ 2314641 w 2314641"/>
                <a:gd name="csY0" fmla="*/ 148031 h 1647644"/>
                <a:gd name="csX1" fmla="*/ 2211434 w 2314641"/>
                <a:gd name="csY1" fmla="*/ 0 h 1647644"/>
                <a:gd name="csX2" fmla="*/ 0 w 2314641"/>
                <a:gd name="csY2" fmla="*/ 1647644 h 1647644"/>
                <a:gd name="csX3" fmla="*/ 2314641 w 2314641"/>
                <a:gd name="csY3" fmla="*/ 148031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2314641" y="148031"/>
                  </a:moveTo>
                  <a:cubicBezTo>
                    <a:pt x="2282031" y="97833"/>
                    <a:pt x="2247588" y="48367"/>
                    <a:pt x="2211434" y="0"/>
                  </a:cubicBezTo>
                  <a:lnTo>
                    <a:pt x="0" y="1647644"/>
                  </a:lnTo>
                  <a:lnTo>
                    <a:pt x="2314641" y="148031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54C20B7F-46B7-5488-3430-7353DADFFE4F}"/>
                </a:ext>
              </a:extLst>
            </p:cNvPr>
            <p:cNvSpPr/>
            <p:nvPr/>
          </p:nvSpPr>
          <p:spPr>
            <a:xfrm>
              <a:off x="1581122" y="1624238"/>
              <a:ext cx="2211434" cy="1788591"/>
            </a:xfrm>
            <a:custGeom>
              <a:avLst/>
              <a:gdLst>
                <a:gd name="csX0" fmla="*/ 2211312 w 2211434"/>
                <a:gd name="csY0" fmla="*/ 140948 h 1788591"/>
                <a:gd name="csX1" fmla="*/ 2098701 w 2211434"/>
                <a:gd name="csY1" fmla="*/ 0 h 1788591"/>
                <a:gd name="csX2" fmla="*/ 0 w 2211434"/>
                <a:gd name="csY2" fmla="*/ 1788592 h 1788591"/>
                <a:gd name="csX3" fmla="*/ 2211434 w 2211434"/>
                <a:gd name="csY3" fmla="*/ 140948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2211312" y="140948"/>
                  </a:moveTo>
                  <a:cubicBezTo>
                    <a:pt x="2175526" y="92947"/>
                    <a:pt x="2138029" y="45924"/>
                    <a:pt x="2098701" y="0"/>
                  </a:cubicBezTo>
                  <a:lnTo>
                    <a:pt x="0" y="1788592"/>
                  </a:lnTo>
                  <a:lnTo>
                    <a:pt x="2211434" y="140948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7F9A21B-0165-62AA-311E-685CC5F12214}"/>
                </a:ext>
              </a:extLst>
            </p:cNvPr>
            <p:cNvSpPr/>
            <p:nvPr/>
          </p:nvSpPr>
          <p:spPr>
            <a:xfrm>
              <a:off x="1581000" y="3091606"/>
              <a:ext cx="2754338" cy="321223"/>
            </a:xfrm>
            <a:custGeom>
              <a:avLst/>
              <a:gdLst>
                <a:gd name="csX0" fmla="*/ 2754339 w 2754338"/>
                <a:gd name="csY0" fmla="*/ 179787 h 321223"/>
                <a:gd name="csX1" fmla="*/ 2739072 w 2754338"/>
                <a:gd name="csY1" fmla="*/ 0 h 321223"/>
                <a:gd name="csX2" fmla="*/ 0 w 2754338"/>
                <a:gd name="csY2" fmla="*/ 321223 h 321223"/>
                <a:gd name="csX3" fmla="*/ 2754339 w 2754338"/>
                <a:gd name="csY3" fmla="*/ 179787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2754339" y="179787"/>
                  </a:moveTo>
                  <a:cubicBezTo>
                    <a:pt x="2751285" y="119695"/>
                    <a:pt x="2746034" y="59725"/>
                    <a:pt x="2739072" y="0"/>
                  </a:cubicBezTo>
                  <a:lnTo>
                    <a:pt x="0" y="321223"/>
                  </a:lnTo>
                  <a:lnTo>
                    <a:pt x="2754339" y="1797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CF29A310-64BA-3F91-76A3-10CAF2792BB1}"/>
                </a:ext>
              </a:extLst>
            </p:cNvPr>
            <p:cNvSpPr/>
            <p:nvPr/>
          </p:nvSpPr>
          <p:spPr>
            <a:xfrm>
              <a:off x="1581000" y="1365671"/>
              <a:ext cx="1977051" cy="2047036"/>
            </a:xfrm>
            <a:custGeom>
              <a:avLst/>
              <a:gdLst>
                <a:gd name="csX0" fmla="*/ 1977051 w 1977051"/>
                <a:gd name="csY0" fmla="*/ 125314 h 2047036"/>
                <a:gd name="csX1" fmla="*/ 1847218 w 1977051"/>
                <a:gd name="csY1" fmla="*/ 0 h 2047036"/>
                <a:gd name="csX2" fmla="*/ 0 w 1977051"/>
                <a:gd name="csY2" fmla="*/ 2047036 h 2047036"/>
                <a:gd name="csX3" fmla="*/ 1977051 w 1977051"/>
                <a:gd name="csY3" fmla="*/ 125192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1977051" y="125314"/>
                  </a:moveTo>
                  <a:cubicBezTo>
                    <a:pt x="1935402" y="82565"/>
                    <a:pt x="1892165" y="40672"/>
                    <a:pt x="1847218" y="0"/>
                  </a:cubicBezTo>
                  <a:lnTo>
                    <a:pt x="0" y="2047036"/>
                  </a:lnTo>
                  <a:lnTo>
                    <a:pt x="1977051" y="12519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28AF92FE-14C6-408A-966B-1F0ADB76A442}"/>
                </a:ext>
              </a:extLst>
            </p:cNvPr>
            <p:cNvSpPr/>
            <p:nvPr/>
          </p:nvSpPr>
          <p:spPr>
            <a:xfrm>
              <a:off x="1580878" y="1490985"/>
              <a:ext cx="2098822" cy="1921844"/>
            </a:xfrm>
            <a:custGeom>
              <a:avLst/>
              <a:gdLst>
                <a:gd name="csX0" fmla="*/ 2098823 w 2098822"/>
                <a:gd name="csY0" fmla="*/ 133131 h 1921844"/>
                <a:gd name="csX1" fmla="*/ 1977051 w 2098822"/>
                <a:gd name="csY1" fmla="*/ 0 h 1921844"/>
                <a:gd name="csX2" fmla="*/ 0 w 2098822"/>
                <a:gd name="csY2" fmla="*/ 1921845 h 1921844"/>
                <a:gd name="csX3" fmla="*/ 2098701 w 2098822"/>
                <a:gd name="csY3" fmla="*/ 133253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2098823" y="133131"/>
                  </a:moveTo>
                  <a:cubicBezTo>
                    <a:pt x="2059983" y="87695"/>
                    <a:pt x="2019311" y="43359"/>
                    <a:pt x="1977051" y="0"/>
                  </a:cubicBezTo>
                  <a:lnTo>
                    <a:pt x="0" y="1921845"/>
                  </a:lnTo>
                  <a:lnTo>
                    <a:pt x="2098701" y="133253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75EAC07-F552-CE48-0C92-E5C87245064F}"/>
                </a:ext>
              </a:extLst>
            </p:cNvPr>
            <p:cNvSpPr/>
            <p:nvPr/>
          </p:nvSpPr>
          <p:spPr>
            <a:xfrm>
              <a:off x="1581000" y="2736795"/>
              <a:ext cx="2712200" cy="676034"/>
            </a:xfrm>
            <a:custGeom>
              <a:avLst/>
              <a:gdLst>
                <a:gd name="csX0" fmla="*/ 2712201 w 2712200"/>
                <a:gd name="csY0" fmla="*/ 176367 h 676034"/>
                <a:gd name="csX1" fmla="*/ 2673849 w 2712200"/>
                <a:gd name="csY1" fmla="*/ 0 h 676034"/>
                <a:gd name="csX2" fmla="*/ 0 w 2712200"/>
                <a:gd name="csY2" fmla="*/ 676035 h 676034"/>
                <a:gd name="csX3" fmla="*/ 2712201 w 2712200"/>
                <a:gd name="csY3" fmla="*/ 176367 h 676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4">
                  <a:moveTo>
                    <a:pt x="2712201" y="176367"/>
                  </a:moveTo>
                  <a:cubicBezTo>
                    <a:pt x="2701331" y="117253"/>
                    <a:pt x="2688628" y="58382"/>
                    <a:pt x="2673849" y="0"/>
                  </a:cubicBezTo>
                  <a:lnTo>
                    <a:pt x="0" y="676035"/>
                  </a:lnTo>
                  <a:lnTo>
                    <a:pt x="2712201" y="1763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F99C001-6072-F135-D612-F72F951F3626}"/>
                </a:ext>
              </a:extLst>
            </p:cNvPr>
            <p:cNvSpPr/>
            <p:nvPr/>
          </p:nvSpPr>
          <p:spPr>
            <a:xfrm>
              <a:off x="1581000" y="2913162"/>
              <a:ext cx="2739071" cy="499667"/>
            </a:xfrm>
            <a:custGeom>
              <a:avLst/>
              <a:gdLst>
                <a:gd name="csX0" fmla="*/ 2739072 w 2739071"/>
                <a:gd name="csY0" fmla="*/ 178444 h 499667"/>
                <a:gd name="csX1" fmla="*/ 2712201 w 2739071"/>
                <a:gd name="csY1" fmla="*/ 0 h 499667"/>
                <a:gd name="csX2" fmla="*/ 0 w 2739071"/>
                <a:gd name="csY2" fmla="*/ 499667 h 499667"/>
                <a:gd name="csX3" fmla="*/ 2739072 w 2739071"/>
                <a:gd name="csY3" fmla="*/ 17844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2739072" y="178444"/>
                  </a:moveTo>
                  <a:cubicBezTo>
                    <a:pt x="2732110" y="118718"/>
                    <a:pt x="2723072" y="59237"/>
                    <a:pt x="2712201" y="0"/>
                  </a:cubicBezTo>
                  <a:lnTo>
                    <a:pt x="0" y="499667"/>
                  </a:lnTo>
                  <a:lnTo>
                    <a:pt x="2739072" y="1784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18A7A400-7810-77EC-C153-90EB49D9BA01}"/>
                </a:ext>
              </a:extLst>
            </p:cNvPr>
            <p:cNvSpPr/>
            <p:nvPr/>
          </p:nvSpPr>
          <p:spPr>
            <a:xfrm>
              <a:off x="1581000" y="2563359"/>
              <a:ext cx="2673849" cy="849471"/>
            </a:xfrm>
            <a:custGeom>
              <a:avLst/>
              <a:gdLst>
                <a:gd name="csX0" fmla="*/ 2673849 w 2673849"/>
                <a:gd name="csY0" fmla="*/ 173436 h 849471"/>
                <a:gd name="csX1" fmla="*/ 2624018 w 2673849"/>
                <a:gd name="csY1" fmla="*/ 0 h 849471"/>
                <a:gd name="csX2" fmla="*/ 0 w 2673849"/>
                <a:gd name="csY2" fmla="*/ 849471 h 849471"/>
                <a:gd name="csX3" fmla="*/ 2673849 w 2673849"/>
                <a:gd name="csY3" fmla="*/ 173436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2673849" y="173436"/>
                  </a:moveTo>
                  <a:cubicBezTo>
                    <a:pt x="2659193" y="115176"/>
                    <a:pt x="2642582" y="57283"/>
                    <a:pt x="2624018" y="0"/>
                  </a:cubicBezTo>
                  <a:lnTo>
                    <a:pt x="0" y="849471"/>
                  </a:lnTo>
                  <a:lnTo>
                    <a:pt x="2673849" y="173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D73F228E-A6C7-D908-F6F2-2872FAD0BA2C}"/>
                </a:ext>
              </a:extLst>
            </p:cNvPr>
            <p:cNvGrpSpPr/>
            <p:nvPr/>
          </p:nvGrpSpPr>
          <p:grpSpPr>
            <a:xfrm>
              <a:off x="1580878" y="1913217"/>
              <a:ext cx="2562948" cy="1499735"/>
              <a:chOff x="1580878" y="1913217"/>
              <a:chExt cx="2562948" cy="1499735"/>
            </a:xfrm>
            <a:solidFill>
              <a:srgbClr val="FFE07F"/>
            </a:solidFill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D10C3B07-1CD7-8732-B613-0BCA74407BA6}"/>
                  </a:ext>
                </a:extLst>
              </p:cNvPr>
              <p:cNvSpPr/>
              <p:nvPr/>
            </p:nvSpPr>
            <p:spPr>
              <a:xfrm>
                <a:off x="1580878" y="1913217"/>
                <a:ext cx="2408077" cy="1499612"/>
              </a:xfrm>
              <a:custGeom>
                <a:avLst/>
                <a:gdLst>
                  <a:gd name="csX0" fmla="*/ 2408077 w 2408077"/>
                  <a:gd name="csY0" fmla="*/ 154383 h 1499612"/>
                  <a:gd name="csX1" fmla="*/ 2314641 w 2408077"/>
                  <a:gd name="csY1" fmla="*/ 0 h 1499612"/>
                  <a:gd name="csX2" fmla="*/ 0 w 2408077"/>
                  <a:gd name="csY2" fmla="*/ 1499613 h 1499612"/>
                  <a:gd name="csX3" fmla="*/ 2407955 w 2408077"/>
                  <a:gd name="csY3" fmla="*/ 154383 h 14996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08077" h="1499612">
                    <a:moveTo>
                      <a:pt x="2408077" y="154383"/>
                    </a:moveTo>
                    <a:cubicBezTo>
                      <a:pt x="2378764" y="102108"/>
                      <a:pt x="2347619" y="50565"/>
                      <a:pt x="2314641" y="0"/>
                    </a:cubicBezTo>
                    <a:lnTo>
                      <a:pt x="0" y="1499613"/>
                    </a:lnTo>
                    <a:lnTo>
                      <a:pt x="2407955" y="154383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DBD2CAEB-B932-AB7B-62A6-B08C32118A6F}"/>
                  </a:ext>
                </a:extLst>
              </p:cNvPr>
              <p:cNvSpPr/>
              <p:nvPr/>
            </p:nvSpPr>
            <p:spPr>
              <a:xfrm>
                <a:off x="1581122" y="2067722"/>
                <a:ext cx="2490764" cy="1345230"/>
              </a:xfrm>
              <a:custGeom>
                <a:avLst/>
                <a:gdLst>
                  <a:gd name="csX0" fmla="*/ 2490642 w 2490764"/>
                  <a:gd name="csY0" fmla="*/ 160367 h 1345230"/>
                  <a:gd name="csX1" fmla="*/ 2407954 w 2490764"/>
                  <a:gd name="csY1" fmla="*/ 0 h 1345230"/>
                  <a:gd name="csX2" fmla="*/ 0 w 2490764"/>
                  <a:gd name="csY2" fmla="*/ 1345230 h 1345230"/>
                  <a:gd name="csX3" fmla="*/ 2490764 w 2490764"/>
                  <a:gd name="csY3" fmla="*/ 160490 h 1345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90764" h="1345230">
                    <a:moveTo>
                      <a:pt x="2490642" y="160367"/>
                    </a:moveTo>
                    <a:cubicBezTo>
                      <a:pt x="2464871" y="106138"/>
                      <a:pt x="2437390" y="52642"/>
                      <a:pt x="2407954" y="0"/>
                    </a:cubicBezTo>
                    <a:lnTo>
                      <a:pt x="0" y="1345230"/>
                    </a:lnTo>
                    <a:lnTo>
                      <a:pt x="2490764" y="160490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B0AE76BF-B25E-5FD2-42E4-FE6DA71FA49F}"/>
                  </a:ext>
                </a:extLst>
              </p:cNvPr>
              <p:cNvSpPr/>
              <p:nvPr/>
            </p:nvSpPr>
            <p:spPr>
              <a:xfrm>
                <a:off x="1581000" y="2227967"/>
                <a:ext cx="2562826" cy="1184740"/>
              </a:xfrm>
              <a:custGeom>
                <a:avLst/>
                <a:gdLst>
                  <a:gd name="csX0" fmla="*/ 2562826 w 2562826"/>
                  <a:gd name="csY0" fmla="*/ 165497 h 1184740"/>
                  <a:gd name="csX1" fmla="*/ 2490764 w 2562826"/>
                  <a:gd name="csY1" fmla="*/ 0 h 1184740"/>
                  <a:gd name="csX2" fmla="*/ 0 w 2562826"/>
                  <a:gd name="csY2" fmla="*/ 1184740 h 1184740"/>
                  <a:gd name="csX3" fmla="*/ 2562826 w 2562826"/>
                  <a:gd name="csY3" fmla="*/ 165375 h 1184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562826" h="1184740">
                    <a:moveTo>
                      <a:pt x="2562826" y="165497"/>
                    </a:moveTo>
                    <a:cubicBezTo>
                      <a:pt x="2540719" y="109680"/>
                      <a:pt x="2516658" y="54474"/>
                      <a:pt x="2490764" y="0"/>
                    </a:cubicBezTo>
                    <a:lnTo>
                      <a:pt x="0" y="1184740"/>
                    </a:lnTo>
                    <a:lnTo>
                      <a:pt x="2562826" y="165375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4FF1D037-586E-3088-860C-9AB12345760B}"/>
                </a:ext>
              </a:extLst>
            </p:cNvPr>
            <p:cNvSpPr/>
            <p:nvPr/>
          </p:nvSpPr>
          <p:spPr>
            <a:xfrm>
              <a:off x="1581000" y="2393464"/>
              <a:ext cx="2624017" cy="1019365"/>
            </a:xfrm>
            <a:custGeom>
              <a:avLst/>
              <a:gdLst>
                <a:gd name="csX0" fmla="*/ 2624018 w 2624017"/>
                <a:gd name="csY0" fmla="*/ 169772 h 1019365"/>
                <a:gd name="csX1" fmla="*/ 2562826 w 2624017"/>
                <a:gd name="csY1" fmla="*/ 0 h 1019365"/>
                <a:gd name="csX2" fmla="*/ 0 w 2624017"/>
                <a:gd name="csY2" fmla="*/ 1019365 h 1019365"/>
                <a:gd name="csX3" fmla="*/ 2624018 w 2624017"/>
                <a:gd name="csY3" fmla="*/ 169894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2624018" y="169772"/>
                  </a:moveTo>
                  <a:cubicBezTo>
                    <a:pt x="2605575" y="112611"/>
                    <a:pt x="2585055" y="56061"/>
                    <a:pt x="2562826" y="0"/>
                  </a:cubicBezTo>
                  <a:lnTo>
                    <a:pt x="0" y="1019365"/>
                  </a:lnTo>
                  <a:lnTo>
                    <a:pt x="2624018" y="16989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659DFAB3-B4F7-B037-9FB0-F9855F4D3DFF}"/>
                </a:ext>
              </a:extLst>
            </p:cNvPr>
            <p:cNvSpPr/>
            <p:nvPr/>
          </p:nvSpPr>
          <p:spPr>
            <a:xfrm>
              <a:off x="829484" y="3412830"/>
              <a:ext cx="751516" cy="2697299"/>
            </a:xfrm>
            <a:custGeom>
              <a:avLst/>
              <a:gdLst>
                <a:gd name="csX0" fmla="*/ 0 w 751516"/>
                <a:gd name="csY0" fmla="*/ 2653819 h 2697299"/>
                <a:gd name="csX1" fmla="*/ 175146 w 751516"/>
                <a:gd name="csY1" fmla="*/ 2697300 h 2697299"/>
                <a:gd name="csX2" fmla="*/ 751516 w 751516"/>
                <a:gd name="csY2" fmla="*/ 0 h 2697299"/>
                <a:gd name="csX3" fmla="*/ 0 w 751516"/>
                <a:gd name="csY3" fmla="*/ 2653819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0" y="2653819"/>
                  </a:moveTo>
                  <a:cubicBezTo>
                    <a:pt x="58016" y="2670185"/>
                    <a:pt x="116398" y="2684842"/>
                    <a:pt x="175146" y="2697300"/>
                  </a:cubicBezTo>
                  <a:lnTo>
                    <a:pt x="751516" y="0"/>
                  </a:lnTo>
                  <a:lnTo>
                    <a:pt x="0" y="265381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F2883D98-BAF2-0D17-B346-6470F21F2FBD}"/>
                </a:ext>
              </a:extLst>
            </p:cNvPr>
            <p:cNvSpPr/>
            <p:nvPr/>
          </p:nvSpPr>
          <p:spPr>
            <a:xfrm>
              <a:off x="1182341" y="3412830"/>
              <a:ext cx="398659" cy="2749086"/>
            </a:xfrm>
            <a:custGeom>
              <a:avLst/>
              <a:gdLst>
                <a:gd name="csX0" fmla="*/ 0 w 398659"/>
                <a:gd name="csY0" fmla="*/ 2729056 h 2749086"/>
                <a:gd name="csX1" fmla="*/ 179299 w 398659"/>
                <a:gd name="csY1" fmla="*/ 2749087 h 2749086"/>
                <a:gd name="csX2" fmla="*/ 398659 w 398659"/>
                <a:gd name="csY2" fmla="*/ 0 h 2749086"/>
                <a:gd name="csX3" fmla="*/ 0 w 398659"/>
                <a:gd name="csY3" fmla="*/ 2729056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9" h="2749086">
                  <a:moveTo>
                    <a:pt x="0" y="2729056"/>
                  </a:moveTo>
                  <a:cubicBezTo>
                    <a:pt x="59604" y="2737728"/>
                    <a:pt x="119451" y="2744323"/>
                    <a:pt x="179299" y="2749087"/>
                  </a:cubicBezTo>
                  <a:lnTo>
                    <a:pt x="398659" y="0"/>
                  </a:lnTo>
                  <a:lnTo>
                    <a:pt x="0" y="27290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4ADB6065-D443-AFA6-02F5-39B0859E3692}"/>
                </a:ext>
              </a:extLst>
            </p:cNvPr>
            <p:cNvSpPr/>
            <p:nvPr/>
          </p:nvSpPr>
          <p:spPr>
            <a:xfrm>
              <a:off x="1004630" y="3412830"/>
              <a:ext cx="576370" cy="2729055"/>
            </a:xfrm>
            <a:custGeom>
              <a:avLst/>
              <a:gdLst>
                <a:gd name="csX0" fmla="*/ 0 w 576370"/>
                <a:gd name="csY0" fmla="*/ 2697300 h 2729055"/>
                <a:gd name="csX1" fmla="*/ 177711 w 576370"/>
                <a:gd name="csY1" fmla="*/ 2729056 h 2729055"/>
                <a:gd name="csX2" fmla="*/ 576370 w 576370"/>
                <a:gd name="csY2" fmla="*/ 0 h 2729055"/>
                <a:gd name="csX3" fmla="*/ 0 w 576370"/>
                <a:gd name="csY3" fmla="*/ 2697300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0" y="2697300"/>
                  </a:moveTo>
                  <a:cubicBezTo>
                    <a:pt x="58993" y="2709880"/>
                    <a:pt x="118230" y="2720384"/>
                    <a:pt x="177711" y="2729056"/>
                  </a:cubicBezTo>
                  <a:lnTo>
                    <a:pt x="576370" y="0"/>
                  </a:lnTo>
                  <a:lnTo>
                    <a:pt x="0" y="269730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37C7B52-8181-066E-E1ED-BE5C3A07AD58}"/>
                </a:ext>
              </a:extLst>
            </p:cNvPr>
            <p:cNvSpPr/>
            <p:nvPr/>
          </p:nvSpPr>
          <p:spPr>
            <a:xfrm>
              <a:off x="1361640" y="3412830"/>
              <a:ext cx="219360" cy="2757514"/>
            </a:xfrm>
            <a:custGeom>
              <a:avLst/>
              <a:gdLst>
                <a:gd name="csX0" fmla="*/ 0 w 219360"/>
                <a:gd name="csY0" fmla="*/ 2749087 h 2757514"/>
                <a:gd name="csX1" fmla="*/ 180276 w 219360"/>
                <a:gd name="csY1" fmla="*/ 2757514 h 2757514"/>
                <a:gd name="csX2" fmla="*/ 219360 w 219360"/>
                <a:gd name="csY2" fmla="*/ 0 h 2757514"/>
                <a:gd name="csX3" fmla="*/ 0 w 219360"/>
                <a:gd name="csY3" fmla="*/ 2749087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0" y="2749087"/>
                  </a:moveTo>
                  <a:cubicBezTo>
                    <a:pt x="59970" y="2753850"/>
                    <a:pt x="120184" y="2756659"/>
                    <a:pt x="180276" y="2757514"/>
                  </a:cubicBezTo>
                  <a:lnTo>
                    <a:pt x="219360" y="0"/>
                  </a:lnTo>
                  <a:lnTo>
                    <a:pt x="0" y="27490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9913790-972A-8D11-6298-B9502EBE6A48}"/>
                </a:ext>
              </a:extLst>
            </p:cNvPr>
            <p:cNvSpPr/>
            <p:nvPr/>
          </p:nvSpPr>
          <p:spPr>
            <a:xfrm>
              <a:off x="1581000" y="3412830"/>
              <a:ext cx="499667" cy="2739071"/>
            </a:xfrm>
            <a:custGeom>
              <a:avLst/>
              <a:gdLst>
                <a:gd name="csX0" fmla="*/ 321223 w 499667"/>
                <a:gd name="csY0" fmla="*/ 2739072 h 2739071"/>
                <a:gd name="csX1" fmla="*/ 499667 w 499667"/>
                <a:gd name="csY1" fmla="*/ 2712201 h 2739071"/>
                <a:gd name="csX2" fmla="*/ 0 w 499667"/>
                <a:gd name="csY2" fmla="*/ 0 h 2739071"/>
                <a:gd name="csX3" fmla="*/ 321223 w 499667"/>
                <a:gd name="csY3" fmla="*/ 2739072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321223" y="2739072"/>
                  </a:moveTo>
                  <a:cubicBezTo>
                    <a:pt x="380949" y="2732110"/>
                    <a:pt x="440430" y="2723071"/>
                    <a:pt x="499667" y="2712201"/>
                  </a:cubicBezTo>
                  <a:lnTo>
                    <a:pt x="0" y="0"/>
                  </a:lnTo>
                  <a:lnTo>
                    <a:pt x="321223" y="273907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915053BF-614D-7F6B-1D0B-EC891934E658}"/>
                </a:ext>
              </a:extLst>
            </p:cNvPr>
            <p:cNvSpPr/>
            <p:nvPr/>
          </p:nvSpPr>
          <p:spPr>
            <a:xfrm>
              <a:off x="1581000" y="3412830"/>
              <a:ext cx="321223" cy="2754338"/>
            </a:xfrm>
            <a:custGeom>
              <a:avLst/>
              <a:gdLst>
                <a:gd name="csX0" fmla="*/ 141436 w 321223"/>
                <a:gd name="csY0" fmla="*/ 2754339 h 2754338"/>
                <a:gd name="csX1" fmla="*/ 321223 w 321223"/>
                <a:gd name="csY1" fmla="*/ 2739072 h 2754338"/>
                <a:gd name="csX2" fmla="*/ 0 w 321223"/>
                <a:gd name="csY2" fmla="*/ 0 h 2754338"/>
                <a:gd name="csX3" fmla="*/ 141436 w 321223"/>
                <a:gd name="csY3" fmla="*/ 2754339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41436" y="2754339"/>
                  </a:moveTo>
                  <a:cubicBezTo>
                    <a:pt x="201528" y="2751285"/>
                    <a:pt x="261498" y="2746034"/>
                    <a:pt x="321223" y="2739072"/>
                  </a:cubicBezTo>
                  <a:lnTo>
                    <a:pt x="0" y="0"/>
                  </a:lnTo>
                  <a:lnTo>
                    <a:pt x="141436" y="275433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0CE115A7-B52D-1C8D-71F9-78E7C5B55D68}"/>
                </a:ext>
              </a:extLst>
            </p:cNvPr>
            <p:cNvSpPr/>
            <p:nvPr/>
          </p:nvSpPr>
          <p:spPr>
            <a:xfrm>
              <a:off x="1541794" y="3412830"/>
              <a:ext cx="180520" cy="2757810"/>
            </a:xfrm>
            <a:custGeom>
              <a:avLst/>
              <a:gdLst>
                <a:gd name="csX0" fmla="*/ 122 w 180520"/>
                <a:gd name="csY0" fmla="*/ 2757514 h 2757810"/>
                <a:gd name="csX1" fmla="*/ 180520 w 180520"/>
                <a:gd name="csY1" fmla="*/ 2754339 h 2757810"/>
                <a:gd name="csX2" fmla="*/ 39084 w 180520"/>
                <a:gd name="csY2" fmla="*/ 0 h 2757810"/>
                <a:gd name="csX3" fmla="*/ 0 w 180520"/>
                <a:gd name="csY3" fmla="*/ 2757514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22" y="2757514"/>
                  </a:moveTo>
                  <a:cubicBezTo>
                    <a:pt x="60336" y="2758369"/>
                    <a:pt x="120428" y="2757392"/>
                    <a:pt x="180520" y="2754339"/>
                  </a:cubicBezTo>
                  <a:lnTo>
                    <a:pt x="39084" y="0"/>
                  </a:lnTo>
                  <a:lnTo>
                    <a:pt x="0" y="275751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3E51B92A-6636-32CB-3A6E-23416B29E2DB}"/>
                </a:ext>
              </a:extLst>
            </p:cNvPr>
            <p:cNvSpPr/>
            <p:nvPr/>
          </p:nvSpPr>
          <p:spPr>
            <a:xfrm>
              <a:off x="16654" y="3412830"/>
              <a:ext cx="1564346" cy="2368504"/>
            </a:xfrm>
            <a:custGeom>
              <a:avLst/>
              <a:gdLst>
                <a:gd name="csX0" fmla="*/ 0 w 1564346"/>
                <a:gd name="csY0" fmla="*/ 2270916 h 2368504"/>
                <a:gd name="csX1" fmla="*/ 151818 w 1564346"/>
                <a:gd name="csY1" fmla="*/ 2368504 h 2368504"/>
                <a:gd name="csX2" fmla="*/ 1564346 w 1564346"/>
                <a:gd name="csY2" fmla="*/ 0 h 2368504"/>
                <a:gd name="csX3" fmla="*/ 0 w 1564346"/>
                <a:gd name="csY3" fmla="*/ 2270916 h 2368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6" h="2368504">
                  <a:moveTo>
                    <a:pt x="0" y="2270916"/>
                  </a:moveTo>
                  <a:cubicBezTo>
                    <a:pt x="49832" y="2305359"/>
                    <a:pt x="100398" y="2337847"/>
                    <a:pt x="151818" y="2368504"/>
                  </a:cubicBezTo>
                  <a:lnTo>
                    <a:pt x="1564346" y="0"/>
                  </a:lnTo>
                  <a:lnTo>
                    <a:pt x="0" y="22709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2600063A-B551-0E73-5D36-502E40B9A0E5}"/>
                </a:ext>
              </a:extLst>
            </p:cNvPr>
            <p:cNvSpPr/>
            <p:nvPr/>
          </p:nvSpPr>
          <p:spPr>
            <a:xfrm>
              <a:off x="168472" y="3412830"/>
              <a:ext cx="1412528" cy="2455955"/>
            </a:xfrm>
            <a:custGeom>
              <a:avLst/>
              <a:gdLst>
                <a:gd name="csX0" fmla="*/ 0 w 1412528"/>
                <a:gd name="csY0" fmla="*/ 2368504 h 2455955"/>
                <a:gd name="csX1" fmla="*/ 157803 w 1412528"/>
                <a:gd name="csY1" fmla="*/ 2455955 h 2455955"/>
                <a:gd name="csX2" fmla="*/ 1412528 w 1412528"/>
                <a:gd name="csY2" fmla="*/ 0 h 2455955"/>
                <a:gd name="csX3" fmla="*/ 0 w 1412528"/>
                <a:gd name="csY3" fmla="*/ 2368504 h 24559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5">
                  <a:moveTo>
                    <a:pt x="0" y="2368504"/>
                  </a:moveTo>
                  <a:cubicBezTo>
                    <a:pt x="51909" y="2399527"/>
                    <a:pt x="104550" y="2428718"/>
                    <a:pt x="157803" y="2455955"/>
                  </a:cubicBezTo>
                  <a:lnTo>
                    <a:pt x="1412528" y="0"/>
                  </a:lnTo>
                  <a:lnTo>
                    <a:pt x="0" y="236850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90F87EB9-4A9A-AF7B-BC0A-9B5631386119}"/>
                </a:ext>
              </a:extLst>
            </p:cNvPr>
            <p:cNvSpPr/>
            <p:nvPr/>
          </p:nvSpPr>
          <p:spPr>
            <a:xfrm>
              <a:off x="326274" y="3412708"/>
              <a:ext cx="1254725" cy="2533146"/>
            </a:xfrm>
            <a:custGeom>
              <a:avLst/>
              <a:gdLst>
                <a:gd name="csX0" fmla="*/ 0 w 1254725"/>
                <a:gd name="csY0" fmla="*/ 2456078 h 2533146"/>
                <a:gd name="csX1" fmla="*/ 163177 w 1254725"/>
                <a:gd name="csY1" fmla="*/ 2533147 h 2533146"/>
                <a:gd name="csX2" fmla="*/ 1254726 w 1254725"/>
                <a:gd name="csY2" fmla="*/ 0 h 2533146"/>
                <a:gd name="csX3" fmla="*/ 0 w 1254725"/>
                <a:gd name="csY3" fmla="*/ 2455955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0" y="2456078"/>
                  </a:moveTo>
                  <a:cubicBezTo>
                    <a:pt x="53741" y="2483559"/>
                    <a:pt x="108214" y="2509452"/>
                    <a:pt x="163177" y="2533147"/>
                  </a:cubicBezTo>
                  <a:lnTo>
                    <a:pt x="1254726" y="0"/>
                  </a:lnTo>
                  <a:lnTo>
                    <a:pt x="0" y="2455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950EA52B-4792-1163-23FB-E23AB6A9D2EF}"/>
                </a:ext>
              </a:extLst>
            </p:cNvPr>
            <p:cNvSpPr/>
            <p:nvPr/>
          </p:nvSpPr>
          <p:spPr>
            <a:xfrm>
              <a:off x="657513" y="3412830"/>
              <a:ext cx="923486" cy="2653818"/>
            </a:xfrm>
            <a:custGeom>
              <a:avLst/>
              <a:gdLst>
                <a:gd name="csX0" fmla="*/ 0 w 923486"/>
                <a:gd name="csY0" fmla="*/ 2598979 h 2653818"/>
                <a:gd name="csX1" fmla="*/ 171971 w 923486"/>
                <a:gd name="csY1" fmla="*/ 2653819 h 2653818"/>
                <a:gd name="csX2" fmla="*/ 923487 w 923486"/>
                <a:gd name="csY2" fmla="*/ 0 h 2653818"/>
                <a:gd name="csX3" fmla="*/ 0 w 923486"/>
                <a:gd name="csY3" fmla="*/ 2598979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0" y="2598979"/>
                  </a:moveTo>
                  <a:cubicBezTo>
                    <a:pt x="56794" y="2619132"/>
                    <a:pt x="114199" y="2637452"/>
                    <a:pt x="171971" y="2653819"/>
                  </a:cubicBezTo>
                  <a:lnTo>
                    <a:pt x="923487" y="0"/>
                  </a:lnTo>
                  <a:lnTo>
                    <a:pt x="0" y="259897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6253E877-FB67-FEEA-AB79-9D7B96F8B7D8}"/>
                </a:ext>
              </a:extLst>
            </p:cNvPr>
            <p:cNvSpPr/>
            <p:nvPr/>
          </p:nvSpPr>
          <p:spPr>
            <a:xfrm>
              <a:off x="489451" y="3412830"/>
              <a:ext cx="1091549" cy="2598978"/>
            </a:xfrm>
            <a:custGeom>
              <a:avLst/>
              <a:gdLst>
                <a:gd name="csX0" fmla="*/ 0 w 1091549"/>
                <a:gd name="csY0" fmla="*/ 2533146 h 2598978"/>
                <a:gd name="csX1" fmla="*/ 168062 w 1091549"/>
                <a:gd name="csY1" fmla="*/ 2598979 h 2598978"/>
                <a:gd name="csX2" fmla="*/ 1091549 w 1091549"/>
                <a:gd name="csY2" fmla="*/ 0 h 2598978"/>
                <a:gd name="csX3" fmla="*/ 0 w 1091549"/>
                <a:gd name="csY3" fmla="*/ 2533146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0" y="2533146"/>
                  </a:moveTo>
                  <a:cubicBezTo>
                    <a:pt x="55451" y="2557086"/>
                    <a:pt x="111512" y="2578948"/>
                    <a:pt x="168062" y="2598979"/>
                  </a:cubicBezTo>
                  <a:lnTo>
                    <a:pt x="1091549" y="0"/>
                  </a:lnTo>
                  <a:lnTo>
                    <a:pt x="0" y="25331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CE309A18-1576-F16D-5774-9CA2F63D7BD2}"/>
                </a:ext>
              </a:extLst>
            </p:cNvPr>
            <p:cNvSpPr/>
            <p:nvPr/>
          </p:nvSpPr>
          <p:spPr>
            <a:xfrm>
              <a:off x="1581000" y="3412830"/>
              <a:ext cx="676035" cy="2712200"/>
            </a:xfrm>
            <a:custGeom>
              <a:avLst/>
              <a:gdLst>
                <a:gd name="csX0" fmla="*/ 499667 w 676035"/>
                <a:gd name="csY0" fmla="*/ 2712201 h 2712200"/>
                <a:gd name="csX1" fmla="*/ 676035 w 676035"/>
                <a:gd name="csY1" fmla="*/ 2673850 h 2712200"/>
                <a:gd name="csX2" fmla="*/ 0 w 676035"/>
                <a:gd name="csY2" fmla="*/ 0 h 2712200"/>
                <a:gd name="csX3" fmla="*/ 499667 w 676035"/>
                <a:gd name="csY3" fmla="*/ 2712201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499667" y="2712201"/>
                  </a:moveTo>
                  <a:cubicBezTo>
                    <a:pt x="558782" y="2701331"/>
                    <a:pt x="617653" y="2688628"/>
                    <a:pt x="676035" y="2673850"/>
                  </a:cubicBezTo>
                  <a:lnTo>
                    <a:pt x="0" y="0"/>
                  </a:lnTo>
                  <a:lnTo>
                    <a:pt x="499667" y="27122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98CBE67E-3022-3198-EB0B-BFE692795C9A}"/>
                </a:ext>
              </a:extLst>
            </p:cNvPr>
            <p:cNvSpPr/>
            <p:nvPr/>
          </p:nvSpPr>
          <p:spPr>
            <a:xfrm>
              <a:off x="1581000" y="3412830"/>
              <a:ext cx="1647644" cy="2314641"/>
            </a:xfrm>
            <a:custGeom>
              <a:avLst/>
              <a:gdLst>
                <a:gd name="csX0" fmla="*/ 1499613 w 1647644"/>
                <a:gd name="csY0" fmla="*/ 2314641 h 2314641"/>
                <a:gd name="csX1" fmla="*/ 1647644 w 1647644"/>
                <a:gd name="csY1" fmla="*/ 2211434 h 2314641"/>
                <a:gd name="csX2" fmla="*/ 0 w 1647644"/>
                <a:gd name="csY2" fmla="*/ 0 h 2314641"/>
                <a:gd name="csX3" fmla="*/ 1499613 w 1647644"/>
                <a:gd name="csY3" fmla="*/ 2314641 h 2314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1">
                  <a:moveTo>
                    <a:pt x="1499613" y="2314641"/>
                  </a:moveTo>
                  <a:cubicBezTo>
                    <a:pt x="1549812" y="2282030"/>
                    <a:pt x="1599278" y="2247587"/>
                    <a:pt x="1647644" y="2211434"/>
                  </a:cubicBezTo>
                  <a:lnTo>
                    <a:pt x="0" y="0"/>
                  </a:lnTo>
                  <a:lnTo>
                    <a:pt x="1499613" y="23146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0577A2F3-F361-5AE9-FD6A-F7D14943F617}"/>
                </a:ext>
              </a:extLst>
            </p:cNvPr>
            <p:cNvSpPr/>
            <p:nvPr/>
          </p:nvSpPr>
          <p:spPr>
            <a:xfrm>
              <a:off x="1580878" y="3412708"/>
              <a:ext cx="1921844" cy="2098823"/>
            </a:xfrm>
            <a:custGeom>
              <a:avLst/>
              <a:gdLst>
                <a:gd name="csX0" fmla="*/ 1788714 w 1921844"/>
                <a:gd name="csY0" fmla="*/ 2098823 h 2098823"/>
                <a:gd name="csX1" fmla="*/ 1921845 w 1921844"/>
                <a:gd name="csY1" fmla="*/ 1977051 h 2098823"/>
                <a:gd name="csX2" fmla="*/ 0 w 1921844"/>
                <a:gd name="csY2" fmla="*/ 0 h 2098823"/>
                <a:gd name="csX3" fmla="*/ 1788592 w 1921844"/>
                <a:gd name="csY3" fmla="*/ 2098701 h 2098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3">
                  <a:moveTo>
                    <a:pt x="1788714" y="2098823"/>
                  </a:moveTo>
                  <a:cubicBezTo>
                    <a:pt x="1834150" y="2059983"/>
                    <a:pt x="1878486" y="2019311"/>
                    <a:pt x="1921845" y="1977051"/>
                  </a:cubicBezTo>
                  <a:lnTo>
                    <a:pt x="0" y="0"/>
                  </a:lnTo>
                  <a:lnTo>
                    <a:pt x="1788592" y="20987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59FC7A91-C885-9BF1-DB18-DB0ABDB172A9}"/>
                </a:ext>
              </a:extLst>
            </p:cNvPr>
            <p:cNvSpPr/>
            <p:nvPr/>
          </p:nvSpPr>
          <p:spPr>
            <a:xfrm>
              <a:off x="1581000" y="3412952"/>
              <a:ext cx="1788591" cy="2211434"/>
            </a:xfrm>
            <a:custGeom>
              <a:avLst/>
              <a:gdLst>
                <a:gd name="csX0" fmla="*/ 1647644 w 1788591"/>
                <a:gd name="csY0" fmla="*/ 2211312 h 2211434"/>
                <a:gd name="csX1" fmla="*/ 1788592 w 1788591"/>
                <a:gd name="csY1" fmla="*/ 2098701 h 2211434"/>
                <a:gd name="csX2" fmla="*/ 0 w 1788591"/>
                <a:gd name="csY2" fmla="*/ 0 h 2211434"/>
                <a:gd name="csX3" fmla="*/ 1647644 w 1788591"/>
                <a:gd name="csY3" fmla="*/ 2211434 h 2211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434">
                  <a:moveTo>
                    <a:pt x="1647644" y="2211312"/>
                  </a:moveTo>
                  <a:cubicBezTo>
                    <a:pt x="1695645" y="2175526"/>
                    <a:pt x="1742668" y="2138029"/>
                    <a:pt x="1788592" y="2098701"/>
                  </a:cubicBezTo>
                  <a:lnTo>
                    <a:pt x="0" y="0"/>
                  </a:lnTo>
                  <a:lnTo>
                    <a:pt x="1647644" y="2211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62A98C90-C8C0-BB48-325D-E1A33F3C51E8}"/>
                </a:ext>
              </a:extLst>
            </p:cNvPr>
            <p:cNvSpPr/>
            <p:nvPr/>
          </p:nvSpPr>
          <p:spPr>
            <a:xfrm>
              <a:off x="1581122" y="3412830"/>
              <a:ext cx="2047035" cy="1977051"/>
            </a:xfrm>
            <a:custGeom>
              <a:avLst/>
              <a:gdLst>
                <a:gd name="csX0" fmla="*/ 1921722 w 2047035"/>
                <a:gd name="csY0" fmla="*/ 1977051 h 1977051"/>
                <a:gd name="csX1" fmla="*/ 2047036 w 2047035"/>
                <a:gd name="csY1" fmla="*/ 1847218 h 1977051"/>
                <a:gd name="csX2" fmla="*/ 0 w 2047035"/>
                <a:gd name="csY2" fmla="*/ 0 h 1977051"/>
                <a:gd name="csX3" fmla="*/ 1921844 w 2047035"/>
                <a:gd name="csY3" fmla="*/ 1977051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5" h="1977051">
                  <a:moveTo>
                    <a:pt x="1921722" y="1977051"/>
                  </a:moveTo>
                  <a:cubicBezTo>
                    <a:pt x="1964471" y="1935402"/>
                    <a:pt x="2006364" y="1892165"/>
                    <a:pt x="2047036" y="1847218"/>
                  </a:cubicBezTo>
                  <a:lnTo>
                    <a:pt x="0" y="0"/>
                  </a:lnTo>
                  <a:lnTo>
                    <a:pt x="1921844" y="197705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8B6A6938-4D43-0A69-60DD-2005FA9F18BF}"/>
                </a:ext>
              </a:extLst>
            </p:cNvPr>
            <p:cNvSpPr/>
            <p:nvPr/>
          </p:nvSpPr>
          <p:spPr>
            <a:xfrm>
              <a:off x="1581000" y="3412830"/>
              <a:ext cx="2163434" cy="1847218"/>
            </a:xfrm>
            <a:custGeom>
              <a:avLst/>
              <a:gdLst>
                <a:gd name="csX0" fmla="*/ 0 w 2163434"/>
                <a:gd name="csY0" fmla="*/ 0 h 1847218"/>
                <a:gd name="csX1" fmla="*/ 2047036 w 2163434"/>
                <a:gd name="csY1" fmla="*/ 1847218 h 1847218"/>
                <a:gd name="csX2" fmla="*/ 2163434 w 2163434"/>
                <a:gd name="csY2" fmla="*/ 1709324 h 1847218"/>
                <a:gd name="csX3" fmla="*/ 0 w 2163434"/>
                <a:gd name="csY3" fmla="*/ 122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4" h="1847218">
                  <a:moveTo>
                    <a:pt x="0" y="0"/>
                  </a:moveTo>
                  <a:lnTo>
                    <a:pt x="2047036" y="1847218"/>
                  </a:lnTo>
                  <a:cubicBezTo>
                    <a:pt x="2087586" y="1802271"/>
                    <a:pt x="2126304" y="1756103"/>
                    <a:pt x="2163434" y="1709324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19548694-B7A7-EC7D-06CB-ED1BF9D16257}"/>
                </a:ext>
              </a:extLst>
            </p:cNvPr>
            <p:cNvSpPr/>
            <p:nvPr/>
          </p:nvSpPr>
          <p:spPr>
            <a:xfrm>
              <a:off x="1581000" y="3412830"/>
              <a:ext cx="1184740" cy="2562826"/>
            </a:xfrm>
            <a:custGeom>
              <a:avLst/>
              <a:gdLst>
                <a:gd name="csX0" fmla="*/ 1019243 w 1184740"/>
                <a:gd name="csY0" fmla="*/ 2562826 h 2562826"/>
                <a:gd name="csX1" fmla="*/ 1184741 w 1184740"/>
                <a:gd name="csY1" fmla="*/ 2490764 h 2562826"/>
                <a:gd name="csX2" fmla="*/ 0 w 1184740"/>
                <a:gd name="csY2" fmla="*/ 0 h 2562826"/>
                <a:gd name="csX3" fmla="*/ 1019365 w 1184740"/>
                <a:gd name="csY3" fmla="*/ 2562826 h 2562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6">
                  <a:moveTo>
                    <a:pt x="1019243" y="2562826"/>
                  </a:moveTo>
                  <a:cubicBezTo>
                    <a:pt x="1075060" y="2540719"/>
                    <a:pt x="1130267" y="2516658"/>
                    <a:pt x="1184741" y="2490764"/>
                  </a:cubicBezTo>
                  <a:lnTo>
                    <a:pt x="0" y="0"/>
                  </a:lnTo>
                  <a:lnTo>
                    <a:pt x="1019365" y="25628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02CEEE9-2BFE-618C-B1D0-44E819602390}"/>
                </a:ext>
              </a:extLst>
            </p:cNvPr>
            <p:cNvSpPr/>
            <p:nvPr/>
          </p:nvSpPr>
          <p:spPr>
            <a:xfrm>
              <a:off x="1580878" y="3412708"/>
              <a:ext cx="1499612" cy="2408076"/>
            </a:xfrm>
            <a:custGeom>
              <a:avLst/>
              <a:gdLst>
                <a:gd name="csX0" fmla="*/ 1345230 w 1499612"/>
                <a:gd name="csY0" fmla="*/ 2408077 h 2408076"/>
                <a:gd name="csX1" fmla="*/ 1499613 w 1499612"/>
                <a:gd name="csY1" fmla="*/ 2314641 h 2408076"/>
                <a:gd name="csX2" fmla="*/ 0 w 1499612"/>
                <a:gd name="csY2" fmla="*/ 0 h 2408076"/>
                <a:gd name="csX3" fmla="*/ 1345230 w 1499612"/>
                <a:gd name="csY3" fmla="*/ 2407955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345230" y="2408077"/>
                  </a:moveTo>
                  <a:cubicBezTo>
                    <a:pt x="1397506" y="2378764"/>
                    <a:pt x="1449048" y="2347619"/>
                    <a:pt x="1499613" y="2314641"/>
                  </a:cubicBezTo>
                  <a:lnTo>
                    <a:pt x="0" y="0"/>
                  </a:lnTo>
                  <a:lnTo>
                    <a:pt x="1345230" y="2407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3EB1AA79-1F2F-D0DF-7D4A-FA242A26FD19}"/>
                </a:ext>
              </a:extLst>
            </p:cNvPr>
            <p:cNvSpPr/>
            <p:nvPr/>
          </p:nvSpPr>
          <p:spPr>
            <a:xfrm>
              <a:off x="1580878" y="3412830"/>
              <a:ext cx="1019365" cy="2624017"/>
            </a:xfrm>
            <a:custGeom>
              <a:avLst/>
              <a:gdLst>
                <a:gd name="csX0" fmla="*/ 849593 w 1019365"/>
                <a:gd name="csY0" fmla="*/ 2624017 h 2624017"/>
                <a:gd name="csX1" fmla="*/ 1019366 w 1019365"/>
                <a:gd name="csY1" fmla="*/ 2562826 h 2624017"/>
                <a:gd name="csX2" fmla="*/ 0 w 1019365"/>
                <a:gd name="csY2" fmla="*/ 0 h 2624017"/>
                <a:gd name="csX3" fmla="*/ 849471 w 1019365"/>
                <a:gd name="csY3" fmla="*/ 2624017 h 262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7">
                  <a:moveTo>
                    <a:pt x="849593" y="2624017"/>
                  </a:moveTo>
                  <a:cubicBezTo>
                    <a:pt x="906754" y="2605575"/>
                    <a:pt x="963304" y="2585055"/>
                    <a:pt x="1019366" y="2562826"/>
                  </a:cubicBezTo>
                  <a:lnTo>
                    <a:pt x="0" y="0"/>
                  </a:lnTo>
                  <a:lnTo>
                    <a:pt x="849471" y="262401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867640A6-9362-4C5D-DE3F-7CAD56807FA0}"/>
                </a:ext>
              </a:extLst>
            </p:cNvPr>
            <p:cNvSpPr/>
            <p:nvPr/>
          </p:nvSpPr>
          <p:spPr>
            <a:xfrm>
              <a:off x="1581000" y="3412830"/>
              <a:ext cx="849471" cy="2673849"/>
            </a:xfrm>
            <a:custGeom>
              <a:avLst/>
              <a:gdLst>
                <a:gd name="csX0" fmla="*/ 676035 w 849471"/>
                <a:gd name="csY0" fmla="*/ 2673850 h 2673849"/>
                <a:gd name="csX1" fmla="*/ 849471 w 849471"/>
                <a:gd name="csY1" fmla="*/ 2624017 h 2673849"/>
                <a:gd name="csX2" fmla="*/ 0 w 849471"/>
                <a:gd name="csY2" fmla="*/ 0 h 2673849"/>
                <a:gd name="csX3" fmla="*/ 676035 w 849471"/>
                <a:gd name="csY3" fmla="*/ 267385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676035" y="2673850"/>
                  </a:moveTo>
                  <a:cubicBezTo>
                    <a:pt x="734295" y="2659193"/>
                    <a:pt x="792188" y="2642582"/>
                    <a:pt x="849471" y="2624017"/>
                  </a:cubicBezTo>
                  <a:lnTo>
                    <a:pt x="0" y="0"/>
                  </a:lnTo>
                  <a:lnTo>
                    <a:pt x="676035" y="267385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02B9563B-5F0D-C5BD-6A4F-8313F06A4BE5}"/>
                </a:ext>
              </a:extLst>
            </p:cNvPr>
            <p:cNvSpPr/>
            <p:nvPr/>
          </p:nvSpPr>
          <p:spPr>
            <a:xfrm>
              <a:off x="-128323" y="3412830"/>
              <a:ext cx="1709324" cy="2270915"/>
            </a:xfrm>
            <a:custGeom>
              <a:avLst/>
              <a:gdLst>
                <a:gd name="csX0" fmla="*/ 0 w 1709324"/>
                <a:gd name="csY0" fmla="*/ 2163434 h 2270915"/>
                <a:gd name="csX1" fmla="*/ 144978 w 1709324"/>
                <a:gd name="csY1" fmla="*/ 2270916 h 2270915"/>
                <a:gd name="csX2" fmla="*/ 1709324 w 1709324"/>
                <a:gd name="csY2" fmla="*/ 0 h 2270915"/>
                <a:gd name="csX3" fmla="*/ 122 w 1709324"/>
                <a:gd name="csY3" fmla="*/ 2163434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0" y="2163434"/>
                  </a:moveTo>
                  <a:cubicBezTo>
                    <a:pt x="47512" y="2201053"/>
                    <a:pt x="95756" y="2236961"/>
                    <a:pt x="144978" y="2270916"/>
                  </a:cubicBezTo>
                  <a:lnTo>
                    <a:pt x="1709324" y="0"/>
                  </a:lnTo>
                  <a:lnTo>
                    <a:pt x="122" y="2163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47B94CF5-FDF0-F4CE-8761-443C2303EBE5}"/>
                </a:ext>
              </a:extLst>
            </p:cNvPr>
            <p:cNvSpPr/>
            <p:nvPr/>
          </p:nvSpPr>
          <p:spPr>
            <a:xfrm>
              <a:off x="1580878" y="3412952"/>
              <a:ext cx="1345230" cy="2490764"/>
            </a:xfrm>
            <a:custGeom>
              <a:avLst/>
              <a:gdLst>
                <a:gd name="csX0" fmla="*/ 1184863 w 1345230"/>
                <a:gd name="csY0" fmla="*/ 2490642 h 2490764"/>
                <a:gd name="csX1" fmla="*/ 1345230 w 1345230"/>
                <a:gd name="csY1" fmla="*/ 2407955 h 2490764"/>
                <a:gd name="csX2" fmla="*/ 0 w 1345230"/>
                <a:gd name="csY2" fmla="*/ 0 h 2490764"/>
                <a:gd name="csX3" fmla="*/ 1184741 w 1345230"/>
                <a:gd name="csY3" fmla="*/ 2490764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184863" y="2490642"/>
                  </a:moveTo>
                  <a:cubicBezTo>
                    <a:pt x="1239092" y="2464871"/>
                    <a:pt x="1292589" y="2437390"/>
                    <a:pt x="1345230" y="2407955"/>
                  </a:cubicBezTo>
                  <a:lnTo>
                    <a:pt x="0" y="0"/>
                  </a:lnTo>
                  <a:lnTo>
                    <a:pt x="1184741" y="249076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438C0291-FE9C-D44B-7AB2-15BEC0852F4C}"/>
                </a:ext>
              </a:extLst>
            </p:cNvPr>
            <p:cNvSpPr/>
            <p:nvPr/>
          </p:nvSpPr>
          <p:spPr>
            <a:xfrm>
              <a:off x="-1176809" y="3373624"/>
              <a:ext cx="2757810" cy="180520"/>
            </a:xfrm>
            <a:custGeom>
              <a:avLst/>
              <a:gdLst>
                <a:gd name="csX0" fmla="*/ 296 w 2757810"/>
                <a:gd name="csY0" fmla="*/ 122 h 180520"/>
                <a:gd name="csX1" fmla="*/ 3472 w 2757810"/>
                <a:gd name="csY1" fmla="*/ 180520 h 180520"/>
                <a:gd name="csX2" fmla="*/ 2757811 w 2757810"/>
                <a:gd name="csY2" fmla="*/ 39084 h 180520"/>
                <a:gd name="csX3" fmla="*/ 296 w 2757810"/>
                <a:gd name="csY3" fmla="*/ 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96" y="122"/>
                  </a:moveTo>
                  <a:cubicBezTo>
                    <a:pt x="-559" y="60336"/>
                    <a:pt x="418" y="120428"/>
                    <a:pt x="3472" y="180520"/>
                  </a:cubicBezTo>
                  <a:lnTo>
                    <a:pt x="2757811" y="39084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90454752-45AC-E500-6A47-BCECD0014FA5}"/>
                </a:ext>
              </a:extLst>
            </p:cNvPr>
            <p:cNvSpPr/>
            <p:nvPr/>
          </p:nvSpPr>
          <p:spPr>
            <a:xfrm>
              <a:off x="-1116299" y="2661313"/>
              <a:ext cx="2697300" cy="751516"/>
            </a:xfrm>
            <a:custGeom>
              <a:avLst/>
              <a:gdLst>
                <a:gd name="csX0" fmla="*/ 43481 w 2697300"/>
                <a:gd name="csY0" fmla="*/ 0 h 751516"/>
                <a:gd name="csX1" fmla="*/ 0 w 2697300"/>
                <a:gd name="csY1" fmla="*/ 175146 h 751516"/>
                <a:gd name="csX2" fmla="*/ 2697300 w 2697300"/>
                <a:gd name="csY2" fmla="*/ 751516 h 751516"/>
                <a:gd name="csX3" fmla="*/ 43481 w 2697300"/>
                <a:gd name="csY3" fmla="*/ 0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43481" y="0"/>
                  </a:moveTo>
                  <a:cubicBezTo>
                    <a:pt x="27115" y="58016"/>
                    <a:pt x="12458" y="116398"/>
                    <a:pt x="0" y="175146"/>
                  </a:cubicBezTo>
                  <a:lnTo>
                    <a:pt x="2697300" y="751516"/>
                  </a:lnTo>
                  <a:lnTo>
                    <a:pt x="4348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FAC578BE-74F7-8D82-FC83-1A2060FD38B1}"/>
                </a:ext>
              </a:extLst>
            </p:cNvPr>
            <p:cNvSpPr/>
            <p:nvPr/>
          </p:nvSpPr>
          <p:spPr>
            <a:xfrm>
              <a:off x="-1148055" y="2836460"/>
              <a:ext cx="2729056" cy="576370"/>
            </a:xfrm>
            <a:custGeom>
              <a:avLst/>
              <a:gdLst>
                <a:gd name="csX0" fmla="*/ 31756 w 2729056"/>
                <a:gd name="csY0" fmla="*/ 0 h 576370"/>
                <a:gd name="csX1" fmla="*/ 0 w 2729056"/>
                <a:gd name="csY1" fmla="*/ 177711 h 576370"/>
                <a:gd name="csX2" fmla="*/ 2729056 w 2729056"/>
                <a:gd name="csY2" fmla="*/ 576370 h 576370"/>
                <a:gd name="csX3" fmla="*/ 31756 w 2729056"/>
                <a:gd name="csY3" fmla="*/ 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31756" y="0"/>
                  </a:moveTo>
                  <a:cubicBezTo>
                    <a:pt x="19176" y="58993"/>
                    <a:pt x="8672" y="118230"/>
                    <a:pt x="0" y="177711"/>
                  </a:cubicBezTo>
                  <a:lnTo>
                    <a:pt x="2729056" y="576370"/>
                  </a:lnTo>
                  <a:lnTo>
                    <a:pt x="3175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86B3CB72-9BFF-084C-01E1-3A09E62EF8E7}"/>
                </a:ext>
              </a:extLst>
            </p:cNvPr>
            <p:cNvSpPr/>
            <p:nvPr/>
          </p:nvSpPr>
          <p:spPr>
            <a:xfrm>
              <a:off x="-1168086" y="3014171"/>
              <a:ext cx="2749086" cy="398659"/>
            </a:xfrm>
            <a:custGeom>
              <a:avLst/>
              <a:gdLst>
                <a:gd name="csX0" fmla="*/ 20031 w 2749086"/>
                <a:gd name="csY0" fmla="*/ 0 h 398659"/>
                <a:gd name="csX1" fmla="*/ 0 w 2749086"/>
                <a:gd name="csY1" fmla="*/ 179299 h 398659"/>
                <a:gd name="csX2" fmla="*/ 2749087 w 2749086"/>
                <a:gd name="csY2" fmla="*/ 398659 h 398659"/>
                <a:gd name="csX3" fmla="*/ 20031 w 2749086"/>
                <a:gd name="csY3" fmla="*/ 0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0031" y="0"/>
                  </a:moveTo>
                  <a:cubicBezTo>
                    <a:pt x="11359" y="59603"/>
                    <a:pt x="4763" y="119451"/>
                    <a:pt x="0" y="179299"/>
                  </a:cubicBezTo>
                  <a:lnTo>
                    <a:pt x="2749087" y="398659"/>
                  </a:lnTo>
                  <a:lnTo>
                    <a:pt x="200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6662C6BB-5F20-259A-F94F-80A2AC1C262A}"/>
                </a:ext>
              </a:extLst>
            </p:cNvPr>
            <p:cNvSpPr/>
            <p:nvPr/>
          </p:nvSpPr>
          <p:spPr>
            <a:xfrm>
              <a:off x="-1173338" y="3412830"/>
              <a:ext cx="2754338" cy="321223"/>
            </a:xfrm>
            <a:custGeom>
              <a:avLst/>
              <a:gdLst>
                <a:gd name="csX0" fmla="*/ 0 w 2754338"/>
                <a:gd name="csY0" fmla="*/ 141436 h 321223"/>
                <a:gd name="csX1" fmla="*/ 15267 w 2754338"/>
                <a:gd name="csY1" fmla="*/ 321224 h 321223"/>
                <a:gd name="csX2" fmla="*/ 2754339 w 2754338"/>
                <a:gd name="csY2" fmla="*/ 0 h 321223"/>
                <a:gd name="csX3" fmla="*/ 0 w 2754338"/>
                <a:gd name="csY3" fmla="*/ 141436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0" y="141436"/>
                  </a:moveTo>
                  <a:cubicBezTo>
                    <a:pt x="3053" y="201528"/>
                    <a:pt x="8305" y="261498"/>
                    <a:pt x="15267" y="321224"/>
                  </a:cubicBezTo>
                  <a:lnTo>
                    <a:pt x="2754339" y="0"/>
                  </a:lnTo>
                  <a:lnTo>
                    <a:pt x="0" y="141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6562B4A7-2CDE-A16E-033D-CCE0E73EEE83}"/>
                </a:ext>
              </a:extLst>
            </p:cNvPr>
            <p:cNvSpPr/>
            <p:nvPr/>
          </p:nvSpPr>
          <p:spPr>
            <a:xfrm>
              <a:off x="-689915" y="1703506"/>
              <a:ext cx="2270915" cy="1709324"/>
            </a:xfrm>
            <a:custGeom>
              <a:avLst/>
              <a:gdLst>
                <a:gd name="csX0" fmla="*/ 107482 w 2270915"/>
                <a:gd name="csY0" fmla="*/ 0 h 1709324"/>
                <a:gd name="csX1" fmla="*/ 0 w 2270915"/>
                <a:gd name="csY1" fmla="*/ 144978 h 1709324"/>
                <a:gd name="csX2" fmla="*/ 2270916 w 2270915"/>
                <a:gd name="csY2" fmla="*/ 1709324 h 1709324"/>
                <a:gd name="csX3" fmla="*/ 107482 w 2270915"/>
                <a:gd name="csY3" fmla="*/ 12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107482" y="0"/>
                  </a:moveTo>
                  <a:cubicBezTo>
                    <a:pt x="69863" y="47512"/>
                    <a:pt x="33954" y="95756"/>
                    <a:pt x="0" y="144978"/>
                  </a:cubicBezTo>
                  <a:lnTo>
                    <a:pt x="2270916" y="1709324"/>
                  </a:lnTo>
                  <a:lnTo>
                    <a:pt x="107482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D96642EE-FF2A-3DCD-3B04-F1427B8C9645}"/>
                </a:ext>
              </a:extLst>
            </p:cNvPr>
            <p:cNvSpPr/>
            <p:nvPr/>
          </p:nvSpPr>
          <p:spPr>
            <a:xfrm>
              <a:off x="-1176513" y="3193470"/>
              <a:ext cx="2757514" cy="219360"/>
            </a:xfrm>
            <a:custGeom>
              <a:avLst/>
              <a:gdLst>
                <a:gd name="csX0" fmla="*/ 8428 w 2757514"/>
                <a:gd name="csY0" fmla="*/ 0 h 219360"/>
                <a:gd name="csX1" fmla="*/ 0 w 2757514"/>
                <a:gd name="csY1" fmla="*/ 180276 h 219360"/>
                <a:gd name="csX2" fmla="*/ 2757514 w 2757514"/>
                <a:gd name="csY2" fmla="*/ 219360 h 219360"/>
                <a:gd name="csX3" fmla="*/ 8428 w 2757514"/>
                <a:gd name="csY3" fmla="*/ 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8428" y="0"/>
                  </a:moveTo>
                  <a:cubicBezTo>
                    <a:pt x="3664" y="59970"/>
                    <a:pt x="855" y="120184"/>
                    <a:pt x="0" y="180276"/>
                  </a:cubicBezTo>
                  <a:lnTo>
                    <a:pt x="2757514" y="219360"/>
                  </a:lnTo>
                  <a:lnTo>
                    <a:pt x="842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FDE751CE-1089-0921-E968-B6358EA5B8AE}"/>
                </a:ext>
              </a:extLst>
            </p:cNvPr>
            <p:cNvSpPr/>
            <p:nvPr/>
          </p:nvSpPr>
          <p:spPr>
            <a:xfrm>
              <a:off x="-874954" y="2000302"/>
              <a:ext cx="2455955" cy="1412528"/>
            </a:xfrm>
            <a:custGeom>
              <a:avLst/>
              <a:gdLst>
                <a:gd name="csX0" fmla="*/ 87451 w 2455955"/>
                <a:gd name="csY0" fmla="*/ 0 h 1412528"/>
                <a:gd name="csX1" fmla="*/ 0 w 2455955"/>
                <a:gd name="csY1" fmla="*/ 157803 h 1412528"/>
                <a:gd name="csX2" fmla="*/ 2455955 w 2455955"/>
                <a:gd name="csY2" fmla="*/ 1412528 h 1412528"/>
                <a:gd name="csX3" fmla="*/ 87451 w 2455955"/>
                <a:gd name="csY3" fmla="*/ 0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87451" y="0"/>
                  </a:moveTo>
                  <a:cubicBezTo>
                    <a:pt x="56428" y="51909"/>
                    <a:pt x="27237" y="104550"/>
                    <a:pt x="0" y="157803"/>
                  </a:cubicBezTo>
                  <a:lnTo>
                    <a:pt x="2455955" y="1412528"/>
                  </a:lnTo>
                  <a:lnTo>
                    <a:pt x="8745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56373D0-AC97-1C90-1048-8FD68F55DAD0}"/>
                </a:ext>
              </a:extLst>
            </p:cNvPr>
            <p:cNvSpPr/>
            <p:nvPr/>
          </p:nvSpPr>
          <p:spPr>
            <a:xfrm>
              <a:off x="-787503" y="1848484"/>
              <a:ext cx="2368504" cy="1564346"/>
            </a:xfrm>
            <a:custGeom>
              <a:avLst/>
              <a:gdLst>
                <a:gd name="csX0" fmla="*/ 97588 w 2368504"/>
                <a:gd name="csY0" fmla="*/ 0 h 1564346"/>
                <a:gd name="csX1" fmla="*/ 0 w 2368504"/>
                <a:gd name="csY1" fmla="*/ 151818 h 1564346"/>
                <a:gd name="csX2" fmla="*/ 2368504 w 2368504"/>
                <a:gd name="csY2" fmla="*/ 1564346 h 1564346"/>
                <a:gd name="csX3" fmla="*/ 97588 w 2368504"/>
                <a:gd name="csY3" fmla="*/ 0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4" h="1564346">
                  <a:moveTo>
                    <a:pt x="97588" y="0"/>
                  </a:moveTo>
                  <a:cubicBezTo>
                    <a:pt x="63145" y="49832"/>
                    <a:pt x="30657" y="100398"/>
                    <a:pt x="0" y="151818"/>
                  </a:cubicBezTo>
                  <a:lnTo>
                    <a:pt x="2368504" y="1564346"/>
                  </a:lnTo>
                  <a:lnTo>
                    <a:pt x="9758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376E7EF9-5DD8-6C1C-867B-137269169816}"/>
                </a:ext>
              </a:extLst>
            </p:cNvPr>
            <p:cNvSpPr/>
            <p:nvPr/>
          </p:nvSpPr>
          <p:spPr>
            <a:xfrm>
              <a:off x="-1072818" y="2489343"/>
              <a:ext cx="2653818" cy="923486"/>
            </a:xfrm>
            <a:custGeom>
              <a:avLst/>
              <a:gdLst>
                <a:gd name="csX0" fmla="*/ 54840 w 2653818"/>
                <a:gd name="csY0" fmla="*/ 0 h 923486"/>
                <a:gd name="csX1" fmla="*/ 0 w 2653818"/>
                <a:gd name="csY1" fmla="*/ 171971 h 923486"/>
                <a:gd name="csX2" fmla="*/ 2653819 w 2653818"/>
                <a:gd name="csY2" fmla="*/ 923487 h 923486"/>
                <a:gd name="csX3" fmla="*/ 54840 w 2653818"/>
                <a:gd name="csY3" fmla="*/ 0 h 9234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6">
                  <a:moveTo>
                    <a:pt x="54840" y="0"/>
                  </a:moveTo>
                  <a:cubicBezTo>
                    <a:pt x="34687" y="56916"/>
                    <a:pt x="16366" y="114199"/>
                    <a:pt x="0" y="171971"/>
                  </a:cubicBezTo>
                  <a:lnTo>
                    <a:pt x="2653819" y="923487"/>
                  </a:lnTo>
                  <a:lnTo>
                    <a:pt x="5484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614B7F11-9E7A-A748-666C-31AEFDF2AD3B}"/>
                </a:ext>
              </a:extLst>
            </p:cNvPr>
            <p:cNvSpPr/>
            <p:nvPr/>
          </p:nvSpPr>
          <p:spPr>
            <a:xfrm>
              <a:off x="-952145" y="2158104"/>
              <a:ext cx="2533146" cy="1254725"/>
            </a:xfrm>
            <a:custGeom>
              <a:avLst/>
              <a:gdLst>
                <a:gd name="csX0" fmla="*/ 77069 w 2533146"/>
                <a:gd name="csY0" fmla="*/ 0 h 1254725"/>
                <a:gd name="csX1" fmla="*/ 0 w 2533146"/>
                <a:gd name="csY1" fmla="*/ 163177 h 1254725"/>
                <a:gd name="csX2" fmla="*/ 2533146 w 2533146"/>
                <a:gd name="csY2" fmla="*/ 1254726 h 1254725"/>
                <a:gd name="csX3" fmla="*/ 77191 w 2533146"/>
                <a:gd name="csY3" fmla="*/ 0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77069" y="0"/>
                  </a:moveTo>
                  <a:cubicBezTo>
                    <a:pt x="49588" y="53741"/>
                    <a:pt x="23695" y="108214"/>
                    <a:pt x="0" y="163177"/>
                  </a:cubicBezTo>
                  <a:lnTo>
                    <a:pt x="2533146" y="1254726"/>
                  </a:lnTo>
                  <a:lnTo>
                    <a:pt x="7719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20393938-E968-35C9-51BE-07E0AB986B58}"/>
                </a:ext>
              </a:extLst>
            </p:cNvPr>
            <p:cNvSpPr/>
            <p:nvPr/>
          </p:nvSpPr>
          <p:spPr>
            <a:xfrm>
              <a:off x="-1017978" y="2321281"/>
              <a:ext cx="2598978" cy="1091549"/>
            </a:xfrm>
            <a:custGeom>
              <a:avLst/>
              <a:gdLst>
                <a:gd name="csX0" fmla="*/ 65832 w 2598978"/>
                <a:gd name="csY0" fmla="*/ 0 h 1091549"/>
                <a:gd name="csX1" fmla="*/ 0 w 2598978"/>
                <a:gd name="csY1" fmla="*/ 168062 h 1091549"/>
                <a:gd name="csX2" fmla="*/ 2598979 w 2598978"/>
                <a:gd name="csY2" fmla="*/ 1091549 h 1091549"/>
                <a:gd name="csX3" fmla="*/ 65832 w 2598978"/>
                <a:gd name="csY3" fmla="*/ 0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65832" y="0"/>
                  </a:moveTo>
                  <a:cubicBezTo>
                    <a:pt x="41893" y="55451"/>
                    <a:pt x="20031" y="111512"/>
                    <a:pt x="0" y="168062"/>
                  </a:cubicBezTo>
                  <a:lnTo>
                    <a:pt x="2598979" y="1091549"/>
                  </a:lnTo>
                  <a:lnTo>
                    <a:pt x="658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76F4AA60-C0C8-79A7-75A9-90B3096C7BC1}"/>
                </a:ext>
              </a:extLst>
            </p:cNvPr>
            <p:cNvSpPr/>
            <p:nvPr/>
          </p:nvSpPr>
          <p:spPr>
            <a:xfrm>
              <a:off x="-396050" y="3412952"/>
              <a:ext cx="1977051" cy="2047036"/>
            </a:xfrm>
            <a:custGeom>
              <a:avLst/>
              <a:gdLst>
                <a:gd name="csX0" fmla="*/ 0 w 1977051"/>
                <a:gd name="csY0" fmla="*/ 1921722 h 2047036"/>
                <a:gd name="csX1" fmla="*/ 129833 w 1977051"/>
                <a:gd name="csY1" fmla="*/ 2047036 h 2047036"/>
                <a:gd name="csX2" fmla="*/ 1977051 w 1977051"/>
                <a:gd name="csY2" fmla="*/ 0 h 2047036"/>
                <a:gd name="csX3" fmla="*/ 0 w 1977051"/>
                <a:gd name="csY3" fmla="*/ 1921845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0" y="1921722"/>
                  </a:moveTo>
                  <a:cubicBezTo>
                    <a:pt x="41649" y="1964471"/>
                    <a:pt x="84886" y="2006364"/>
                    <a:pt x="129833" y="2047036"/>
                  </a:cubicBezTo>
                  <a:lnTo>
                    <a:pt x="1977051" y="0"/>
                  </a:lnTo>
                  <a:lnTo>
                    <a:pt x="0" y="192184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E062C8D9-AD0F-19D2-A34C-532F3DD1D7D2}"/>
                </a:ext>
              </a:extLst>
            </p:cNvPr>
            <p:cNvSpPr/>
            <p:nvPr/>
          </p:nvSpPr>
          <p:spPr>
            <a:xfrm>
              <a:off x="-630555" y="3412830"/>
              <a:ext cx="2211434" cy="1788591"/>
            </a:xfrm>
            <a:custGeom>
              <a:avLst/>
              <a:gdLst>
                <a:gd name="csX0" fmla="*/ 122 w 2211434"/>
                <a:gd name="csY0" fmla="*/ 1647644 h 1788591"/>
                <a:gd name="csX1" fmla="*/ 112734 w 2211434"/>
                <a:gd name="csY1" fmla="*/ 1788592 h 1788591"/>
                <a:gd name="csX2" fmla="*/ 2211434 w 2211434"/>
                <a:gd name="csY2" fmla="*/ 0 h 1788591"/>
                <a:gd name="csX3" fmla="*/ 0 w 2211434"/>
                <a:gd name="csY3" fmla="*/ 1647644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122" y="1647644"/>
                  </a:moveTo>
                  <a:cubicBezTo>
                    <a:pt x="35909" y="1695645"/>
                    <a:pt x="73405" y="1742668"/>
                    <a:pt x="112734" y="1788592"/>
                  </a:cubicBezTo>
                  <a:lnTo>
                    <a:pt x="2211434" y="0"/>
                  </a:lnTo>
                  <a:lnTo>
                    <a:pt x="0" y="16476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126D74CD-6A52-A07D-FD35-80359E55600B}"/>
                </a:ext>
              </a:extLst>
            </p:cNvPr>
            <p:cNvSpPr/>
            <p:nvPr/>
          </p:nvSpPr>
          <p:spPr>
            <a:xfrm>
              <a:off x="-733640" y="3412830"/>
              <a:ext cx="2314641" cy="1647644"/>
            </a:xfrm>
            <a:custGeom>
              <a:avLst/>
              <a:gdLst>
                <a:gd name="csX0" fmla="*/ 0 w 2314641"/>
                <a:gd name="csY0" fmla="*/ 1499613 h 1647644"/>
                <a:gd name="csX1" fmla="*/ 103207 w 2314641"/>
                <a:gd name="csY1" fmla="*/ 1647644 h 1647644"/>
                <a:gd name="csX2" fmla="*/ 2314641 w 2314641"/>
                <a:gd name="csY2" fmla="*/ 0 h 1647644"/>
                <a:gd name="csX3" fmla="*/ 0 w 2314641"/>
                <a:gd name="csY3" fmla="*/ 1499613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0" y="1499613"/>
                  </a:moveTo>
                  <a:cubicBezTo>
                    <a:pt x="32611" y="1549812"/>
                    <a:pt x="67054" y="1599278"/>
                    <a:pt x="103207" y="1647644"/>
                  </a:cubicBezTo>
                  <a:lnTo>
                    <a:pt x="2314641" y="0"/>
                  </a:lnTo>
                  <a:lnTo>
                    <a:pt x="0" y="1499613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F2F4015B-7341-0994-3106-DC6461FEF6AE}"/>
                </a:ext>
              </a:extLst>
            </p:cNvPr>
            <p:cNvSpPr/>
            <p:nvPr/>
          </p:nvSpPr>
          <p:spPr>
            <a:xfrm>
              <a:off x="-266339" y="3412830"/>
              <a:ext cx="1847218" cy="2163434"/>
            </a:xfrm>
            <a:custGeom>
              <a:avLst/>
              <a:gdLst>
                <a:gd name="csX0" fmla="*/ 122 w 1847218"/>
                <a:gd name="csY0" fmla="*/ 2047036 h 2163434"/>
                <a:gd name="csX1" fmla="*/ 138016 w 1847218"/>
                <a:gd name="csY1" fmla="*/ 2163434 h 2163434"/>
                <a:gd name="csX2" fmla="*/ 1847218 w 1847218"/>
                <a:gd name="csY2" fmla="*/ 0 h 2163434"/>
                <a:gd name="csX3" fmla="*/ 0 w 1847218"/>
                <a:gd name="csY3" fmla="*/ 2047036 h 2163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4">
                  <a:moveTo>
                    <a:pt x="122" y="2047036"/>
                  </a:moveTo>
                  <a:cubicBezTo>
                    <a:pt x="45069" y="2087586"/>
                    <a:pt x="91237" y="2126304"/>
                    <a:pt x="138016" y="2163434"/>
                  </a:cubicBezTo>
                  <a:lnTo>
                    <a:pt x="1847218" y="0"/>
                  </a:lnTo>
                  <a:lnTo>
                    <a:pt x="0" y="20470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75D401C7-B292-D91F-7275-6ADCF9ACF2AE}"/>
                </a:ext>
              </a:extLst>
            </p:cNvPr>
            <p:cNvSpPr/>
            <p:nvPr/>
          </p:nvSpPr>
          <p:spPr>
            <a:xfrm>
              <a:off x="-827076" y="3412708"/>
              <a:ext cx="2408076" cy="1499612"/>
            </a:xfrm>
            <a:custGeom>
              <a:avLst/>
              <a:gdLst>
                <a:gd name="csX0" fmla="*/ 0 w 2408076"/>
                <a:gd name="csY0" fmla="*/ 1345230 h 1499612"/>
                <a:gd name="csX1" fmla="*/ 93436 w 2408076"/>
                <a:gd name="csY1" fmla="*/ 1499613 h 1499612"/>
                <a:gd name="csX2" fmla="*/ 2408077 w 2408076"/>
                <a:gd name="csY2" fmla="*/ 0 h 1499612"/>
                <a:gd name="csX3" fmla="*/ 122 w 2408076"/>
                <a:gd name="csY3" fmla="*/ 1345230 h 1499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08076" h="1499612">
                  <a:moveTo>
                    <a:pt x="0" y="1345230"/>
                  </a:moveTo>
                  <a:cubicBezTo>
                    <a:pt x="29313" y="1397506"/>
                    <a:pt x="60458" y="1449048"/>
                    <a:pt x="93436" y="1499613"/>
                  </a:cubicBezTo>
                  <a:lnTo>
                    <a:pt x="2408077" y="0"/>
                  </a:lnTo>
                  <a:lnTo>
                    <a:pt x="122" y="134523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C4C536EC-B04C-11BA-A2D3-ED1D1158841D}"/>
                </a:ext>
              </a:extLst>
            </p:cNvPr>
            <p:cNvSpPr/>
            <p:nvPr/>
          </p:nvSpPr>
          <p:spPr>
            <a:xfrm>
              <a:off x="-517822" y="3412708"/>
              <a:ext cx="2098822" cy="1921844"/>
            </a:xfrm>
            <a:custGeom>
              <a:avLst/>
              <a:gdLst>
                <a:gd name="csX0" fmla="*/ 0 w 2098822"/>
                <a:gd name="csY0" fmla="*/ 1788714 h 1921844"/>
                <a:gd name="csX1" fmla="*/ 121772 w 2098822"/>
                <a:gd name="csY1" fmla="*/ 1921845 h 1921844"/>
                <a:gd name="csX2" fmla="*/ 2098823 w 2098822"/>
                <a:gd name="csY2" fmla="*/ 0 h 1921844"/>
                <a:gd name="csX3" fmla="*/ 122 w 2098822"/>
                <a:gd name="csY3" fmla="*/ 1788592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0" y="1788714"/>
                  </a:moveTo>
                  <a:cubicBezTo>
                    <a:pt x="38840" y="1834150"/>
                    <a:pt x="79512" y="1878486"/>
                    <a:pt x="121772" y="1921845"/>
                  </a:cubicBezTo>
                  <a:lnTo>
                    <a:pt x="2098823" y="0"/>
                  </a:lnTo>
                  <a:lnTo>
                    <a:pt x="122" y="178859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97B2C12C-0C21-51AE-33D7-876F8C337CC7}"/>
                </a:ext>
              </a:extLst>
            </p:cNvPr>
            <p:cNvSpPr/>
            <p:nvPr/>
          </p:nvSpPr>
          <p:spPr>
            <a:xfrm>
              <a:off x="-1043138" y="3412708"/>
              <a:ext cx="2624017" cy="1019365"/>
            </a:xfrm>
            <a:custGeom>
              <a:avLst/>
              <a:gdLst>
                <a:gd name="csX0" fmla="*/ 0 w 2624017"/>
                <a:gd name="csY0" fmla="*/ 849594 h 1019365"/>
                <a:gd name="csX1" fmla="*/ 61191 w 2624017"/>
                <a:gd name="csY1" fmla="*/ 1019366 h 1019365"/>
                <a:gd name="csX2" fmla="*/ 2624017 w 2624017"/>
                <a:gd name="csY2" fmla="*/ 0 h 1019365"/>
                <a:gd name="csX3" fmla="*/ 0 w 2624017"/>
                <a:gd name="csY3" fmla="*/ 849471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0" y="849594"/>
                  </a:moveTo>
                  <a:cubicBezTo>
                    <a:pt x="18443" y="906754"/>
                    <a:pt x="38962" y="963304"/>
                    <a:pt x="61191" y="1019366"/>
                  </a:cubicBezTo>
                  <a:lnTo>
                    <a:pt x="2624017" y="0"/>
                  </a:lnTo>
                  <a:lnTo>
                    <a:pt x="0" y="84947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ABEF4E2-E6FE-FCC4-15B7-32AB86D942AE}"/>
                </a:ext>
              </a:extLst>
            </p:cNvPr>
            <p:cNvSpPr/>
            <p:nvPr/>
          </p:nvSpPr>
          <p:spPr>
            <a:xfrm>
              <a:off x="-1092848" y="3412830"/>
              <a:ext cx="2673849" cy="849471"/>
            </a:xfrm>
            <a:custGeom>
              <a:avLst/>
              <a:gdLst>
                <a:gd name="csX0" fmla="*/ 0 w 2673849"/>
                <a:gd name="csY0" fmla="*/ 676035 h 849471"/>
                <a:gd name="csX1" fmla="*/ 49832 w 2673849"/>
                <a:gd name="csY1" fmla="*/ 849471 h 849471"/>
                <a:gd name="csX2" fmla="*/ 2673850 w 2673849"/>
                <a:gd name="csY2" fmla="*/ 0 h 849471"/>
                <a:gd name="csX3" fmla="*/ 0 w 2673849"/>
                <a:gd name="csY3" fmla="*/ 676035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0" y="676035"/>
                  </a:moveTo>
                  <a:cubicBezTo>
                    <a:pt x="14657" y="734295"/>
                    <a:pt x="31267" y="792189"/>
                    <a:pt x="49832" y="849471"/>
                  </a:cubicBezTo>
                  <a:lnTo>
                    <a:pt x="2673850" y="0"/>
                  </a:lnTo>
                  <a:lnTo>
                    <a:pt x="0" y="67603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1D493914-8101-E029-C62D-E59501587DE2}"/>
                </a:ext>
              </a:extLst>
            </p:cNvPr>
            <p:cNvSpPr/>
            <p:nvPr/>
          </p:nvSpPr>
          <p:spPr>
            <a:xfrm>
              <a:off x="-1131200" y="3412830"/>
              <a:ext cx="2712200" cy="676035"/>
            </a:xfrm>
            <a:custGeom>
              <a:avLst/>
              <a:gdLst>
                <a:gd name="csX0" fmla="*/ 0 w 2712200"/>
                <a:gd name="csY0" fmla="*/ 499667 h 676035"/>
                <a:gd name="csX1" fmla="*/ 38351 w 2712200"/>
                <a:gd name="csY1" fmla="*/ 676035 h 676035"/>
                <a:gd name="csX2" fmla="*/ 2712201 w 2712200"/>
                <a:gd name="csY2" fmla="*/ 0 h 676035"/>
                <a:gd name="csX3" fmla="*/ 0 w 2712200"/>
                <a:gd name="csY3" fmla="*/ 499667 h 676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5">
                  <a:moveTo>
                    <a:pt x="0" y="499667"/>
                  </a:moveTo>
                  <a:cubicBezTo>
                    <a:pt x="10870" y="558782"/>
                    <a:pt x="23573" y="617653"/>
                    <a:pt x="38351" y="676035"/>
                  </a:cubicBezTo>
                  <a:lnTo>
                    <a:pt x="2712201" y="0"/>
                  </a:lnTo>
                  <a:lnTo>
                    <a:pt x="0" y="4996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4F30DB0C-118A-1A0B-4859-276173C7FCC7}"/>
                </a:ext>
              </a:extLst>
            </p:cNvPr>
            <p:cNvSpPr/>
            <p:nvPr/>
          </p:nvSpPr>
          <p:spPr>
            <a:xfrm>
              <a:off x="-909885" y="3412708"/>
              <a:ext cx="2490764" cy="1345230"/>
            </a:xfrm>
            <a:custGeom>
              <a:avLst/>
              <a:gdLst>
                <a:gd name="csX0" fmla="*/ 122 w 2490764"/>
                <a:gd name="csY0" fmla="*/ 1184863 h 1345230"/>
                <a:gd name="csX1" fmla="*/ 82810 w 2490764"/>
                <a:gd name="csY1" fmla="*/ 1345230 h 1345230"/>
                <a:gd name="csX2" fmla="*/ 2490764 w 2490764"/>
                <a:gd name="csY2" fmla="*/ 0 h 1345230"/>
                <a:gd name="csX3" fmla="*/ 0 w 2490764"/>
                <a:gd name="csY3" fmla="*/ 1184741 h 1345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90764" h="1345230">
                  <a:moveTo>
                    <a:pt x="122" y="1184863"/>
                  </a:moveTo>
                  <a:cubicBezTo>
                    <a:pt x="25893" y="1239092"/>
                    <a:pt x="53374" y="1292589"/>
                    <a:pt x="82810" y="1345230"/>
                  </a:cubicBezTo>
                  <a:lnTo>
                    <a:pt x="2490764" y="0"/>
                  </a:lnTo>
                  <a:lnTo>
                    <a:pt x="0" y="11847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0C1E72E-97DF-A8B5-E77D-0860F738B620}"/>
                </a:ext>
              </a:extLst>
            </p:cNvPr>
            <p:cNvSpPr/>
            <p:nvPr/>
          </p:nvSpPr>
          <p:spPr>
            <a:xfrm>
              <a:off x="-981825" y="3412830"/>
              <a:ext cx="2562825" cy="1184740"/>
            </a:xfrm>
            <a:custGeom>
              <a:avLst/>
              <a:gdLst>
                <a:gd name="csX0" fmla="*/ 0 w 2562825"/>
                <a:gd name="csY0" fmla="*/ 1019243 h 1184740"/>
                <a:gd name="csX1" fmla="*/ 72062 w 2562825"/>
                <a:gd name="csY1" fmla="*/ 1184741 h 1184740"/>
                <a:gd name="csX2" fmla="*/ 2562826 w 2562825"/>
                <a:gd name="csY2" fmla="*/ 0 h 1184740"/>
                <a:gd name="csX3" fmla="*/ 0 w 2562825"/>
                <a:gd name="csY3" fmla="*/ 1019365 h 1184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62825" h="1184740">
                  <a:moveTo>
                    <a:pt x="0" y="1019243"/>
                  </a:moveTo>
                  <a:cubicBezTo>
                    <a:pt x="22107" y="1075060"/>
                    <a:pt x="46168" y="1130267"/>
                    <a:pt x="72062" y="1184741"/>
                  </a:cubicBezTo>
                  <a:lnTo>
                    <a:pt x="2562826" y="0"/>
                  </a:lnTo>
                  <a:lnTo>
                    <a:pt x="0" y="101936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62819B2A-BCF1-F2FC-E4F4-F8BFF2767DEB}"/>
                </a:ext>
              </a:extLst>
            </p:cNvPr>
            <p:cNvSpPr/>
            <p:nvPr/>
          </p:nvSpPr>
          <p:spPr>
            <a:xfrm>
              <a:off x="-1158070" y="3412830"/>
              <a:ext cx="2739071" cy="499667"/>
            </a:xfrm>
            <a:custGeom>
              <a:avLst/>
              <a:gdLst>
                <a:gd name="csX0" fmla="*/ 0 w 2739071"/>
                <a:gd name="csY0" fmla="*/ 321224 h 499667"/>
                <a:gd name="csX1" fmla="*/ 26870 w 2739071"/>
                <a:gd name="csY1" fmla="*/ 499667 h 499667"/>
                <a:gd name="csX2" fmla="*/ 2739071 w 2739071"/>
                <a:gd name="csY2" fmla="*/ 0 h 499667"/>
                <a:gd name="csX3" fmla="*/ 0 w 2739071"/>
                <a:gd name="csY3" fmla="*/ 32122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0" y="321224"/>
                  </a:moveTo>
                  <a:cubicBezTo>
                    <a:pt x="6962" y="380949"/>
                    <a:pt x="16000" y="440430"/>
                    <a:pt x="26870" y="499667"/>
                  </a:cubicBezTo>
                  <a:lnTo>
                    <a:pt x="2739071" y="0"/>
                  </a:lnTo>
                  <a:lnTo>
                    <a:pt x="0" y="32122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" name="Freeform 106">
            <a:extLst>
              <a:ext uri="{FF2B5EF4-FFF2-40B4-BE49-F238E27FC236}">
                <a16:creationId xmlns:a16="http://schemas.microsoft.com/office/drawing/2014/main" id="{EE5AC61E-014E-2E83-F780-0496DDF96343}"/>
              </a:ext>
            </a:extLst>
          </p:cNvPr>
          <p:cNvSpPr/>
          <p:nvPr/>
        </p:nvSpPr>
        <p:spPr>
          <a:xfrm>
            <a:off x="-1264697" y="3132767"/>
            <a:ext cx="5591364" cy="3013637"/>
          </a:xfrm>
          <a:custGeom>
            <a:avLst/>
            <a:gdLst>
              <a:gd name="csX0" fmla="*/ 5591365 w 5591364"/>
              <a:gd name="csY0" fmla="*/ 0 h 3013637"/>
              <a:gd name="csX1" fmla="*/ 2805515 w 5591364"/>
              <a:gd name="csY1" fmla="*/ 3013638 h 3013637"/>
              <a:gd name="csX2" fmla="*/ 0 w 5591364"/>
              <a:gd name="csY2" fmla="*/ 39329 h 3013637"/>
              <a:gd name="csX3" fmla="*/ 2805759 w 5591364"/>
              <a:gd name="csY3" fmla="*/ 247208 h 3013637"/>
              <a:gd name="csX4" fmla="*/ 5591365 w 5591364"/>
              <a:gd name="csY4" fmla="*/ 122 h 3013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1364" h="3013637">
                <a:moveTo>
                  <a:pt x="5591365" y="0"/>
                </a:moveTo>
                <a:cubicBezTo>
                  <a:pt x="5579396" y="1961417"/>
                  <a:pt x="4185066" y="3013882"/>
                  <a:pt x="2805515" y="3013638"/>
                </a:cubicBezTo>
                <a:cubicBezTo>
                  <a:pt x="1425964" y="3013394"/>
                  <a:pt x="11481" y="1999647"/>
                  <a:pt x="0" y="39329"/>
                </a:cubicBezTo>
                <a:cubicBezTo>
                  <a:pt x="931792" y="245131"/>
                  <a:pt x="1886791" y="245864"/>
                  <a:pt x="2805759" y="247208"/>
                </a:cubicBezTo>
                <a:cubicBezTo>
                  <a:pt x="3724727" y="248551"/>
                  <a:pt x="4657374" y="210933"/>
                  <a:pt x="5591365" y="122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8" name="Graphic 5">
            <a:extLst>
              <a:ext uri="{FF2B5EF4-FFF2-40B4-BE49-F238E27FC236}">
                <a16:creationId xmlns:a16="http://schemas.microsoft.com/office/drawing/2014/main" id="{862706FF-461F-9A12-A7EA-E461599B1924}"/>
              </a:ext>
            </a:extLst>
          </p:cNvPr>
          <p:cNvGrpSpPr/>
          <p:nvPr/>
        </p:nvGrpSpPr>
        <p:grpSpPr>
          <a:xfrm>
            <a:off x="-1616089" y="222580"/>
            <a:ext cx="6314544" cy="7714981"/>
            <a:chOff x="-1616089" y="222580"/>
            <a:chExt cx="6314544" cy="7714981"/>
          </a:xfrm>
        </p:grpSpPr>
        <p:grpSp>
          <p:nvGrpSpPr>
            <p:cNvPr id="109" name="Graphic 5">
              <a:extLst>
                <a:ext uri="{FF2B5EF4-FFF2-40B4-BE49-F238E27FC236}">
                  <a16:creationId xmlns:a16="http://schemas.microsoft.com/office/drawing/2014/main" id="{8FDA9905-4EEF-13A4-BE16-9D06AC4D3850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  <a:solidFill>
              <a:srgbClr val="01253E"/>
            </a:solidFill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E9D0D01A-2D49-7D7C-E0AE-0D81AB179D49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DC0BF26B-1A0C-4DD2-541C-4D46BBC442BD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2" name="Graphic 5">
                <a:extLst>
                  <a:ext uri="{FF2B5EF4-FFF2-40B4-BE49-F238E27FC236}">
                    <a16:creationId xmlns:a16="http://schemas.microsoft.com/office/drawing/2014/main" id="{24A71999-BDE2-C40A-2E2B-0E4B189CEEF5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53" cy="7546675"/>
                <a:chOff x="-1544393" y="356077"/>
                <a:chExt cx="6108253" cy="7546675"/>
              </a:xfrm>
              <a:solidFill>
                <a:srgbClr val="01253E"/>
              </a:solidFill>
            </p:grpSpPr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1F4C1C9A-8973-A91E-0E17-3B59B39A9601}"/>
                    </a:ext>
                  </a:extLst>
                </p:cNvPr>
                <p:cNvSpPr/>
                <p:nvPr/>
              </p:nvSpPr>
              <p:spPr>
                <a:xfrm>
                  <a:off x="-680754" y="33449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8F63BE6B-CE1B-C90E-5291-56373EF29599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37F2A02F-3872-6598-D12A-9CAA02928290}"/>
                    </a:ext>
                  </a:extLst>
                </p:cNvPr>
                <p:cNvSpPr/>
                <p:nvPr/>
              </p:nvSpPr>
              <p:spPr>
                <a:xfrm>
                  <a:off x="-95468" y="35806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392BC690-DE2C-751B-211A-07B7B2ACE853}"/>
                    </a:ext>
                  </a:extLst>
                </p:cNvPr>
                <p:cNvSpPr/>
                <p:nvPr/>
              </p:nvSpPr>
              <p:spPr>
                <a:xfrm>
                  <a:off x="-317882" y="3918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8A87EBE4-F880-DF9A-A679-66F0AE4DEF2D}"/>
                    </a:ext>
                  </a:extLst>
                </p:cNvPr>
                <p:cNvSpPr/>
                <p:nvPr/>
              </p:nvSpPr>
              <p:spPr>
                <a:xfrm>
                  <a:off x="-352813" y="37379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D9127CE2-75E1-932F-7262-7FFBA070BE0A}"/>
                    </a:ext>
                  </a:extLst>
                </p:cNvPr>
                <p:cNvSpPr/>
                <p:nvPr/>
              </p:nvSpPr>
              <p:spPr>
                <a:xfrm>
                  <a:off x="299160" y="39514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D01D80A6-3E2E-BD93-A2E6-1A9103347289}"/>
                    </a:ext>
                  </a:extLst>
                </p:cNvPr>
                <p:cNvSpPr/>
                <p:nvPr/>
              </p:nvSpPr>
              <p:spPr>
                <a:xfrm>
                  <a:off x="-67498" y="42232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853B4635-D2F4-18F3-70BA-628A78AF0BD2}"/>
                    </a:ext>
                  </a:extLst>
                </p:cNvPr>
                <p:cNvSpPr/>
                <p:nvPr/>
              </p:nvSpPr>
              <p:spPr>
                <a:xfrm>
                  <a:off x="-173270" y="374138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F8458D04-BA05-C234-E80C-824372822B62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55AF8E46-4029-8ABF-C0EA-2FD1BE707F0B}"/>
                    </a:ext>
                  </a:extLst>
                </p:cNvPr>
                <p:cNvSpPr/>
                <p:nvPr/>
              </p:nvSpPr>
              <p:spPr>
                <a:xfrm>
                  <a:off x="-950557" y="3862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D3BF41B4-9893-131E-3F9A-A585F27E2ECD}"/>
                    </a:ext>
                  </a:extLst>
                </p:cNvPr>
                <p:cNvSpPr/>
                <p:nvPr/>
              </p:nvSpPr>
              <p:spPr>
                <a:xfrm>
                  <a:off x="-1097123" y="38439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08BA8239-1DC7-FEFC-1BBE-57DC69E8610B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A94A71A3-1A76-C565-881A-F181C80777C0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12FA6655-F21E-9F33-C84C-B3A662FE0D09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D9E9F69F-4CB5-0785-45FF-61A30959AFA0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409DB9C2-BC4C-2AC7-E3AB-4AC424C974E0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8BBF3152-485B-EFEC-8830-8CF255853D5B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3DDDADA4-83B8-07EB-BC89-3ECFAF798619}"/>
                    </a:ext>
                  </a:extLst>
                </p:cNvPr>
                <p:cNvSpPr/>
                <p:nvPr/>
              </p:nvSpPr>
              <p:spPr>
                <a:xfrm>
                  <a:off x="-433180" y="49350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AB4D6B78-3473-DBD4-71DD-83CD25B3BA0D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6FD38270-39AD-22D2-9809-54883D9D7F1E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8AAFAE97-266E-63D4-2F3A-914DAA664F34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CD52614B-EFB9-B90F-4F7A-A447C92CEA6A}"/>
                    </a:ext>
                  </a:extLst>
                </p:cNvPr>
                <p:cNvSpPr/>
                <p:nvPr/>
              </p:nvSpPr>
              <p:spPr>
                <a:xfrm>
                  <a:off x="741056" y="56207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C846C928-0276-7429-698F-728234DC73AD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3CF3488B-8829-8AC9-54EF-6E81617914E4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252BA892-E3DC-3D32-4FDA-9AC0D7F7F187}"/>
                    </a:ext>
                  </a:extLst>
                </p:cNvPr>
                <p:cNvSpPr/>
                <p:nvPr/>
              </p:nvSpPr>
              <p:spPr>
                <a:xfrm>
                  <a:off x="-19620" y="53510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2BB76F1D-E040-9803-7B4C-860DBC30E037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415E463D-B84E-B142-2FC2-D93F3C77DF37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5B6961D4-FB15-3D1A-AC08-9C995CAA8E8E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66B673F6-5970-62AD-A4FB-315481F1A56F}"/>
                    </a:ext>
                  </a:extLst>
                </p:cNvPr>
                <p:cNvSpPr/>
                <p:nvPr/>
              </p:nvSpPr>
              <p:spPr>
                <a:xfrm>
                  <a:off x="-757701" y="50789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8DD8783B-3C6C-632A-80A7-211C94F7F708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FA5B8E66-005D-6AE3-B9A1-718B8CFA4A2F}"/>
                    </a:ext>
                  </a:extLst>
                </p:cNvPr>
                <p:cNvSpPr/>
                <p:nvPr/>
              </p:nvSpPr>
              <p:spPr>
                <a:xfrm>
                  <a:off x="-1158925" y="43342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408BB729-A24C-89FA-55C1-34520AB61278}"/>
                    </a:ext>
                  </a:extLst>
                </p:cNvPr>
                <p:cNvSpPr/>
                <p:nvPr/>
              </p:nvSpPr>
              <p:spPr>
                <a:xfrm>
                  <a:off x="-733029" y="528374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5963CF88-7929-941D-696E-6D98001589C7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AB44A770-C677-89DE-D53B-E826953457E4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7C86A656-85E9-D14A-2E11-F0F4F60BDFC8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87E9AE25-C40E-2DBC-18BC-EB52F80F0B44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5CF2E8EF-11C3-323F-911A-69F1108439B4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45AD8894-D8E4-9816-D8F4-FA321A6F226E}"/>
                    </a:ext>
                  </a:extLst>
                </p:cNvPr>
                <p:cNvSpPr/>
                <p:nvPr/>
              </p:nvSpPr>
              <p:spPr>
                <a:xfrm>
                  <a:off x="919988" y="65151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80B0EFA3-90FB-853A-BA1B-AC9D883FB28C}"/>
                    </a:ext>
                  </a:extLst>
                </p:cNvPr>
                <p:cNvSpPr/>
                <p:nvPr/>
              </p:nvSpPr>
              <p:spPr>
                <a:xfrm>
                  <a:off x="451832" y="61871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3ACF6A4D-08A1-4DF1-8CE6-F38072A24262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465AC6AE-DCA3-DFC3-EEC9-A903F808D8AC}"/>
                    </a:ext>
                  </a:extLst>
                </p:cNvPr>
                <p:cNvSpPr/>
                <p:nvPr/>
              </p:nvSpPr>
              <p:spPr>
                <a:xfrm>
                  <a:off x="120960" y="61773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D3BC852A-34E4-C62D-893F-E8A5E88C234A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A5613CDB-E66F-D8AF-991A-C88E08416756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C210F7C3-59FC-AB36-AC7C-A823F34D31FD}"/>
                    </a:ext>
                  </a:extLst>
                </p:cNvPr>
                <p:cNvSpPr/>
                <p:nvPr/>
              </p:nvSpPr>
              <p:spPr>
                <a:xfrm>
                  <a:off x="-248263" y="542346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539CB90B-0D5B-683D-EF43-815D41B826D5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59B1BA8A-8085-EA63-CEE8-B3F71E9306C4}"/>
                    </a:ext>
                  </a:extLst>
                </p:cNvPr>
                <p:cNvSpPr/>
                <p:nvPr/>
              </p:nvSpPr>
              <p:spPr>
                <a:xfrm>
                  <a:off x="-293332" y="563574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9AB58714-4489-F416-1B3A-34AC5A07F697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C2A7AB59-D737-66A9-56A9-2A086B0CF3FA}"/>
                    </a:ext>
                  </a:extLst>
                </p:cNvPr>
                <p:cNvSpPr/>
                <p:nvPr/>
              </p:nvSpPr>
              <p:spPr>
                <a:xfrm>
                  <a:off x="407252" y="38624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65C1F854-0FBA-6DED-019A-CD3B80A1FBCD}"/>
                    </a:ext>
                  </a:extLst>
                </p:cNvPr>
                <p:cNvSpPr/>
                <p:nvPr/>
              </p:nvSpPr>
              <p:spPr>
                <a:xfrm>
                  <a:off x="583864" y="357063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42EC304E-0468-D6E8-8D8F-A390C7F7B1A4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826215A6-8E31-2B65-8BFF-DB50D5915F18}"/>
                    </a:ext>
                  </a:extLst>
                </p:cNvPr>
                <p:cNvSpPr/>
                <p:nvPr/>
              </p:nvSpPr>
              <p:spPr>
                <a:xfrm>
                  <a:off x="562978" y="36842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0A4FCE04-7115-E66E-9F9C-48BA94D96B0E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B23202C4-0131-FB37-FA5B-6812489681AA}"/>
                    </a:ext>
                  </a:extLst>
                </p:cNvPr>
                <p:cNvSpPr/>
                <p:nvPr/>
              </p:nvSpPr>
              <p:spPr>
                <a:xfrm>
                  <a:off x="988996" y="38108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03CC9245-B6B3-3201-9A61-8D553F70C2BD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3A157594-F169-B680-F991-F9B0323DFF81}"/>
                    </a:ext>
                  </a:extLst>
                </p:cNvPr>
                <p:cNvSpPr/>
                <p:nvPr/>
              </p:nvSpPr>
              <p:spPr>
                <a:xfrm>
                  <a:off x="263129" y="34781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C8FD9B97-D7AD-0B55-CC08-3A973B65CE50}"/>
                    </a:ext>
                  </a:extLst>
                </p:cNvPr>
                <p:cNvSpPr/>
                <p:nvPr/>
              </p:nvSpPr>
              <p:spPr>
                <a:xfrm>
                  <a:off x="-224690" y="40828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9501D9BE-67DE-952C-E68E-BF21135DE362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0373AE7B-B8CC-E7A4-95BA-527B4E90BEAD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DFF4D913-2425-3ECF-1334-711F2AD97586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738A8C39-C12F-948C-D418-EA35E70490C3}"/>
                    </a:ext>
                  </a:extLst>
                </p:cNvPr>
                <p:cNvSpPr/>
                <p:nvPr/>
              </p:nvSpPr>
              <p:spPr>
                <a:xfrm>
                  <a:off x="1301426" y="48470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ADBEF99E-6098-328F-941B-60731DB30C90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Oval 173">
                  <a:extLst>
                    <a:ext uri="{FF2B5EF4-FFF2-40B4-BE49-F238E27FC236}">
                      <a16:creationId xmlns:a16="http://schemas.microsoft.com/office/drawing/2014/main" id="{B7814F7C-2345-6460-DA8C-D3E5C6FF8C94}"/>
                    </a:ext>
                  </a:extLst>
                </p:cNvPr>
                <p:cNvSpPr/>
                <p:nvPr/>
              </p:nvSpPr>
              <p:spPr>
                <a:xfrm>
                  <a:off x="2650931" y="4728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002D6B2B-EA94-978C-367E-2845210EEC3F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F10AA270-3FF4-7DAB-674A-58BCA9B3F0B6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Oval 176">
                  <a:extLst>
                    <a:ext uri="{FF2B5EF4-FFF2-40B4-BE49-F238E27FC236}">
                      <a16:creationId xmlns:a16="http://schemas.microsoft.com/office/drawing/2014/main" id="{BF293C83-A9E3-31F8-56D5-D6AFB41F9FFA}"/>
                    </a:ext>
                  </a:extLst>
                </p:cNvPr>
                <p:cNvSpPr/>
                <p:nvPr/>
              </p:nvSpPr>
              <p:spPr>
                <a:xfrm>
                  <a:off x="2210012" y="40968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3301D0F1-5C6F-135D-E5E7-12B718C8EE1B}"/>
                    </a:ext>
                  </a:extLst>
                </p:cNvPr>
                <p:cNvSpPr/>
                <p:nvPr/>
              </p:nvSpPr>
              <p:spPr>
                <a:xfrm>
                  <a:off x="2749985" y="3796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9FC79651-437D-D1E7-3372-B0D5EE0A6519}"/>
                    </a:ext>
                  </a:extLst>
                </p:cNvPr>
                <p:cNvSpPr/>
                <p:nvPr/>
              </p:nvSpPr>
              <p:spPr>
                <a:xfrm>
                  <a:off x="2038163" y="4342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08CC0022-FBD1-6996-5252-AA941E71D385}"/>
                    </a:ext>
                  </a:extLst>
                </p:cNvPr>
                <p:cNvSpPr/>
                <p:nvPr/>
              </p:nvSpPr>
              <p:spPr>
                <a:xfrm>
                  <a:off x="2441952" y="3503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4F812CAB-9C54-0C01-C7D9-9DC0479B711B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0779DD1C-E8EF-4A5D-C2F6-1413DFA40D66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AD645EAA-9BF7-14D7-6505-97396EAE8EDD}"/>
                    </a:ext>
                  </a:extLst>
                </p:cNvPr>
                <p:cNvSpPr/>
                <p:nvPr/>
              </p:nvSpPr>
              <p:spPr>
                <a:xfrm>
                  <a:off x="2087996" y="5131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8EBD4709-B7DA-54B9-EE68-A3FBB425EA4F}"/>
                    </a:ext>
                  </a:extLst>
                </p:cNvPr>
                <p:cNvSpPr/>
                <p:nvPr/>
              </p:nvSpPr>
              <p:spPr>
                <a:xfrm>
                  <a:off x="2898383" y="46356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FF0681AA-C250-4527-4CC4-0FB36D980CF4}"/>
                    </a:ext>
                  </a:extLst>
                </p:cNvPr>
                <p:cNvSpPr/>
                <p:nvPr/>
              </p:nvSpPr>
              <p:spPr>
                <a:xfrm>
                  <a:off x="2202073" y="548930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57EA7E7C-23A4-BA65-B162-C0744C062075}"/>
                    </a:ext>
                  </a:extLst>
                </p:cNvPr>
                <p:cNvSpPr/>
                <p:nvPr/>
              </p:nvSpPr>
              <p:spPr>
                <a:xfrm>
                  <a:off x="1848116" y="439701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E4261270-1896-7832-A6FB-4EA9099E5B4C}"/>
                    </a:ext>
                  </a:extLst>
                </p:cNvPr>
                <p:cNvSpPr/>
                <p:nvPr/>
              </p:nvSpPr>
              <p:spPr>
                <a:xfrm>
                  <a:off x="1679932" y="49976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B869E865-C1E5-72F8-A868-96A759ED7B01}"/>
                    </a:ext>
                  </a:extLst>
                </p:cNvPr>
                <p:cNvSpPr/>
                <p:nvPr/>
              </p:nvSpPr>
              <p:spPr>
                <a:xfrm>
                  <a:off x="1232540" y="53097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8248A692-264D-48FD-BF67-9DDB6DD58F55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5E96E615-E373-46AE-3A48-EF19827496CA}"/>
                    </a:ext>
                  </a:extLst>
                </p:cNvPr>
                <p:cNvSpPr/>
                <p:nvPr/>
              </p:nvSpPr>
              <p:spPr>
                <a:xfrm>
                  <a:off x="381359" y="45001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E4E58B79-1A13-F540-B04C-F85022CEA180}"/>
                    </a:ext>
                  </a:extLst>
                </p:cNvPr>
                <p:cNvSpPr/>
                <p:nvPr/>
              </p:nvSpPr>
              <p:spPr>
                <a:xfrm>
                  <a:off x="1444572" y="5067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D0B59856-0E8A-98CA-8122-A937AC9A21D4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B07F54CA-B9BF-391F-66EB-EDDFB02F43CF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B20ABCF2-062E-4DFB-CB29-D8F2625721C5}"/>
                    </a:ext>
                  </a:extLst>
                </p:cNvPr>
                <p:cNvSpPr/>
                <p:nvPr/>
              </p:nvSpPr>
              <p:spPr>
                <a:xfrm>
                  <a:off x="1845551" y="66747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0CD7C366-A4F4-4A57-3614-6F67E4A0F3CF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7FD7A35D-14BA-527B-EA36-0C26B961984E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9F683076-5115-78CC-D1DC-1D5B6047BBA5}"/>
                    </a:ext>
                  </a:extLst>
                </p:cNvPr>
                <p:cNvSpPr/>
                <p:nvPr/>
              </p:nvSpPr>
              <p:spPr>
                <a:xfrm>
                  <a:off x="914370" y="63987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26D4F2BA-0724-954C-6B4F-A2EB5080682D}"/>
                    </a:ext>
                  </a:extLst>
                </p:cNvPr>
                <p:cNvSpPr/>
                <p:nvPr/>
              </p:nvSpPr>
              <p:spPr>
                <a:xfrm>
                  <a:off x="409695" y="72951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1CD861CB-2DF5-A90A-F35F-9B960BF8AFC0}"/>
                    </a:ext>
                  </a:extLst>
                </p:cNvPr>
                <p:cNvSpPr/>
                <p:nvPr/>
              </p:nvSpPr>
              <p:spPr>
                <a:xfrm>
                  <a:off x="560413" y="64425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FF46CA75-301B-30D0-DB99-65CAED3A7C9B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D2A4236D-3E18-6643-DE52-B34B11C46E8A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B79B062B-CF57-0F68-9629-CDA61AC4127F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1F70C68B-4803-E706-7E29-4F65C8F5A4A1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4298EC40-B439-CF81-D7A8-56C460B7341A}"/>
                    </a:ext>
                  </a:extLst>
                </p:cNvPr>
                <p:cNvSpPr/>
                <p:nvPr/>
              </p:nvSpPr>
              <p:spPr>
                <a:xfrm>
                  <a:off x="-360874" y="76173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5E0F9ED1-F7F7-A1A6-BD24-658AF8C19199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59F1CE54-821E-92B9-7D93-84AFEF48A9B2}"/>
                    </a:ext>
                  </a:extLst>
                </p:cNvPr>
                <p:cNvSpPr/>
                <p:nvPr/>
              </p:nvSpPr>
              <p:spPr>
                <a:xfrm>
                  <a:off x="23494" y="71299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2864C45C-A811-653E-553C-3F1D3B52F185}"/>
                    </a:ext>
                  </a:extLst>
                </p:cNvPr>
                <p:cNvSpPr/>
                <p:nvPr/>
              </p:nvSpPr>
              <p:spPr>
                <a:xfrm>
                  <a:off x="-237026" y="69228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77BB94AA-279D-5474-3B07-4ED17245534C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DD39C44A-307E-A607-E9F6-324C60B88D2F}"/>
                    </a:ext>
                  </a:extLst>
                </p:cNvPr>
                <p:cNvSpPr/>
                <p:nvPr/>
              </p:nvSpPr>
              <p:spPr>
                <a:xfrm>
                  <a:off x="-90949" y="7303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5624016C-BA41-FD22-1684-9CDB1E7A2AD8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Oval 210">
                  <a:extLst>
                    <a:ext uri="{FF2B5EF4-FFF2-40B4-BE49-F238E27FC236}">
                      <a16:creationId xmlns:a16="http://schemas.microsoft.com/office/drawing/2014/main" id="{F0B3D33B-421D-F8A4-0DBD-20B865D9095C}"/>
                    </a:ext>
                  </a:extLst>
                </p:cNvPr>
                <p:cNvSpPr/>
                <p:nvPr/>
              </p:nvSpPr>
              <p:spPr>
                <a:xfrm>
                  <a:off x="771712" y="77074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Oval 211">
                  <a:extLst>
                    <a:ext uri="{FF2B5EF4-FFF2-40B4-BE49-F238E27FC236}">
                      <a16:creationId xmlns:a16="http://schemas.microsoft.com/office/drawing/2014/main" id="{6792D0AF-0DBA-FF75-F181-9639560F9653}"/>
                    </a:ext>
                  </a:extLst>
                </p:cNvPr>
                <p:cNvSpPr/>
                <p:nvPr/>
              </p:nvSpPr>
              <p:spPr>
                <a:xfrm>
                  <a:off x="469542" y="78080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9D6AC1EA-2EF5-BE19-6569-3632B936C3F7}"/>
                    </a:ext>
                  </a:extLst>
                </p:cNvPr>
                <p:cNvSpPr/>
                <p:nvPr/>
              </p:nvSpPr>
              <p:spPr>
                <a:xfrm>
                  <a:off x="338977" y="75111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Oval 213">
                  <a:extLst>
                    <a:ext uri="{FF2B5EF4-FFF2-40B4-BE49-F238E27FC236}">
                      <a16:creationId xmlns:a16="http://schemas.microsoft.com/office/drawing/2014/main" id="{0C07CEED-489C-5257-F71D-B34D2DA57E6D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E58B9663-FA7A-A99B-C457-FA81EFB749D9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id="{4E44B736-4A17-4362-B3DA-521CC37DA931}"/>
                    </a:ext>
                  </a:extLst>
                </p:cNvPr>
                <p:cNvSpPr/>
                <p:nvPr/>
              </p:nvSpPr>
              <p:spPr>
                <a:xfrm>
                  <a:off x="929515" y="747197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C71AD592-0B28-44C5-8717-95E19A983219}"/>
                    </a:ext>
                  </a:extLst>
                </p:cNvPr>
                <p:cNvSpPr/>
                <p:nvPr/>
              </p:nvSpPr>
              <p:spPr>
                <a:xfrm>
                  <a:off x="1439808" y="70917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22A856CA-CFB2-E20B-0EE7-BE83A5485D69}"/>
                    </a:ext>
                  </a:extLst>
                </p:cNvPr>
                <p:cNvSpPr/>
                <p:nvPr/>
              </p:nvSpPr>
              <p:spPr>
                <a:xfrm>
                  <a:off x="1948636" y="76362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64E1B1BA-65DF-6D44-E7DB-825A188D61F4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DFBC18D0-D4E5-6BAC-980A-2485D2F6D811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F97F70EB-6A76-7E43-B338-F950858A6569}"/>
                    </a:ext>
                  </a:extLst>
                </p:cNvPr>
                <p:cNvSpPr/>
                <p:nvPr/>
              </p:nvSpPr>
              <p:spPr>
                <a:xfrm>
                  <a:off x="1776421" y="7635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81608BF1-9E78-57AF-8718-D4169A58BB03}"/>
                    </a:ext>
                  </a:extLst>
                </p:cNvPr>
                <p:cNvSpPr/>
                <p:nvPr/>
              </p:nvSpPr>
              <p:spPr>
                <a:xfrm>
                  <a:off x="1989552" y="72876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5837B4B2-0A85-887C-D22D-428B8B1953D1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E3DC1C51-938F-246B-DB4D-1AE254145F59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9DCB31A2-F449-E119-1BA9-407C2711221D}"/>
                    </a:ext>
                  </a:extLst>
                </p:cNvPr>
                <p:cNvSpPr/>
                <p:nvPr/>
              </p:nvSpPr>
              <p:spPr>
                <a:xfrm>
                  <a:off x="3276156" y="7699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1A6B2C15-0DF1-C92F-064B-76135B0E933C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59309072-AEA8-A350-F692-67D002638EFF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A4CA3C70-AC19-3A2B-3197-2C771B5FC8CB}"/>
                    </a:ext>
                  </a:extLst>
                </p:cNvPr>
                <p:cNvSpPr/>
                <p:nvPr/>
              </p:nvSpPr>
              <p:spPr>
                <a:xfrm>
                  <a:off x="2057705" y="77105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F167678E-8364-4845-4DDC-2757DD7648B7}"/>
                    </a:ext>
                  </a:extLst>
                </p:cNvPr>
                <p:cNvSpPr/>
                <p:nvPr/>
              </p:nvSpPr>
              <p:spPr>
                <a:xfrm>
                  <a:off x="1611412" y="7731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" name="Oval 229">
                  <a:extLst>
                    <a:ext uri="{FF2B5EF4-FFF2-40B4-BE49-F238E27FC236}">
                      <a16:creationId xmlns:a16="http://schemas.microsoft.com/office/drawing/2014/main" id="{486DF70E-9E1D-44B4-77DB-BF1FBBEF504E}"/>
                    </a:ext>
                  </a:extLst>
                </p:cNvPr>
                <p:cNvSpPr/>
                <p:nvPr/>
              </p:nvSpPr>
              <p:spPr>
                <a:xfrm>
                  <a:off x="740079" y="72543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1" name="Oval 230">
                  <a:extLst>
                    <a:ext uri="{FF2B5EF4-FFF2-40B4-BE49-F238E27FC236}">
                      <a16:creationId xmlns:a16="http://schemas.microsoft.com/office/drawing/2014/main" id="{7444A5AB-27F9-4347-9E8E-C661EBFD3225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2" name="Oval 231">
                  <a:extLst>
                    <a:ext uri="{FF2B5EF4-FFF2-40B4-BE49-F238E27FC236}">
                      <a16:creationId xmlns:a16="http://schemas.microsoft.com/office/drawing/2014/main" id="{32F830A6-9AAE-1D26-6906-59E9F46DF7EB}"/>
                    </a:ext>
                  </a:extLst>
                </p:cNvPr>
                <p:cNvSpPr/>
                <p:nvPr/>
              </p:nvSpPr>
              <p:spPr>
                <a:xfrm>
                  <a:off x="1236448" y="67484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3" name="Oval 232">
                  <a:extLst>
                    <a:ext uri="{FF2B5EF4-FFF2-40B4-BE49-F238E27FC236}">
                      <a16:creationId xmlns:a16="http://schemas.microsoft.com/office/drawing/2014/main" id="{278AF332-59E3-2700-0AE7-527CECF8392A}"/>
                    </a:ext>
                  </a:extLst>
                </p:cNvPr>
                <p:cNvSpPr/>
                <p:nvPr/>
              </p:nvSpPr>
              <p:spPr>
                <a:xfrm>
                  <a:off x="1741123" y="6844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4" name="Oval 233">
                  <a:extLst>
                    <a:ext uri="{FF2B5EF4-FFF2-40B4-BE49-F238E27FC236}">
                      <a16:creationId xmlns:a16="http://schemas.microsoft.com/office/drawing/2014/main" id="{4A025C95-26C4-E875-FB8A-1766FEE44B75}"/>
                    </a:ext>
                  </a:extLst>
                </p:cNvPr>
                <p:cNvSpPr/>
                <p:nvPr/>
              </p:nvSpPr>
              <p:spPr>
                <a:xfrm>
                  <a:off x="1260876" y="682353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" name="Oval 234">
                  <a:extLst>
                    <a:ext uri="{FF2B5EF4-FFF2-40B4-BE49-F238E27FC236}">
                      <a16:creationId xmlns:a16="http://schemas.microsoft.com/office/drawing/2014/main" id="{5E7061E2-41F3-098A-321A-EB5F91A55DAE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" name="Oval 235">
                  <a:extLst>
                    <a:ext uri="{FF2B5EF4-FFF2-40B4-BE49-F238E27FC236}">
                      <a16:creationId xmlns:a16="http://schemas.microsoft.com/office/drawing/2014/main" id="{F5E3FBB3-9A9A-07A2-5F2A-B5204F301301}"/>
                    </a:ext>
                  </a:extLst>
                </p:cNvPr>
                <p:cNvSpPr/>
                <p:nvPr/>
              </p:nvSpPr>
              <p:spPr>
                <a:xfrm>
                  <a:off x="2274012" y="69914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EE4B75E7-A043-DE44-FD84-3A97C44C11C7}"/>
                    </a:ext>
                  </a:extLst>
                </p:cNvPr>
                <p:cNvSpPr/>
                <p:nvPr/>
              </p:nvSpPr>
              <p:spPr>
                <a:xfrm>
                  <a:off x="1176723" y="57598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" name="Oval 237">
                  <a:extLst>
                    <a:ext uri="{FF2B5EF4-FFF2-40B4-BE49-F238E27FC236}">
                      <a16:creationId xmlns:a16="http://schemas.microsoft.com/office/drawing/2014/main" id="{7705543F-9EA3-D289-A72A-417E33549D00}"/>
                    </a:ext>
                  </a:extLst>
                </p:cNvPr>
                <p:cNvSpPr/>
                <p:nvPr/>
              </p:nvSpPr>
              <p:spPr>
                <a:xfrm>
                  <a:off x="2653862" y="623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" name="Oval 238">
                  <a:extLst>
                    <a:ext uri="{FF2B5EF4-FFF2-40B4-BE49-F238E27FC236}">
                      <a16:creationId xmlns:a16="http://schemas.microsoft.com/office/drawing/2014/main" id="{7EA37204-30B7-F3E9-04F5-4AB5D85A3372}"/>
                    </a:ext>
                  </a:extLst>
                </p:cNvPr>
                <p:cNvSpPr/>
                <p:nvPr/>
              </p:nvSpPr>
              <p:spPr>
                <a:xfrm>
                  <a:off x="2245310" y="6663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0" name="Oval 239">
                  <a:extLst>
                    <a:ext uri="{FF2B5EF4-FFF2-40B4-BE49-F238E27FC236}">
                      <a16:creationId xmlns:a16="http://schemas.microsoft.com/office/drawing/2014/main" id="{0A087946-20BD-8D9F-5891-E2C530A4DA42}"/>
                    </a:ext>
                  </a:extLst>
                </p:cNvPr>
                <p:cNvSpPr/>
                <p:nvPr/>
              </p:nvSpPr>
              <p:spPr>
                <a:xfrm>
                  <a:off x="2446838" y="58169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id="{B5743598-C6FF-8629-5F48-AC0BAF0C60F1}"/>
                    </a:ext>
                  </a:extLst>
                </p:cNvPr>
                <p:cNvSpPr/>
                <p:nvPr/>
              </p:nvSpPr>
              <p:spPr>
                <a:xfrm>
                  <a:off x="2094225" y="56892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id="{7199E76C-1499-C014-1214-453A1312DB66}"/>
                    </a:ext>
                  </a:extLst>
                </p:cNvPr>
                <p:cNvSpPr/>
                <p:nvPr/>
              </p:nvSpPr>
              <p:spPr>
                <a:xfrm>
                  <a:off x="1541427" y="65418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" name="Oval 242">
                  <a:extLst>
                    <a:ext uri="{FF2B5EF4-FFF2-40B4-BE49-F238E27FC236}">
                      <a16:creationId xmlns:a16="http://schemas.microsoft.com/office/drawing/2014/main" id="{99FD9438-170D-EB87-D611-1E14332C964C}"/>
                    </a:ext>
                  </a:extLst>
                </p:cNvPr>
                <p:cNvSpPr/>
                <p:nvPr/>
              </p:nvSpPr>
              <p:spPr>
                <a:xfrm>
                  <a:off x="2240546" y="52135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" name="Oval 243">
                  <a:extLst>
                    <a:ext uri="{FF2B5EF4-FFF2-40B4-BE49-F238E27FC236}">
                      <a16:creationId xmlns:a16="http://schemas.microsoft.com/office/drawing/2014/main" id="{67C0177A-F0DB-EDF4-1459-640298DF15F0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" name="Oval 244">
                  <a:extLst>
                    <a:ext uri="{FF2B5EF4-FFF2-40B4-BE49-F238E27FC236}">
                      <a16:creationId xmlns:a16="http://schemas.microsoft.com/office/drawing/2014/main" id="{66FEFEEC-AF01-82D7-4206-392955C73C2D}"/>
                    </a:ext>
                  </a:extLst>
                </p:cNvPr>
                <p:cNvSpPr/>
                <p:nvPr/>
              </p:nvSpPr>
              <p:spPr>
                <a:xfrm>
                  <a:off x="3402569" y="51377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7A8ADE8C-5762-376A-812F-F9D7A62D2AB0}"/>
                    </a:ext>
                  </a:extLst>
                </p:cNvPr>
                <p:cNvSpPr/>
                <p:nvPr/>
              </p:nvSpPr>
              <p:spPr>
                <a:xfrm>
                  <a:off x="3682021" y="49187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7" name="Oval 246">
                  <a:extLst>
                    <a:ext uri="{FF2B5EF4-FFF2-40B4-BE49-F238E27FC236}">
                      <a16:creationId xmlns:a16="http://schemas.microsoft.com/office/drawing/2014/main" id="{B3C6FF6B-1300-C97C-5FDE-F6815701C66D}"/>
                    </a:ext>
                  </a:extLst>
                </p:cNvPr>
                <p:cNvSpPr/>
                <p:nvPr/>
              </p:nvSpPr>
              <p:spPr>
                <a:xfrm>
                  <a:off x="3748587" y="48799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B89C2A3E-85D7-A95E-380A-AD34DECC0325}"/>
                    </a:ext>
                  </a:extLst>
                </p:cNvPr>
                <p:cNvSpPr/>
                <p:nvPr/>
              </p:nvSpPr>
              <p:spPr>
                <a:xfrm>
                  <a:off x="3036032" y="55420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9" name="Oval 248">
                  <a:extLst>
                    <a:ext uri="{FF2B5EF4-FFF2-40B4-BE49-F238E27FC236}">
                      <a16:creationId xmlns:a16="http://schemas.microsoft.com/office/drawing/2014/main" id="{18A0C4B6-401D-555A-BBF0-FCFBA417B21B}"/>
                    </a:ext>
                  </a:extLst>
                </p:cNvPr>
                <p:cNvSpPr/>
                <p:nvPr/>
              </p:nvSpPr>
              <p:spPr>
                <a:xfrm>
                  <a:off x="2685007" y="58860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4B179D20-4951-6E87-AC8A-E17A8E400ECF}"/>
                    </a:ext>
                  </a:extLst>
                </p:cNvPr>
                <p:cNvSpPr/>
                <p:nvPr/>
              </p:nvSpPr>
              <p:spPr>
                <a:xfrm>
                  <a:off x="3249530" y="48282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1" name="Oval 250">
                  <a:extLst>
                    <a:ext uri="{FF2B5EF4-FFF2-40B4-BE49-F238E27FC236}">
                      <a16:creationId xmlns:a16="http://schemas.microsoft.com/office/drawing/2014/main" id="{EE0DCB13-05B9-0888-CD3F-B07367D144EB}"/>
                    </a:ext>
                  </a:extLst>
                </p:cNvPr>
                <p:cNvSpPr/>
                <p:nvPr/>
              </p:nvSpPr>
              <p:spPr>
                <a:xfrm>
                  <a:off x="3395730" y="47887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2" name="Oval 251">
                  <a:extLst>
                    <a:ext uri="{FF2B5EF4-FFF2-40B4-BE49-F238E27FC236}">
                      <a16:creationId xmlns:a16="http://schemas.microsoft.com/office/drawing/2014/main" id="{54D19204-9B4F-4286-D8BC-C1AE0BBFB9A9}"/>
                    </a:ext>
                  </a:extLst>
                </p:cNvPr>
                <p:cNvSpPr/>
                <p:nvPr/>
              </p:nvSpPr>
              <p:spPr>
                <a:xfrm>
                  <a:off x="2535754" y="56577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99BEDB02-5493-3EE8-61D3-3603A083AF71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824FF9C6-E871-C5A7-B985-01F06AE447CF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29B782CD-D275-C5C8-BDDB-1DC6B6FED0C2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" name="Oval 255">
                  <a:extLst>
                    <a:ext uri="{FF2B5EF4-FFF2-40B4-BE49-F238E27FC236}">
                      <a16:creationId xmlns:a16="http://schemas.microsoft.com/office/drawing/2014/main" id="{4E3C560C-21A2-E492-1051-F9385BE209CA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Oval 256">
                  <a:extLst>
                    <a:ext uri="{FF2B5EF4-FFF2-40B4-BE49-F238E27FC236}">
                      <a16:creationId xmlns:a16="http://schemas.microsoft.com/office/drawing/2014/main" id="{12DBDBCF-A921-91D8-55EE-E6BFE9C4E782}"/>
                    </a:ext>
                  </a:extLst>
                </p:cNvPr>
                <p:cNvSpPr/>
                <p:nvPr/>
              </p:nvSpPr>
              <p:spPr>
                <a:xfrm>
                  <a:off x="2333982" y="59551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" name="Oval 257">
                  <a:extLst>
                    <a:ext uri="{FF2B5EF4-FFF2-40B4-BE49-F238E27FC236}">
                      <a16:creationId xmlns:a16="http://schemas.microsoft.com/office/drawing/2014/main" id="{CA0E53DF-1FFC-0D32-76B3-2AEB4E4CE811}"/>
                    </a:ext>
                  </a:extLst>
                </p:cNvPr>
                <p:cNvSpPr/>
                <p:nvPr/>
              </p:nvSpPr>
              <p:spPr>
                <a:xfrm>
                  <a:off x="1956697" y="59624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" name="Oval 258">
                  <a:extLst>
                    <a:ext uri="{FF2B5EF4-FFF2-40B4-BE49-F238E27FC236}">
                      <a16:creationId xmlns:a16="http://schemas.microsoft.com/office/drawing/2014/main" id="{E4FB47CE-DECD-33C2-4572-B47CDB9355D8}"/>
                    </a:ext>
                  </a:extLst>
                </p:cNvPr>
                <p:cNvSpPr/>
                <p:nvPr/>
              </p:nvSpPr>
              <p:spPr>
                <a:xfrm>
                  <a:off x="2575083" y="48197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6FEC7227-D0C1-13AF-419E-E20D4991BF9F}"/>
                    </a:ext>
                  </a:extLst>
                </p:cNvPr>
                <p:cNvSpPr/>
                <p:nvPr/>
              </p:nvSpPr>
              <p:spPr>
                <a:xfrm>
                  <a:off x="1387900" y="60251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1" name="Oval 260">
                  <a:extLst>
                    <a:ext uri="{FF2B5EF4-FFF2-40B4-BE49-F238E27FC236}">
                      <a16:creationId xmlns:a16="http://schemas.microsoft.com/office/drawing/2014/main" id="{622C0DEC-BD29-CCC6-0299-CAB0BD7B6967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2" name="Oval 261">
                  <a:extLst>
                    <a:ext uri="{FF2B5EF4-FFF2-40B4-BE49-F238E27FC236}">
                      <a16:creationId xmlns:a16="http://schemas.microsoft.com/office/drawing/2014/main" id="{833ABDD4-C75D-5717-A88D-A2C1B3296F98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8735A921-107D-1D12-0C15-CF2F468886E8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id="{D2DA5051-DA87-BFA2-E62C-2F49743BA457}"/>
                    </a:ext>
                  </a:extLst>
                </p:cNvPr>
                <p:cNvSpPr/>
                <p:nvPr/>
              </p:nvSpPr>
              <p:spPr>
                <a:xfrm>
                  <a:off x="3465470" y="36784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5" name="Oval 264">
                  <a:extLst>
                    <a:ext uri="{FF2B5EF4-FFF2-40B4-BE49-F238E27FC236}">
                      <a16:creationId xmlns:a16="http://schemas.microsoft.com/office/drawing/2014/main" id="{C59B8521-6CC6-8C3C-DB8E-CC519C750FDC}"/>
                    </a:ext>
                  </a:extLst>
                </p:cNvPr>
                <p:cNvSpPr/>
                <p:nvPr/>
              </p:nvSpPr>
              <p:spPr>
                <a:xfrm>
                  <a:off x="3311821" y="35297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" name="Oval 265">
                  <a:extLst>
                    <a:ext uri="{FF2B5EF4-FFF2-40B4-BE49-F238E27FC236}">
                      <a16:creationId xmlns:a16="http://schemas.microsoft.com/office/drawing/2014/main" id="{E1449680-8E08-EFA5-8EB5-B13D7D7C968A}"/>
                    </a:ext>
                  </a:extLst>
                </p:cNvPr>
                <p:cNvSpPr/>
                <p:nvPr/>
              </p:nvSpPr>
              <p:spPr>
                <a:xfrm>
                  <a:off x="3055208" y="36444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" name="Oval 266">
                  <a:extLst>
                    <a:ext uri="{FF2B5EF4-FFF2-40B4-BE49-F238E27FC236}">
                      <a16:creationId xmlns:a16="http://schemas.microsoft.com/office/drawing/2014/main" id="{5C7B57DD-047C-73B1-962B-FDD36154675B}"/>
                    </a:ext>
                  </a:extLst>
                </p:cNvPr>
                <p:cNvSpPr/>
                <p:nvPr/>
              </p:nvSpPr>
              <p:spPr>
                <a:xfrm>
                  <a:off x="3226080" y="36943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" name="Oval 267">
                  <a:extLst>
                    <a:ext uri="{FF2B5EF4-FFF2-40B4-BE49-F238E27FC236}">
                      <a16:creationId xmlns:a16="http://schemas.microsoft.com/office/drawing/2014/main" id="{A11C9A10-D050-6225-8FEC-9368DCC833B8}"/>
                    </a:ext>
                  </a:extLst>
                </p:cNvPr>
                <p:cNvSpPr/>
                <p:nvPr/>
              </p:nvSpPr>
              <p:spPr>
                <a:xfrm>
                  <a:off x="3553776" y="34450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D563311C-6501-A7A5-17C3-986C95B4AC4A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CFABC9C9-1DFB-B5E5-5441-2D265D10AA2E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15C2A1F8-2CE9-5C7D-F15B-9362D8EB7877}"/>
                    </a:ext>
                  </a:extLst>
                </p:cNvPr>
                <p:cNvSpPr/>
                <p:nvPr/>
              </p:nvSpPr>
              <p:spPr>
                <a:xfrm>
                  <a:off x="1654649" y="400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" name="Oval 271">
                  <a:extLst>
                    <a:ext uri="{FF2B5EF4-FFF2-40B4-BE49-F238E27FC236}">
                      <a16:creationId xmlns:a16="http://schemas.microsoft.com/office/drawing/2014/main" id="{C2E6B560-DB95-4DE5-C594-4D518B34F90A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A49B548D-D28D-4FD8-76EB-35A4935B1B68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FBD592A7-70F6-3CEB-9F2A-E91CF5203AB5}"/>
                    </a:ext>
                  </a:extLst>
                </p:cNvPr>
                <p:cNvSpPr/>
                <p:nvPr/>
              </p:nvSpPr>
              <p:spPr>
                <a:xfrm>
                  <a:off x="4016436" y="402388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5" name="Oval 274">
                  <a:extLst>
                    <a:ext uri="{FF2B5EF4-FFF2-40B4-BE49-F238E27FC236}">
                      <a16:creationId xmlns:a16="http://schemas.microsoft.com/office/drawing/2014/main" id="{8A71DE4B-0103-212A-1CB2-3915BE77C031}"/>
                    </a:ext>
                  </a:extLst>
                </p:cNvPr>
                <p:cNvSpPr/>
                <p:nvPr/>
              </p:nvSpPr>
              <p:spPr>
                <a:xfrm>
                  <a:off x="4478851" y="35708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6" name="Oval 275">
                  <a:extLst>
                    <a:ext uri="{FF2B5EF4-FFF2-40B4-BE49-F238E27FC236}">
                      <a16:creationId xmlns:a16="http://schemas.microsoft.com/office/drawing/2014/main" id="{6C86FC0D-142B-958A-D790-7905C9D8ABD0}"/>
                    </a:ext>
                  </a:extLst>
                </p:cNvPr>
                <p:cNvSpPr/>
                <p:nvPr/>
              </p:nvSpPr>
              <p:spPr>
                <a:xfrm>
                  <a:off x="4321171" y="44638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02AA06FA-57A4-4A32-4FEC-B8EF8E10D947}"/>
                    </a:ext>
                  </a:extLst>
                </p:cNvPr>
                <p:cNvSpPr/>
                <p:nvPr/>
              </p:nvSpPr>
              <p:spPr>
                <a:xfrm>
                  <a:off x="4122940" y="46688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B2504DC4-A854-B9FB-ED9A-C9A563F27FDD}"/>
                    </a:ext>
                  </a:extLst>
                </p:cNvPr>
                <p:cNvSpPr/>
                <p:nvPr/>
              </p:nvSpPr>
              <p:spPr>
                <a:xfrm>
                  <a:off x="3885626" y="48887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9" name="Oval 278">
                  <a:extLst>
                    <a:ext uri="{FF2B5EF4-FFF2-40B4-BE49-F238E27FC236}">
                      <a16:creationId xmlns:a16="http://schemas.microsoft.com/office/drawing/2014/main" id="{6FD20784-F8DD-FCE1-FF4F-272086401BAD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" name="Oval 279">
                  <a:extLst>
                    <a:ext uri="{FF2B5EF4-FFF2-40B4-BE49-F238E27FC236}">
                      <a16:creationId xmlns:a16="http://schemas.microsoft.com/office/drawing/2014/main" id="{29F69BEB-2C88-F732-40B7-A39FB572DCC8}"/>
                    </a:ext>
                  </a:extLst>
                </p:cNvPr>
                <p:cNvSpPr/>
                <p:nvPr/>
              </p:nvSpPr>
              <p:spPr>
                <a:xfrm>
                  <a:off x="3599456" y="55247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1" name="Oval 280">
                  <a:extLst>
                    <a:ext uri="{FF2B5EF4-FFF2-40B4-BE49-F238E27FC236}">
                      <a16:creationId xmlns:a16="http://schemas.microsoft.com/office/drawing/2014/main" id="{3743D6F5-3205-D65E-8042-295B48C5F6B4}"/>
                    </a:ext>
                  </a:extLst>
                </p:cNvPr>
                <p:cNvSpPr/>
                <p:nvPr/>
              </p:nvSpPr>
              <p:spPr>
                <a:xfrm>
                  <a:off x="3326355" y="562646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1DF11B87-4FCB-0389-FE40-9E5AE7B36005}"/>
                    </a:ext>
                  </a:extLst>
                </p:cNvPr>
                <p:cNvSpPr/>
                <p:nvPr/>
              </p:nvSpPr>
              <p:spPr>
                <a:xfrm>
                  <a:off x="3331729" y="5797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3" name="Oval 282">
                  <a:extLst>
                    <a:ext uri="{FF2B5EF4-FFF2-40B4-BE49-F238E27FC236}">
                      <a16:creationId xmlns:a16="http://schemas.microsoft.com/office/drawing/2014/main" id="{E8727200-1816-E42F-DC10-277B268886B2}"/>
                    </a:ext>
                  </a:extLst>
                </p:cNvPr>
                <p:cNvSpPr/>
                <p:nvPr/>
              </p:nvSpPr>
              <p:spPr>
                <a:xfrm>
                  <a:off x="3038720" y="59338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4" name="Oval 283">
                  <a:extLst>
                    <a:ext uri="{FF2B5EF4-FFF2-40B4-BE49-F238E27FC236}">
                      <a16:creationId xmlns:a16="http://schemas.microsoft.com/office/drawing/2014/main" id="{1C3297A0-E276-DB08-A304-D25913508B85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id="{C109797A-1EE1-A158-B045-90FD0B0B6934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" name="Oval 285">
                  <a:extLst>
                    <a:ext uri="{FF2B5EF4-FFF2-40B4-BE49-F238E27FC236}">
                      <a16:creationId xmlns:a16="http://schemas.microsoft.com/office/drawing/2014/main" id="{0426524D-1127-4697-3CF0-12E3EEF9A115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" name="Oval 286">
                  <a:extLst>
                    <a:ext uri="{FF2B5EF4-FFF2-40B4-BE49-F238E27FC236}">
                      <a16:creationId xmlns:a16="http://schemas.microsoft.com/office/drawing/2014/main" id="{C65CE8C2-E305-C5D4-6F35-305D4DF1EF95}"/>
                    </a:ext>
                  </a:extLst>
                </p:cNvPr>
                <p:cNvSpPr/>
                <p:nvPr/>
              </p:nvSpPr>
              <p:spPr>
                <a:xfrm>
                  <a:off x="4440255" y="23336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048F4B09-1EBA-B559-7C13-3A82BB218395}"/>
                    </a:ext>
                  </a:extLst>
                </p:cNvPr>
                <p:cNvSpPr/>
                <p:nvPr/>
              </p:nvSpPr>
              <p:spPr>
                <a:xfrm>
                  <a:off x="4247033" y="21223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E8BD2283-3AA9-DC0E-BF05-1837CB8CBCA4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C0C7EA1F-819F-CB19-E2A4-D3290156BCBE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106994F7-BF7F-8746-AE92-100CD452CA2A}"/>
                    </a:ext>
                  </a:extLst>
                </p:cNvPr>
                <p:cNvSpPr/>
                <p:nvPr/>
              </p:nvSpPr>
              <p:spPr>
                <a:xfrm>
                  <a:off x="3947916" y="18015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F14D229B-4F87-F3A2-A475-4B64367C9D6B}"/>
                    </a:ext>
                  </a:extLst>
                </p:cNvPr>
                <p:cNvSpPr/>
                <p:nvPr/>
              </p:nvSpPr>
              <p:spPr>
                <a:xfrm>
                  <a:off x="3653685" y="14659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01C6A47F-D8D7-1B88-B150-267C42E7B320}"/>
                    </a:ext>
                  </a:extLst>
                </p:cNvPr>
                <p:cNvSpPr/>
                <p:nvPr/>
              </p:nvSpPr>
              <p:spPr>
                <a:xfrm>
                  <a:off x="3903214" y="14523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34E28099-3ED8-9D07-BE04-57B482BD2268}"/>
                    </a:ext>
                  </a:extLst>
                </p:cNvPr>
                <p:cNvSpPr/>
                <p:nvPr/>
              </p:nvSpPr>
              <p:spPr>
                <a:xfrm>
                  <a:off x="3717686" y="124280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id="{AB3D95B1-8253-B650-7A9C-E6BEEA653FAA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F20294DD-B904-016D-8236-785FFE7313A1}"/>
                    </a:ext>
                  </a:extLst>
                </p:cNvPr>
                <p:cNvSpPr/>
                <p:nvPr/>
              </p:nvSpPr>
              <p:spPr>
                <a:xfrm>
                  <a:off x="2800428" y="688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B08FB338-50BE-6767-B6E9-FDAE3A4C03A5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2A773D66-E6D7-504A-71C0-518C966BCCF0}"/>
                    </a:ext>
                  </a:extLst>
                </p:cNvPr>
                <p:cNvSpPr/>
                <p:nvPr/>
              </p:nvSpPr>
              <p:spPr>
                <a:xfrm>
                  <a:off x="1843109" y="41531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id="{5A0DCD78-4D04-F007-4588-181A084B5DA0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F0F860DA-C750-14F3-BF50-C33B50C5DFE1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1" name="Oval 300">
                  <a:extLst>
                    <a:ext uri="{FF2B5EF4-FFF2-40B4-BE49-F238E27FC236}">
                      <a16:creationId xmlns:a16="http://schemas.microsoft.com/office/drawing/2014/main" id="{23B8BAD0-AE7F-0A42-D9A9-B831099534BE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DBE57EB3-D1A0-B81F-B049-91E50D968AA8}"/>
                    </a:ext>
                  </a:extLst>
                </p:cNvPr>
                <p:cNvSpPr/>
                <p:nvPr/>
              </p:nvSpPr>
              <p:spPr>
                <a:xfrm>
                  <a:off x="80166" y="7160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3" name="Oval 302">
                  <a:extLst>
                    <a:ext uri="{FF2B5EF4-FFF2-40B4-BE49-F238E27FC236}">
                      <a16:creationId xmlns:a16="http://schemas.microsoft.com/office/drawing/2014/main" id="{273E3940-3983-BD29-7DEC-D615810247F3}"/>
                    </a:ext>
                  </a:extLst>
                </p:cNvPr>
                <p:cNvSpPr/>
                <p:nvPr/>
              </p:nvSpPr>
              <p:spPr>
                <a:xfrm>
                  <a:off x="397237" y="5543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FB6FFBA6-8EBA-1FF3-EA49-14A697347000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CAB1E83D-0E20-47AD-CFF4-F6236EBE2079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7B416791-70E9-460B-FC0F-5236548FBF4E}"/>
                    </a:ext>
                  </a:extLst>
                </p:cNvPr>
                <p:cNvSpPr/>
                <p:nvPr/>
              </p:nvSpPr>
              <p:spPr>
                <a:xfrm>
                  <a:off x="-315927" y="11222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id="{A65311FA-081A-1338-CA49-4368AC40700A}"/>
                    </a:ext>
                  </a:extLst>
                </p:cNvPr>
                <p:cNvSpPr/>
                <p:nvPr/>
              </p:nvSpPr>
              <p:spPr>
                <a:xfrm>
                  <a:off x="-625059" y="14374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8" name="Oval 307">
                  <a:extLst>
                    <a:ext uri="{FF2B5EF4-FFF2-40B4-BE49-F238E27FC236}">
                      <a16:creationId xmlns:a16="http://schemas.microsoft.com/office/drawing/2014/main" id="{43980321-27A6-C312-E227-D875BD972071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9" name="Oval 308">
                  <a:extLst>
                    <a:ext uri="{FF2B5EF4-FFF2-40B4-BE49-F238E27FC236}">
                      <a16:creationId xmlns:a16="http://schemas.microsoft.com/office/drawing/2014/main" id="{E2B3BC98-99C9-8908-D2EA-DA4FA16E68BC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" name="Oval 309">
                  <a:extLst>
                    <a:ext uri="{FF2B5EF4-FFF2-40B4-BE49-F238E27FC236}">
                      <a16:creationId xmlns:a16="http://schemas.microsoft.com/office/drawing/2014/main" id="{9E5B6D76-A200-B9FD-B61F-24559F3C26E8}"/>
                    </a:ext>
                  </a:extLst>
                </p:cNvPr>
                <p:cNvSpPr/>
                <p:nvPr/>
              </p:nvSpPr>
              <p:spPr>
                <a:xfrm>
                  <a:off x="-1300728" y="23499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1" name="Oval 310">
                  <a:extLst>
                    <a:ext uri="{FF2B5EF4-FFF2-40B4-BE49-F238E27FC236}">
                      <a16:creationId xmlns:a16="http://schemas.microsoft.com/office/drawing/2014/main" id="{DF488801-0475-0049-522E-4FAFEF43FF17}"/>
                    </a:ext>
                  </a:extLst>
                </p:cNvPr>
                <p:cNvSpPr/>
                <p:nvPr/>
              </p:nvSpPr>
              <p:spPr>
                <a:xfrm>
                  <a:off x="-1308911" y="28060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2" name="Oval 311">
                  <a:extLst>
                    <a:ext uri="{FF2B5EF4-FFF2-40B4-BE49-F238E27FC236}">
                      <a16:creationId xmlns:a16="http://schemas.microsoft.com/office/drawing/2014/main" id="{ED64FA67-9183-9602-71D8-01D07DF7E5DB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44D8E4F6-E5C7-DA45-2239-CB369B161574}"/>
                    </a:ext>
                  </a:extLst>
                </p:cNvPr>
                <p:cNvSpPr/>
                <p:nvPr/>
              </p:nvSpPr>
              <p:spPr>
                <a:xfrm>
                  <a:off x="-1428240" y="34971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14" name="Graphic 5">
                <a:extLst>
                  <a:ext uri="{FF2B5EF4-FFF2-40B4-BE49-F238E27FC236}">
                    <a16:creationId xmlns:a16="http://schemas.microsoft.com/office/drawing/2014/main" id="{EF770A16-9618-1600-D53D-095D094A26A8}"/>
                  </a:ext>
                </a:extLst>
              </p:cNvPr>
              <p:cNvGrpSpPr/>
              <p:nvPr/>
            </p:nvGrpSpPr>
            <p:grpSpPr>
              <a:xfrm>
                <a:off x="2454166" y="6616881"/>
                <a:ext cx="622049" cy="678599"/>
                <a:chOff x="2454166" y="6616881"/>
                <a:chExt cx="622049" cy="678599"/>
              </a:xfrm>
              <a:solidFill>
                <a:srgbClr val="01253E"/>
              </a:solidFill>
            </p:grpSpPr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391C618D-948F-0920-DBD4-55AE8D0D5E1D}"/>
                    </a:ext>
                  </a:extLst>
                </p:cNvPr>
                <p:cNvSpPr/>
                <p:nvPr/>
              </p:nvSpPr>
              <p:spPr>
                <a:xfrm>
                  <a:off x="2454166" y="67978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id="{B9FF433C-A6BA-27E1-14D7-F0184C4E1543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48F84D49-7833-8F20-29AE-85A7101EC83B}"/>
                    </a:ext>
                  </a:extLst>
                </p:cNvPr>
                <p:cNvSpPr/>
                <p:nvPr/>
              </p:nvSpPr>
              <p:spPr>
                <a:xfrm>
                  <a:off x="2689649" y="70635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92D53BFF-ADF8-751C-8BC7-62A3E314E3C6}"/>
                    </a:ext>
                  </a:extLst>
                </p:cNvPr>
                <p:cNvSpPr/>
                <p:nvPr/>
              </p:nvSpPr>
              <p:spPr>
                <a:xfrm>
                  <a:off x="2749496" y="7182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5B36090A-D6B6-6A74-1E0C-190FD62AC940}"/>
                    </a:ext>
                  </a:extLst>
                </p:cNvPr>
                <p:cNvSpPr/>
                <p:nvPr/>
              </p:nvSpPr>
              <p:spPr>
                <a:xfrm>
                  <a:off x="2854291" y="72659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92A518B4-E5C8-EF32-6B09-1AE7E1638FD4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id="{EA92DAF9-9EB3-FF6A-F653-3023BAC1EC61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22" name="Graphic 5">
              <a:extLst>
                <a:ext uri="{FF2B5EF4-FFF2-40B4-BE49-F238E27FC236}">
                  <a16:creationId xmlns:a16="http://schemas.microsoft.com/office/drawing/2014/main" id="{22590B79-826B-2E47-305C-210EE1556963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</p:grpSpPr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9221A532-6319-0BE6-7ACF-5DDBB8BA1F44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7977B92E-86FB-81CD-B3B1-36F84837CB7D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25" name="Graphic 5">
                <a:extLst>
                  <a:ext uri="{FF2B5EF4-FFF2-40B4-BE49-F238E27FC236}">
                    <a16:creationId xmlns:a16="http://schemas.microsoft.com/office/drawing/2014/main" id="{5A419189-608C-6F60-0189-D0ADF420580B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14" cy="7546636"/>
                <a:chOff x="-1544393" y="356077"/>
                <a:chExt cx="6108214" cy="7546636"/>
              </a:xfrm>
            </p:grpSpPr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EE1AFE88-58A7-4F89-2F22-A32F257EDB4A}"/>
                    </a:ext>
                  </a:extLst>
                </p:cNvPr>
                <p:cNvSpPr/>
                <p:nvPr/>
              </p:nvSpPr>
              <p:spPr>
                <a:xfrm>
                  <a:off x="-680876" y="33447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9E23D455-BCE9-2D86-A761-3B4856741317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6F406655-DFDB-7A2D-C601-7F08B99EF40A}"/>
                    </a:ext>
                  </a:extLst>
                </p:cNvPr>
                <p:cNvSpPr/>
                <p:nvPr/>
              </p:nvSpPr>
              <p:spPr>
                <a:xfrm>
                  <a:off x="-95468" y="35805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9" name="Oval 328">
                  <a:extLst>
                    <a:ext uri="{FF2B5EF4-FFF2-40B4-BE49-F238E27FC236}">
                      <a16:creationId xmlns:a16="http://schemas.microsoft.com/office/drawing/2014/main" id="{536AF100-7460-A6C2-FE72-13D284668C26}"/>
                    </a:ext>
                  </a:extLst>
                </p:cNvPr>
                <p:cNvSpPr/>
                <p:nvPr/>
              </p:nvSpPr>
              <p:spPr>
                <a:xfrm>
                  <a:off x="-318004" y="3918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0" name="Oval 329">
                  <a:extLst>
                    <a:ext uri="{FF2B5EF4-FFF2-40B4-BE49-F238E27FC236}">
                      <a16:creationId xmlns:a16="http://schemas.microsoft.com/office/drawing/2014/main" id="{CD6AE433-CE54-52ED-80E5-2914E16288D4}"/>
                    </a:ext>
                  </a:extLst>
                </p:cNvPr>
                <p:cNvSpPr/>
                <p:nvPr/>
              </p:nvSpPr>
              <p:spPr>
                <a:xfrm>
                  <a:off x="-352935" y="37378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1" name="Oval 330">
                  <a:extLst>
                    <a:ext uri="{FF2B5EF4-FFF2-40B4-BE49-F238E27FC236}">
                      <a16:creationId xmlns:a16="http://schemas.microsoft.com/office/drawing/2014/main" id="{2632115D-91A6-5A2D-5A5E-D3D7294D8556}"/>
                    </a:ext>
                  </a:extLst>
                </p:cNvPr>
                <p:cNvSpPr/>
                <p:nvPr/>
              </p:nvSpPr>
              <p:spPr>
                <a:xfrm>
                  <a:off x="299038" y="395133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" name="Oval 331">
                  <a:extLst>
                    <a:ext uri="{FF2B5EF4-FFF2-40B4-BE49-F238E27FC236}">
                      <a16:creationId xmlns:a16="http://schemas.microsoft.com/office/drawing/2014/main" id="{BAEE5AFF-7E83-637B-8772-F5C8FD4C1C6B}"/>
                    </a:ext>
                  </a:extLst>
                </p:cNvPr>
                <p:cNvSpPr/>
                <p:nvPr/>
              </p:nvSpPr>
              <p:spPr>
                <a:xfrm>
                  <a:off x="-67620" y="422321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415D0BE7-F6FA-B379-DCD7-6E93F3F5C7A4}"/>
                    </a:ext>
                  </a:extLst>
                </p:cNvPr>
                <p:cNvSpPr/>
                <p:nvPr/>
              </p:nvSpPr>
              <p:spPr>
                <a:xfrm>
                  <a:off x="-173270" y="37412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9900CF1C-2AFA-5BDA-609E-4FD4A0C707C0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5" name="Oval 334">
                  <a:extLst>
                    <a:ext uri="{FF2B5EF4-FFF2-40B4-BE49-F238E27FC236}">
                      <a16:creationId xmlns:a16="http://schemas.microsoft.com/office/drawing/2014/main" id="{A55B03A6-9DDC-97CB-B266-A502704CD63F}"/>
                    </a:ext>
                  </a:extLst>
                </p:cNvPr>
                <p:cNvSpPr/>
                <p:nvPr/>
              </p:nvSpPr>
              <p:spPr>
                <a:xfrm>
                  <a:off x="-950680" y="38622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698D5ED7-1209-6326-9F6B-76DFDAE71420}"/>
                    </a:ext>
                  </a:extLst>
                </p:cNvPr>
                <p:cNvSpPr/>
                <p:nvPr/>
              </p:nvSpPr>
              <p:spPr>
                <a:xfrm>
                  <a:off x="-1097245" y="38439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078D2682-D9C5-BDF2-4D00-82DADACFEAC2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166EE0EC-682F-D082-D210-FFDA5EC8EEEF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08D1B8DE-A6F6-93B0-7AE5-BFF76C87DB3D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7CEADCA4-A317-C2B9-202B-AD4863687057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6679DB5A-3D4A-6121-9CE8-00A8CA2DE474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2" name="Oval 341">
                  <a:extLst>
                    <a:ext uri="{FF2B5EF4-FFF2-40B4-BE49-F238E27FC236}">
                      <a16:creationId xmlns:a16="http://schemas.microsoft.com/office/drawing/2014/main" id="{9BBA6157-77B9-D0AC-64BC-DCFC7A6CB63B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3" name="Oval 342">
                  <a:extLst>
                    <a:ext uri="{FF2B5EF4-FFF2-40B4-BE49-F238E27FC236}">
                      <a16:creationId xmlns:a16="http://schemas.microsoft.com/office/drawing/2014/main" id="{9EC9357E-764B-BFC4-A17A-EA3307AEB7CA}"/>
                    </a:ext>
                  </a:extLst>
                </p:cNvPr>
                <p:cNvSpPr/>
                <p:nvPr/>
              </p:nvSpPr>
              <p:spPr>
                <a:xfrm>
                  <a:off x="-433302" y="49350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4" name="Oval 343">
                  <a:extLst>
                    <a:ext uri="{FF2B5EF4-FFF2-40B4-BE49-F238E27FC236}">
                      <a16:creationId xmlns:a16="http://schemas.microsoft.com/office/drawing/2014/main" id="{7FC0FEB4-1220-0B33-920F-0D5717AB133E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id="{AEACCCEC-C58E-F36C-B506-04EC394BDF0F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6" name="Oval 345">
                  <a:extLst>
                    <a:ext uri="{FF2B5EF4-FFF2-40B4-BE49-F238E27FC236}">
                      <a16:creationId xmlns:a16="http://schemas.microsoft.com/office/drawing/2014/main" id="{AE6741FD-CF21-5317-F40D-EA03809E4211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2151C547-A92C-7C68-83AB-E962E92FCFDA}"/>
                    </a:ext>
                  </a:extLst>
                </p:cNvPr>
                <p:cNvSpPr/>
                <p:nvPr/>
              </p:nvSpPr>
              <p:spPr>
                <a:xfrm>
                  <a:off x="740934" y="562060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26EB9267-8568-9E25-A410-01A92FD57EA5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" name="Oval 348">
                  <a:extLst>
                    <a:ext uri="{FF2B5EF4-FFF2-40B4-BE49-F238E27FC236}">
                      <a16:creationId xmlns:a16="http://schemas.microsoft.com/office/drawing/2014/main" id="{2356832D-5F03-416F-44BE-276AF87E6A8B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id="{7DA67F9F-C775-6BD5-E751-F9938923F667}"/>
                    </a:ext>
                  </a:extLst>
                </p:cNvPr>
                <p:cNvSpPr/>
                <p:nvPr/>
              </p:nvSpPr>
              <p:spPr>
                <a:xfrm>
                  <a:off x="-19620" y="53509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" name="Oval 350">
                  <a:extLst>
                    <a:ext uri="{FF2B5EF4-FFF2-40B4-BE49-F238E27FC236}">
                      <a16:creationId xmlns:a16="http://schemas.microsoft.com/office/drawing/2014/main" id="{B064D778-4D62-A9D8-81E0-15102F320CDC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" name="Oval 351">
                  <a:extLst>
                    <a:ext uri="{FF2B5EF4-FFF2-40B4-BE49-F238E27FC236}">
                      <a16:creationId xmlns:a16="http://schemas.microsoft.com/office/drawing/2014/main" id="{5FFD38E3-082A-1827-C500-5BB6A8C04284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3" name="Oval 352">
                  <a:extLst>
                    <a:ext uri="{FF2B5EF4-FFF2-40B4-BE49-F238E27FC236}">
                      <a16:creationId xmlns:a16="http://schemas.microsoft.com/office/drawing/2014/main" id="{1271C75A-2AC2-C220-ABA9-E8563D9097D4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A7D4F620-8DBF-B91D-CA85-63951A7702DB}"/>
                    </a:ext>
                  </a:extLst>
                </p:cNvPr>
                <p:cNvSpPr/>
                <p:nvPr/>
              </p:nvSpPr>
              <p:spPr>
                <a:xfrm>
                  <a:off x="-757823" y="5078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5" name="Oval 354">
                  <a:extLst>
                    <a:ext uri="{FF2B5EF4-FFF2-40B4-BE49-F238E27FC236}">
                      <a16:creationId xmlns:a16="http://schemas.microsoft.com/office/drawing/2014/main" id="{F8F6D746-287B-3B50-BDF6-98A687AD139B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B7CA9028-FBAD-B5FF-E4FF-C0B6AFCC67D8}"/>
                    </a:ext>
                  </a:extLst>
                </p:cNvPr>
                <p:cNvSpPr/>
                <p:nvPr/>
              </p:nvSpPr>
              <p:spPr>
                <a:xfrm>
                  <a:off x="-1158925" y="43341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C1E74B00-EC24-7463-6B67-CAA75D0B60A6}"/>
                    </a:ext>
                  </a:extLst>
                </p:cNvPr>
                <p:cNvSpPr/>
                <p:nvPr/>
              </p:nvSpPr>
              <p:spPr>
                <a:xfrm>
                  <a:off x="-733029" y="52836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" name="Oval 357">
                  <a:extLst>
                    <a:ext uri="{FF2B5EF4-FFF2-40B4-BE49-F238E27FC236}">
                      <a16:creationId xmlns:a16="http://schemas.microsoft.com/office/drawing/2014/main" id="{5132707C-389C-CD62-21B1-3C9C0EFE3487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" name="Oval 358">
                  <a:extLst>
                    <a:ext uri="{FF2B5EF4-FFF2-40B4-BE49-F238E27FC236}">
                      <a16:creationId xmlns:a16="http://schemas.microsoft.com/office/drawing/2014/main" id="{3C3E5361-7E4A-201E-F0A0-B8CA9960FC3E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0" name="Oval 359">
                  <a:extLst>
                    <a:ext uri="{FF2B5EF4-FFF2-40B4-BE49-F238E27FC236}">
                      <a16:creationId xmlns:a16="http://schemas.microsoft.com/office/drawing/2014/main" id="{E3AFB3F8-A122-D633-6FD2-A711BD7B5286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1EC452D3-E3A6-B96C-C41B-4461582655D8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2" name="Oval 361">
                  <a:extLst>
                    <a:ext uri="{FF2B5EF4-FFF2-40B4-BE49-F238E27FC236}">
                      <a16:creationId xmlns:a16="http://schemas.microsoft.com/office/drawing/2014/main" id="{EA4458D7-AA68-6B27-BB15-B67517CE39FE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3A705CFD-DA9B-A9B8-42EE-B6875F331F40}"/>
                    </a:ext>
                  </a:extLst>
                </p:cNvPr>
                <p:cNvSpPr/>
                <p:nvPr/>
              </p:nvSpPr>
              <p:spPr>
                <a:xfrm>
                  <a:off x="919988" y="65150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4" name="Oval 363">
                  <a:extLst>
                    <a:ext uri="{FF2B5EF4-FFF2-40B4-BE49-F238E27FC236}">
                      <a16:creationId xmlns:a16="http://schemas.microsoft.com/office/drawing/2014/main" id="{36A8E23C-0C80-626E-0F04-197587101184}"/>
                    </a:ext>
                  </a:extLst>
                </p:cNvPr>
                <p:cNvSpPr/>
                <p:nvPr/>
              </p:nvSpPr>
              <p:spPr>
                <a:xfrm>
                  <a:off x="451710" y="61871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5" name="Oval 364">
                  <a:extLst>
                    <a:ext uri="{FF2B5EF4-FFF2-40B4-BE49-F238E27FC236}">
                      <a16:creationId xmlns:a16="http://schemas.microsoft.com/office/drawing/2014/main" id="{1AB4C22C-3708-17BA-66B0-6B7FFBAC0182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8594A098-5B33-6D3A-100E-4C51026680F7}"/>
                    </a:ext>
                  </a:extLst>
                </p:cNvPr>
                <p:cNvSpPr/>
                <p:nvPr/>
              </p:nvSpPr>
              <p:spPr>
                <a:xfrm>
                  <a:off x="120960" y="61771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FB3A5153-2F92-F462-A281-46568652D251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93C6A798-13EC-A416-D031-04484432414D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679E6343-4EAF-E1E6-E539-8B3B488D64E5}"/>
                    </a:ext>
                  </a:extLst>
                </p:cNvPr>
                <p:cNvSpPr/>
                <p:nvPr/>
              </p:nvSpPr>
              <p:spPr>
                <a:xfrm>
                  <a:off x="-248385" y="542346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" name="Oval 369">
                  <a:extLst>
                    <a:ext uri="{FF2B5EF4-FFF2-40B4-BE49-F238E27FC236}">
                      <a16:creationId xmlns:a16="http://schemas.microsoft.com/office/drawing/2014/main" id="{AFE4435C-C82C-84A7-63AE-B12801976D32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93E07F50-00BE-FF3A-D388-6E0B93C80727}"/>
                    </a:ext>
                  </a:extLst>
                </p:cNvPr>
                <p:cNvSpPr/>
                <p:nvPr/>
              </p:nvSpPr>
              <p:spPr>
                <a:xfrm>
                  <a:off x="-293454" y="563574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2" name="Oval 371">
                  <a:extLst>
                    <a:ext uri="{FF2B5EF4-FFF2-40B4-BE49-F238E27FC236}">
                      <a16:creationId xmlns:a16="http://schemas.microsoft.com/office/drawing/2014/main" id="{5796A6DB-0B54-B29D-892F-E07A8749C6C3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728A90E3-0CF1-5C12-64B5-076692D6CF1F}"/>
                    </a:ext>
                  </a:extLst>
                </p:cNvPr>
                <p:cNvSpPr/>
                <p:nvPr/>
              </p:nvSpPr>
              <p:spPr>
                <a:xfrm>
                  <a:off x="407130" y="38624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4" name="Oval 373">
                  <a:extLst>
                    <a:ext uri="{FF2B5EF4-FFF2-40B4-BE49-F238E27FC236}">
                      <a16:creationId xmlns:a16="http://schemas.microsoft.com/office/drawing/2014/main" id="{85D41E27-4C2A-3004-80C5-C839AC21F627}"/>
                    </a:ext>
                  </a:extLst>
                </p:cNvPr>
                <p:cNvSpPr/>
                <p:nvPr/>
              </p:nvSpPr>
              <p:spPr>
                <a:xfrm>
                  <a:off x="583742" y="3570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37766896-B18D-B6F1-C80C-2DABB3AC61B6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6" name="Oval 375">
                  <a:extLst>
                    <a:ext uri="{FF2B5EF4-FFF2-40B4-BE49-F238E27FC236}">
                      <a16:creationId xmlns:a16="http://schemas.microsoft.com/office/drawing/2014/main" id="{4A50A1FE-5C67-0BFA-3BB6-7C13B6EC9707}"/>
                    </a:ext>
                  </a:extLst>
                </p:cNvPr>
                <p:cNvSpPr/>
                <p:nvPr/>
              </p:nvSpPr>
              <p:spPr>
                <a:xfrm>
                  <a:off x="562856" y="36842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2A53EA64-7EF5-9945-91D0-BBABFC1B93F1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2CDA407F-F937-7918-ECB0-2E2595DF1A65}"/>
                    </a:ext>
                  </a:extLst>
                </p:cNvPr>
                <p:cNvSpPr/>
                <p:nvPr/>
              </p:nvSpPr>
              <p:spPr>
                <a:xfrm>
                  <a:off x="988874" y="38108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9EA54A48-4EB8-C9AB-DAB4-906936A22FB9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" name="Oval 379">
                  <a:extLst>
                    <a:ext uri="{FF2B5EF4-FFF2-40B4-BE49-F238E27FC236}">
                      <a16:creationId xmlns:a16="http://schemas.microsoft.com/office/drawing/2014/main" id="{C7A20ABC-A943-04BA-5FA4-ACF1587F51D6}"/>
                    </a:ext>
                  </a:extLst>
                </p:cNvPr>
                <p:cNvSpPr/>
                <p:nvPr/>
              </p:nvSpPr>
              <p:spPr>
                <a:xfrm>
                  <a:off x="263007" y="34781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" name="Oval 380">
                  <a:extLst>
                    <a:ext uri="{FF2B5EF4-FFF2-40B4-BE49-F238E27FC236}">
                      <a16:creationId xmlns:a16="http://schemas.microsoft.com/office/drawing/2014/main" id="{B1D325B7-A9F8-88A9-F5F8-7FF299EBC10B}"/>
                    </a:ext>
                  </a:extLst>
                </p:cNvPr>
                <p:cNvSpPr/>
                <p:nvPr/>
              </p:nvSpPr>
              <p:spPr>
                <a:xfrm>
                  <a:off x="-224812" y="40828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2" name="Oval 381">
                  <a:extLst>
                    <a:ext uri="{FF2B5EF4-FFF2-40B4-BE49-F238E27FC236}">
                      <a16:creationId xmlns:a16="http://schemas.microsoft.com/office/drawing/2014/main" id="{D971C64A-72F6-7911-7C3E-3EB669B0C5C1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3" name="Oval 382">
                  <a:extLst>
                    <a:ext uri="{FF2B5EF4-FFF2-40B4-BE49-F238E27FC236}">
                      <a16:creationId xmlns:a16="http://schemas.microsoft.com/office/drawing/2014/main" id="{E7D6D349-A2AB-48EE-ED61-282DEF00FEBF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E47DB6D5-DD0B-499C-84B4-4FEC4EF787AB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5" name="Oval 384">
                  <a:extLst>
                    <a:ext uri="{FF2B5EF4-FFF2-40B4-BE49-F238E27FC236}">
                      <a16:creationId xmlns:a16="http://schemas.microsoft.com/office/drawing/2014/main" id="{71498816-60BD-70A2-D7A9-6509F84DC15C}"/>
                    </a:ext>
                  </a:extLst>
                </p:cNvPr>
                <p:cNvSpPr/>
                <p:nvPr/>
              </p:nvSpPr>
              <p:spPr>
                <a:xfrm>
                  <a:off x="1301304" y="48470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4CCF2E83-DF42-244B-69CE-80C0A318846D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7" name="Oval 386">
                  <a:extLst>
                    <a:ext uri="{FF2B5EF4-FFF2-40B4-BE49-F238E27FC236}">
                      <a16:creationId xmlns:a16="http://schemas.microsoft.com/office/drawing/2014/main" id="{253C32E4-7C51-E759-2C9E-DC0CB5A0D486}"/>
                    </a:ext>
                  </a:extLst>
                </p:cNvPr>
                <p:cNvSpPr/>
                <p:nvPr/>
              </p:nvSpPr>
              <p:spPr>
                <a:xfrm>
                  <a:off x="2650931" y="47283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637954AF-CF5F-1722-A593-298DF51DC4ED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690FCEBE-19E8-8715-4732-3094C23E2BDC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13844CC5-BEEA-67A2-6107-FFB668E65B55}"/>
                    </a:ext>
                  </a:extLst>
                </p:cNvPr>
                <p:cNvSpPr/>
                <p:nvPr/>
              </p:nvSpPr>
              <p:spPr>
                <a:xfrm>
                  <a:off x="2209890" y="40966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7DB778E9-B004-47CA-4FC6-E2D70844FE57}"/>
                    </a:ext>
                  </a:extLst>
                </p:cNvPr>
                <p:cNvSpPr/>
                <p:nvPr/>
              </p:nvSpPr>
              <p:spPr>
                <a:xfrm>
                  <a:off x="2749863" y="3796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" name="Oval 391">
                  <a:extLst>
                    <a:ext uri="{FF2B5EF4-FFF2-40B4-BE49-F238E27FC236}">
                      <a16:creationId xmlns:a16="http://schemas.microsoft.com/office/drawing/2014/main" id="{22602315-0D37-42F7-80CD-E574B1BFC5AC}"/>
                    </a:ext>
                  </a:extLst>
                </p:cNvPr>
                <p:cNvSpPr/>
                <p:nvPr/>
              </p:nvSpPr>
              <p:spPr>
                <a:xfrm>
                  <a:off x="2038041" y="4342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" name="Oval 392">
                  <a:extLst>
                    <a:ext uri="{FF2B5EF4-FFF2-40B4-BE49-F238E27FC236}">
                      <a16:creationId xmlns:a16="http://schemas.microsoft.com/office/drawing/2014/main" id="{102E65F2-3A23-78A2-CC3E-A2916B4620A5}"/>
                    </a:ext>
                  </a:extLst>
                </p:cNvPr>
                <p:cNvSpPr/>
                <p:nvPr/>
              </p:nvSpPr>
              <p:spPr>
                <a:xfrm>
                  <a:off x="2441952" y="3503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" name="Oval 393">
                  <a:extLst>
                    <a:ext uri="{FF2B5EF4-FFF2-40B4-BE49-F238E27FC236}">
                      <a16:creationId xmlns:a16="http://schemas.microsoft.com/office/drawing/2014/main" id="{AB2FB542-515D-4835-31C4-650E441E4ED3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542EB9A6-CD12-C37B-E078-BE2E5118B6F2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6" name="Oval 395">
                  <a:extLst>
                    <a:ext uri="{FF2B5EF4-FFF2-40B4-BE49-F238E27FC236}">
                      <a16:creationId xmlns:a16="http://schemas.microsoft.com/office/drawing/2014/main" id="{6AA9D9E5-88F3-4B1E-C9F4-D739785E13E1}"/>
                    </a:ext>
                  </a:extLst>
                </p:cNvPr>
                <p:cNvSpPr/>
                <p:nvPr/>
              </p:nvSpPr>
              <p:spPr>
                <a:xfrm>
                  <a:off x="2087874" y="5131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70BF82BD-663A-5BB2-A8A3-95AD14DD4F18}"/>
                    </a:ext>
                  </a:extLst>
                </p:cNvPr>
                <p:cNvSpPr/>
                <p:nvPr/>
              </p:nvSpPr>
              <p:spPr>
                <a:xfrm>
                  <a:off x="2898383" y="463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8" name="Oval 397">
                  <a:extLst>
                    <a:ext uri="{FF2B5EF4-FFF2-40B4-BE49-F238E27FC236}">
                      <a16:creationId xmlns:a16="http://schemas.microsoft.com/office/drawing/2014/main" id="{1CFFA6E1-8267-5A6D-6BE0-9605665B6F8E}"/>
                    </a:ext>
                  </a:extLst>
                </p:cNvPr>
                <p:cNvSpPr/>
                <p:nvPr/>
              </p:nvSpPr>
              <p:spPr>
                <a:xfrm>
                  <a:off x="2202073" y="5489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" name="Oval 398">
                  <a:extLst>
                    <a:ext uri="{FF2B5EF4-FFF2-40B4-BE49-F238E27FC236}">
                      <a16:creationId xmlns:a16="http://schemas.microsoft.com/office/drawing/2014/main" id="{A70EED13-B8CF-0290-EED9-529F7001CA87}"/>
                    </a:ext>
                  </a:extLst>
                </p:cNvPr>
                <p:cNvSpPr/>
                <p:nvPr/>
              </p:nvSpPr>
              <p:spPr>
                <a:xfrm>
                  <a:off x="1847994" y="43970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" name="Oval 399">
                  <a:extLst>
                    <a:ext uri="{FF2B5EF4-FFF2-40B4-BE49-F238E27FC236}">
                      <a16:creationId xmlns:a16="http://schemas.microsoft.com/office/drawing/2014/main" id="{31765A6C-B725-E58C-C397-04D56C36C435}"/>
                    </a:ext>
                  </a:extLst>
                </p:cNvPr>
                <p:cNvSpPr/>
                <p:nvPr/>
              </p:nvSpPr>
              <p:spPr>
                <a:xfrm>
                  <a:off x="1679810" y="49976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1" name="Oval 400">
                  <a:extLst>
                    <a:ext uri="{FF2B5EF4-FFF2-40B4-BE49-F238E27FC236}">
                      <a16:creationId xmlns:a16="http://schemas.microsoft.com/office/drawing/2014/main" id="{8DF9B363-0CB8-A463-B71F-6AA0E805E676}"/>
                    </a:ext>
                  </a:extLst>
                </p:cNvPr>
                <p:cNvSpPr/>
                <p:nvPr/>
              </p:nvSpPr>
              <p:spPr>
                <a:xfrm>
                  <a:off x="1232418" y="53097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2" name="Oval 401">
                  <a:extLst>
                    <a:ext uri="{FF2B5EF4-FFF2-40B4-BE49-F238E27FC236}">
                      <a16:creationId xmlns:a16="http://schemas.microsoft.com/office/drawing/2014/main" id="{CA0BA199-30A0-F289-8B8B-D4BAD3A4CB98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" name="Oval 402">
                  <a:extLst>
                    <a:ext uri="{FF2B5EF4-FFF2-40B4-BE49-F238E27FC236}">
                      <a16:creationId xmlns:a16="http://schemas.microsoft.com/office/drawing/2014/main" id="{CF45FC62-9FB7-5BE4-4742-E816D04BFA60}"/>
                    </a:ext>
                  </a:extLst>
                </p:cNvPr>
                <p:cNvSpPr/>
                <p:nvPr/>
              </p:nvSpPr>
              <p:spPr>
                <a:xfrm>
                  <a:off x="381359" y="44999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4" name="Oval 403">
                  <a:extLst>
                    <a:ext uri="{FF2B5EF4-FFF2-40B4-BE49-F238E27FC236}">
                      <a16:creationId xmlns:a16="http://schemas.microsoft.com/office/drawing/2014/main" id="{2C27009E-087F-A540-18E4-73E14649192C}"/>
                    </a:ext>
                  </a:extLst>
                </p:cNvPr>
                <p:cNvSpPr/>
                <p:nvPr/>
              </p:nvSpPr>
              <p:spPr>
                <a:xfrm>
                  <a:off x="1444450" y="5067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5" name="Oval 404">
                  <a:extLst>
                    <a:ext uri="{FF2B5EF4-FFF2-40B4-BE49-F238E27FC236}">
                      <a16:creationId xmlns:a16="http://schemas.microsoft.com/office/drawing/2014/main" id="{B72657A9-079F-E1C1-BDD5-7555AE8B957B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6" name="Oval 405">
                  <a:extLst>
                    <a:ext uri="{FF2B5EF4-FFF2-40B4-BE49-F238E27FC236}">
                      <a16:creationId xmlns:a16="http://schemas.microsoft.com/office/drawing/2014/main" id="{C7F020CD-330A-D84A-2628-31E5A13E82BA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FE28CD52-FFAE-3AB3-69B2-D13430518046}"/>
                    </a:ext>
                  </a:extLst>
                </p:cNvPr>
                <p:cNvSpPr/>
                <p:nvPr/>
              </p:nvSpPr>
              <p:spPr>
                <a:xfrm>
                  <a:off x="1845551" y="66746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8" name="Oval 407">
                  <a:extLst>
                    <a:ext uri="{FF2B5EF4-FFF2-40B4-BE49-F238E27FC236}">
                      <a16:creationId xmlns:a16="http://schemas.microsoft.com/office/drawing/2014/main" id="{68B25D51-6F96-86AD-7651-D3B0D0867407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ACCE7848-21F4-202E-E3DE-B826E7E6A38C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" name="Oval 409">
                  <a:extLst>
                    <a:ext uri="{FF2B5EF4-FFF2-40B4-BE49-F238E27FC236}">
                      <a16:creationId xmlns:a16="http://schemas.microsoft.com/office/drawing/2014/main" id="{A7FBBA91-C7CB-88A3-EF82-659664719571}"/>
                    </a:ext>
                  </a:extLst>
                </p:cNvPr>
                <p:cNvSpPr/>
                <p:nvPr/>
              </p:nvSpPr>
              <p:spPr>
                <a:xfrm>
                  <a:off x="914248" y="63987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" name="Oval 410">
                  <a:extLst>
                    <a:ext uri="{FF2B5EF4-FFF2-40B4-BE49-F238E27FC236}">
                      <a16:creationId xmlns:a16="http://schemas.microsoft.com/office/drawing/2014/main" id="{34DB3A28-2384-564D-67C1-735437903B8E}"/>
                    </a:ext>
                  </a:extLst>
                </p:cNvPr>
                <p:cNvSpPr/>
                <p:nvPr/>
              </p:nvSpPr>
              <p:spPr>
                <a:xfrm>
                  <a:off x="409695" y="72949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" name="Oval 411">
                  <a:extLst>
                    <a:ext uri="{FF2B5EF4-FFF2-40B4-BE49-F238E27FC236}">
                      <a16:creationId xmlns:a16="http://schemas.microsoft.com/office/drawing/2014/main" id="{F43220A8-4109-38FC-AAF8-7BD95713B896}"/>
                    </a:ext>
                  </a:extLst>
                </p:cNvPr>
                <p:cNvSpPr/>
                <p:nvPr/>
              </p:nvSpPr>
              <p:spPr>
                <a:xfrm>
                  <a:off x="560291" y="64425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" name="Oval 412">
                  <a:extLst>
                    <a:ext uri="{FF2B5EF4-FFF2-40B4-BE49-F238E27FC236}">
                      <a16:creationId xmlns:a16="http://schemas.microsoft.com/office/drawing/2014/main" id="{FD4D3B12-374C-48BE-0D97-665D39C40B90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" name="Oval 413">
                  <a:extLst>
                    <a:ext uri="{FF2B5EF4-FFF2-40B4-BE49-F238E27FC236}">
                      <a16:creationId xmlns:a16="http://schemas.microsoft.com/office/drawing/2014/main" id="{4F173DEF-F753-262B-B3F8-82A248FDBD1F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5" name="Oval 414">
                  <a:extLst>
                    <a:ext uri="{FF2B5EF4-FFF2-40B4-BE49-F238E27FC236}">
                      <a16:creationId xmlns:a16="http://schemas.microsoft.com/office/drawing/2014/main" id="{6DC5C376-0F41-953C-AB46-CC4AE24D8D1F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id="{46C98903-2E81-33F8-CB7C-C70535AF7F18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7" name="Oval 416">
                  <a:extLst>
                    <a:ext uri="{FF2B5EF4-FFF2-40B4-BE49-F238E27FC236}">
                      <a16:creationId xmlns:a16="http://schemas.microsoft.com/office/drawing/2014/main" id="{C902266E-CBB2-3049-DEC4-77640410705B}"/>
                    </a:ext>
                  </a:extLst>
                </p:cNvPr>
                <p:cNvSpPr/>
                <p:nvPr/>
              </p:nvSpPr>
              <p:spPr>
                <a:xfrm>
                  <a:off x="-360874" y="76171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id="{D2FE26D4-FBD7-5C70-4790-6FA73A02DDC4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" name="Oval 418">
                  <a:extLst>
                    <a:ext uri="{FF2B5EF4-FFF2-40B4-BE49-F238E27FC236}">
                      <a16:creationId xmlns:a16="http://schemas.microsoft.com/office/drawing/2014/main" id="{F5EB1DA6-E9E0-56ED-8A5A-325BF2840AF2}"/>
                    </a:ext>
                  </a:extLst>
                </p:cNvPr>
                <p:cNvSpPr/>
                <p:nvPr/>
              </p:nvSpPr>
              <p:spPr>
                <a:xfrm>
                  <a:off x="23372" y="71299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" name="Oval 419">
                  <a:extLst>
                    <a:ext uri="{FF2B5EF4-FFF2-40B4-BE49-F238E27FC236}">
                      <a16:creationId xmlns:a16="http://schemas.microsoft.com/office/drawing/2014/main" id="{2131E209-7B6A-9FA2-96BB-4E02D692B973}"/>
                    </a:ext>
                  </a:extLst>
                </p:cNvPr>
                <p:cNvSpPr/>
                <p:nvPr/>
              </p:nvSpPr>
              <p:spPr>
                <a:xfrm>
                  <a:off x="-237148" y="69227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1" name="Oval 420">
                  <a:extLst>
                    <a:ext uri="{FF2B5EF4-FFF2-40B4-BE49-F238E27FC236}">
                      <a16:creationId xmlns:a16="http://schemas.microsoft.com/office/drawing/2014/main" id="{00D41A55-8B88-C844-7B3C-21E68E0E5F33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2" name="Oval 421">
                  <a:extLst>
                    <a:ext uri="{FF2B5EF4-FFF2-40B4-BE49-F238E27FC236}">
                      <a16:creationId xmlns:a16="http://schemas.microsoft.com/office/drawing/2014/main" id="{2503DCED-CECF-9B7F-47E9-1F45FD8356F0}"/>
                    </a:ext>
                  </a:extLst>
                </p:cNvPr>
                <p:cNvSpPr/>
                <p:nvPr/>
              </p:nvSpPr>
              <p:spPr>
                <a:xfrm>
                  <a:off x="-90949" y="73031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3" name="Oval 422">
                  <a:extLst>
                    <a:ext uri="{FF2B5EF4-FFF2-40B4-BE49-F238E27FC236}">
                      <a16:creationId xmlns:a16="http://schemas.microsoft.com/office/drawing/2014/main" id="{48389AE4-6B50-01B7-CE61-96B9019688B7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4" name="Oval 423">
                  <a:extLst>
                    <a:ext uri="{FF2B5EF4-FFF2-40B4-BE49-F238E27FC236}">
                      <a16:creationId xmlns:a16="http://schemas.microsoft.com/office/drawing/2014/main" id="{00796251-5E71-C6AA-4DEC-EFB3F62A2170}"/>
                    </a:ext>
                  </a:extLst>
                </p:cNvPr>
                <p:cNvSpPr/>
                <p:nvPr/>
              </p:nvSpPr>
              <p:spPr>
                <a:xfrm>
                  <a:off x="771712" y="770733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" name="Oval 424">
                  <a:extLst>
                    <a:ext uri="{FF2B5EF4-FFF2-40B4-BE49-F238E27FC236}">
                      <a16:creationId xmlns:a16="http://schemas.microsoft.com/office/drawing/2014/main" id="{3ECEBDC2-431C-B8A1-DEF4-388DF59525EA}"/>
                    </a:ext>
                  </a:extLst>
                </p:cNvPr>
                <p:cNvSpPr/>
                <p:nvPr/>
              </p:nvSpPr>
              <p:spPr>
                <a:xfrm>
                  <a:off x="469420" y="78080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" name="Oval 425">
                  <a:extLst>
                    <a:ext uri="{FF2B5EF4-FFF2-40B4-BE49-F238E27FC236}">
                      <a16:creationId xmlns:a16="http://schemas.microsoft.com/office/drawing/2014/main" id="{9BD37D2A-D01C-561F-30C7-F76345F9E420}"/>
                    </a:ext>
                  </a:extLst>
                </p:cNvPr>
                <p:cNvSpPr/>
                <p:nvPr/>
              </p:nvSpPr>
              <p:spPr>
                <a:xfrm>
                  <a:off x="338855" y="75110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7" name="Oval 426">
                  <a:extLst>
                    <a:ext uri="{FF2B5EF4-FFF2-40B4-BE49-F238E27FC236}">
                      <a16:creationId xmlns:a16="http://schemas.microsoft.com/office/drawing/2014/main" id="{E5DDA8D2-833C-FF95-9E28-CBAA8395F68F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8" name="Oval 427">
                  <a:extLst>
                    <a:ext uri="{FF2B5EF4-FFF2-40B4-BE49-F238E27FC236}">
                      <a16:creationId xmlns:a16="http://schemas.microsoft.com/office/drawing/2014/main" id="{DD558E8A-27B5-9420-901F-6558D0C41A03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9" name="Oval 428">
                  <a:extLst>
                    <a:ext uri="{FF2B5EF4-FFF2-40B4-BE49-F238E27FC236}">
                      <a16:creationId xmlns:a16="http://schemas.microsoft.com/office/drawing/2014/main" id="{2FB0FBB0-6122-847F-A907-0DB32315F771}"/>
                    </a:ext>
                  </a:extLst>
                </p:cNvPr>
                <p:cNvSpPr/>
                <p:nvPr/>
              </p:nvSpPr>
              <p:spPr>
                <a:xfrm>
                  <a:off x="929515" y="747184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" name="Oval 429">
                  <a:extLst>
                    <a:ext uri="{FF2B5EF4-FFF2-40B4-BE49-F238E27FC236}">
                      <a16:creationId xmlns:a16="http://schemas.microsoft.com/office/drawing/2014/main" id="{B9C7415D-5726-EE7E-B783-40E0E3C28B0D}"/>
                    </a:ext>
                  </a:extLst>
                </p:cNvPr>
                <p:cNvSpPr/>
                <p:nvPr/>
              </p:nvSpPr>
              <p:spPr>
                <a:xfrm>
                  <a:off x="1439686" y="7091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1" name="Oval 430">
                  <a:extLst>
                    <a:ext uri="{FF2B5EF4-FFF2-40B4-BE49-F238E27FC236}">
                      <a16:creationId xmlns:a16="http://schemas.microsoft.com/office/drawing/2014/main" id="{FABB0EC6-3500-34DF-4F1C-5877DEAB3BF6}"/>
                    </a:ext>
                  </a:extLst>
                </p:cNvPr>
                <p:cNvSpPr/>
                <p:nvPr/>
              </p:nvSpPr>
              <p:spPr>
                <a:xfrm>
                  <a:off x="1948514" y="76362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2" name="Oval 431">
                  <a:extLst>
                    <a:ext uri="{FF2B5EF4-FFF2-40B4-BE49-F238E27FC236}">
                      <a16:creationId xmlns:a16="http://schemas.microsoft.com/office/drawing/2014/main" id="{F558FC93-C868-9828-98E9-693CDAB48843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3" name="Oval 432">
                  <a:extLst>
                    <a:ext uri="{FF2B5EF4-FFF2-40B4-BE49-F238E27FC236}">
                      <a16:creationId xmlns:a16="http://schemas.microsoft.com/office/drawing/2014/main" id="{4E23AC93-F54E-C20C-CB99-AEECB3EA6E83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4" name="Oval 433">
                  <a:extLst>
                    <a:ext uri="{FF2B5EF4-FFF2-40B4-BE49-F238E27FC236}">
                      <a16:creationId xmlns:a16="http://schemas.microsoft.com/office/drawing/2014/main" id="{01756AF8-8696-B7F6-AECA-78EF1D6F691D}"/>
                    </a:ext>
                  </a:extLst>
                </p:cNvPr>
                <p:cNvSpPr/>
                <p:nvPr/>
              </p:nvSpPr>
              <p:spPr>
                <a:xfrm>
                  <a:off x="1776299" y="7635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5" name="Oval 434">
                  <a:extLst>
                    <a:ext uri="{FF2B5EF4-FFF2-40B4-BE49-F238E27FC236}">
                      <a16:creationId xmlns:a16="http://schemas.microsoft.com/office/drawing/2014/main" id="{25A02B93-1A44-75E7-EA61-5EF211079D01}"/>
                    </a:ext>
                  </a:extLst>
                </p:cNvPr>
                <p:cNvSpPr/>
                <p:nvPr/>
              </p:nvSpPr>
              <p:spPr>
                <a:xfrm>
                  <a:off x="1989552" y="72875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6" name="Oval 435">
                  <a:extLst>
                    <a:ext uri="{FF2B5EF4-FFF2-40B4-BE49-F238E27FC236}">
                      <a16:creationId xmlns:a16="http://schemas.microsoft.com/office/drawing/2014/main" id="{5ABACD0E-2ED0-AC04-4226-0EE1AD38CB5A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" name="Oval 436">
                  <a:extLst>
                    <a:ext uri="{FF2B5EF4-FFF2-40B4-BE49-F238E27FC236}">
                      <a16:creationId xmlns:a16="http://schemas.microsoft.com/office/drawing/2014/main" id="{863B1905-997C-DDEC-FDA9-E307658A27ED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" name="Oval 437">
                  <a:extLst>
                    <a:ext uri="{FF2B5EF4-FFF2-40B4-BE49-F238E27FC236}">
                      <a16:creationId xmlns:a16="http://schemas.microsoft.com/office/drawing/2014/main" id="{07CA4F55-E47B-723A-0E00-B9848138F0C5}"/>
                    </a:ext>
                  </a:extLst>
                </p:cNvPr>
                <p:cNvSpPr/>
                <p:nvPr/>
              </p:nvSpPr>
              <p:spPr>
                <a:xfrm>
                  <a:off x="3276156" y="76997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" name="Oval 438">
                  <a:extLst>
                    <a:ext uri="{FF2B5EF4-FFF2-40B4-BE49-F238E27FC236}">
                      <a16:creationId xmlns:a16="http://schemas.microsoft.com/office/drawing/2014/main" id="{C296D3E8-09CD-F98E-B914-A0DB0B4465E5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030699F3-9D05-D924-88F0-E43E17697AD1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" name="Oval 440">
                  <a:extLst>
                    <a:ext uri="{FF2B5EF4-FFF2-40B4-BE49-F238E27FC236}">
                      <a16:creationId xmlns:a16="http://schemas.microsoft.com/office/drawing/2014/main" id="{FC9D0F22-8F44-EF29-D48A-2BB848E0816F}"/>
                    </a:ext>
                  </a:extLst>
                </p:cNvPr>
                <p:cNvSpPr/>
                <p:nvPr/>
              </p:nvSpPr>
              <p:spPr>
                <a:xfrm>
                  <a:off x="2057705" y="77103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" name="Oval 441">
                  <a:extLst>
                    <a:ext uri="{FF2B5EF4-FFF2-40B4-BE49-F238E27FC236}">
                      <a16:creationId xmlns:a16="http://schemas.microsoft.com/office/drawing/2014/main" id="{481C05D0-A802-FC98-8459-4FA01112EF12}"/>
                    </a:ext>
                  </a:extLst>
                </p:cNvPr>
                <p:cNvSpPr/>
                <p:nvPr/>
              </p:nvSpPr>
              <p:spPr>
                <a:xfrm>
                  <a:off x="1611290" y="7731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" name="Oval 442">
                  <a:extLst>
                    <a:ext uri="{FF2B5EF4-FFF2-40B4-BE49-F238E27FC236}">
                      <a16:creationId xmlns:a16="http://schemas.microsoft.com/office/drawing/2014/main" id="{35CC4A73-F974-65AC-C5E7-749D7EE8B8ED}"/>
                    </a:ext>
                  </a:extLst>
                </p:cNvPr>
                <p:cNvSpPr/>
                <p:nvPr/>
              </p:nvSpPr>
              <p:spPr>
                <a:xfrm>
                  <a:off x="740079" y="72541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" name="Oval 443">
                  <a:extLst>
                    <a:ext uri="{FF2B5EF4-FFF2-40B4-BE49-F238E27FC236}">
                      <a16:creationId xmlns:a16="http://schemas.microsoft.com/office/drawing/2014/main" id="{B7B85B15-CAE0-EF41-F672-490472C6DC7A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5" name="Oval 444">
                  <a:extLst>
                    <a:ext uri="{FF2B5EF4-FFF2-40B4-BE49-F238E27FC236}">
                      <a16:creationId xmlns:a16="http://schemas.microsoft.com/office/drawing/2014/main" id="{94810703-8668-8A66-146F-BD699078157C}"/>
                    </a:ext>
                  </a:extLst>
                </p:cNvPr>
                <p:cNvSpPr/>
                <p:nvPr/>
              </p:nvSpPr>
              <p:spPr>
                <a:xfrm>
                  <a:off x="1236448" y="67483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6" name="Oval 445">
                  <a:extLst>
                    <a:ext uri="{FF2B5EF4-FFF2-40B4-BE49-F238E27FC236}">
                      <a16:creationId xmlns:a16="http://schemas.microsoft.com/office/drawing/2014/main" id="{9B2A6BA9-1FFF-A526-6E4E-226F784D0716}"/>
                    </a:ext>
                  </a:extLst>
                </p:cNvPr>
                <p:cNvSpPr/>
                <p:nvPr/>
              </p:nvSpPr>
              <p:spPr>
                <a:xfrm>
                  <a:off x="1741001" y="6844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7" name="Oval 446">
                  <a:extLst>
                    <a:ext uri="{FF2B5EF4-FFF2-40B4-BE49-F238E27FC236}">
                      <a16:creationId xmlns:a16="http://schemas.microsoft.com/office/drawing/2014/main" id="{6BB3C07E-2D78-778B-B6D1-1648FCBC57C5}"/>
                    </a:ext>
                  </a:extLst>
                </p:cNvPr>
                <p:cNvSpPr/>
                <p:nvPr/>
              </p:nvSpPr>
              <p:spPr>
                <a:xfrm>
                  <a:off x="1260754" y="682353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8" name="Oval 447">
                  <a:extLst>
                    <a:ext uri="{FF2B5EF4-FFF2-40B4-BE49-F238E27FC236}">
                      <a16:creationId xmlns:a16="http://schemas.microsoft.com/office/drawing/2014/main" id="{21E34D1D-E879-3FC6-7610-60793043C24E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A0347091-ECAD-2095-B50A-672352AA0821}"/>
                    </a:ext>
                  </a:extLst>
                </p:cNvPr>
                <p:cNvSpPr/>
                <p:nvPr/>
              </p:nvSpPr>
              <p:spPr>
                <a:xfrm>
                  <a:off x="2274012" y="69913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0" name="Oval 449">
                  <a:extLst>
                    <a:ext uri="{FF2B5EF4-FFF2-40B4-BE49-F238E27FC236}">
                      <a16:creationId xmlns:a16="http://schemas.microsoft.com/office/drawing/2014/main" id="{92B553E2-322C-4261-A308-63AE2A857391}"/>
                    </a:ext>
                  </a:extLst>
                </p:cNvPr>
                <p:cNvSpPr/>
                <p:nvPr/>
              </p:nvSpPr>
              <p:spPr>
                <a:xfrm>
                  <a:off x="1176600" y="57598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" name="Oval 450">
                  <a:extLst>
                    <a:ext uri="{FF2B5EF4-FFF2-40B4-BE49-F238E27FC236}">
                      <a16:creationId xmlns:a16="http://schemas.microsoft.com/office/drawing/2014/main" id="{2AE33704-CD14-6875-FBBB-BA8A24B83D02}"/>
                    </a:ext>
                  </a:extLst>
                </p:cNvPr>
                <p:cNvSpPr/>
                <p:nvPr/>
              </p:nvSpPr>
              <p:spPr>
                <a:xfrm>
                  <a:off x="2653862" y="6229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" name="Oval 451">
                  <a:extLst>
                    <a:ext uri="{FF2B5EF4-FFF2-40B4-BE49-F238E27FC236}">
                      <a16:creationId xmlns:a16="http://schemas.microsoft.com/office/drawing/2014/main" id="{369136DA-4CBE-7A1F-B1BA-A5EA38634C54}"/>
                    </a:ext>
                  </a:extLst>
                </p:cNvPr>
                <p:cNvSpPr/>
                <p:nvPr/>
              </p:nvSpPr>
              <p:spPr>
                <a:xfrm>
                  <a:off x="2245188" y="666390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" name="Oval 452">
                  <a:extLst>
                    <a:ext uri="{FF2B5EF4-FFF2-40B4-BE49-F238E27FC236}">
                      <a16:creationId xmlns:a16="http://schemas.microsoft.com/office/drawing/2014/main" id="{507C6F45-A021-7D16-02F2-EFDCF0801B0D}"/>
                    </a:ext>
                  </a:extLst>
                </p:cNvPr>
                <p:cNvSpPr/>
                <p:nvPr/>
              </p:nvSpPr>
              <p:spPr>
                <a:xfrm>
                  <a:off x="2446838" y="58168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1B083E2E-F3EE-81A1-5BDD-660BD9077085}"/>
                    </a:ext>
                  </a:extLst>
                </p:cNvPr>
                <p:cNvSpPr/>
                <p:nvPr/>
              </p:nvSpPr>
              <p:spPr>
                <a:xfrm>
                  <a:off x="2094225" y="56891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0CFCA9D3-C7CB-6F88-187C-D6DEB025DA7C}"/>
                    </a:ext>
                  </a:extLst>
                </p:cNvPr>
                <p:cNvSpPr/>
                <p:nvPr/>
              </p:nvSpPr>
              <p:spPr>
                <a:xfrm>
                  <a:off x="1541427" y="654176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A21546B1-7637-7F5B-3A1B-875C513BF5BA}"/>
                    </a:ext>
                  </a:extLst>
                </p:cNvPr>
                <p:cNvSpPr/>
                <p:nvPr/>
              </p:nvSpPr>
              <p:spPr>
                <a:xfrm>
                  <a:off x="2240424" y="52135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9DE18F8D-5538-0A26-1872-B479F8DD533D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8" name="Oval 457">
                  <a:extLst>
                    <a:ext uri="{FF2B5EF4-FFF2-40B4-BE49-F238E27FC236}">
                      <a16:creationId xmlns:a16="http://schemas.microsoft.com/office/drawing/2014/main" id="{A42FAEC2-17E5-1E00-8585-FF9F44B5859B}"/>
                    </a:ext>
                  </a:extLst>
                </p:cNvPr>
                <p:cNvSpPr/>
                <p:nvPr/>
              </p:nvSpPr>
              <p:spPr>
                <a:xfrm>
                  <a:off x="3402447" y="51377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id="{4AE51FD0-EF9D-FEFC-C53C-BD4FB4B5B225}"/>
                    </a:ext>
                  </a:extLst>
                </p:cNvPr>
                <p:cNvSpPr/>
                <p:nvPr/>
              </p:nvSpPr>
              <p:spPr>
                <a:xfrm>
                  <a:off x="3682021" y="49186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D583BB7E-0B74-B2D5-F28F-C631C648A836}"/>
                    </a:ext>
                  </a:extLst>
                </p:cNvPr>
                <p:cNvSpPr/>
                <p:nvPr/>
              </p:nvSpPr>
              <p:spPr>
                <a:xfrm>
                  <a:off x="3748587" y="48798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" name="Oval 460">
                  <a:extLst>
                    <a:ext uri="{FF2B5EF4-FFF2-40B4-BE49-F238E27FC236}">
                      <a16:creationId xmlns:a16="http://schemas.microsoft.com/office/drawing/2014/main" id="{7FC723D7-4960-3A32-9561-1E7DF9BD384C}"/>
                    </a:ext>
                  </a:extLst>
                </p:cNvPr>
                <p:cNvSpPr/>
                <p:nvPr/>
              </p:nvSpPr>
              <p:spPr>
                <a:xfrm>
                  <a:off x="3035910" y="554206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" name="Oval 461">
                  <a:extLst>
                    <a:ext uri="{FF2B5EF4-FFF2-40B4-BE49-F238E27FC236}">
                      <a16:creationId xmlns:a16="http://schemas.microsoft.com/office/drawing/2014/main" id="{58FBD1C0-E2A6-A4BB-82D2-B23AA26B9826}"/>
                    </a:ext>
                  </a:extLst>
                </p:cNvPr>
                <p:cNvSpPr/>
                <p:nvPr/>
              </p:nvSpPr>
              <p:spPr>
                <a:xfrm>
                  <a:off x="2685007" y="5885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" name="Oval 462">
                  <a:extLst>
                    <a:ext uri="{FF2B5EF4-FFF2-40B4-BE49-F238E27FC236}">
                      <a16:creationId xmlns:a16="http://schemas.microsoft.com/office/drawing/2014/main" id="{155B524E-D3C6-EE15-DE65-09EC0010CEED}"/>
                    </a:ext>
                  </a:extLst>
                </p:cNvPr>
                <p:cNvSpPr/>
                <p:nvPr/>
              </p:nvSpPr>
              <p:spPr>
                <a:xfrm>
                  <a:off x="3249530" y="48281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2C23CD50-27C5-3F7F-C6D4-055FB9322892}"/>
                    </a:ext>
                  </a:extLst>
                </p:cNvPr>
                <p:cNvSpPr/>
                <p:nvPr/>
              </p:nvSpPr>
              <p:spPr>
                <a:xfrm>
                  <a:off x="3395730" y="47885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5" name="Oval 464">
                  <a:extLst>
                    <a:ext uri="{FF2B5EF4-FFF2-40B4-BE49-F238E27FC236}">
                      <a16:creationId xmlns:a16="http://schemas.microsoft.com/office/drawing/2014/main" id="{5A494849-5854-E8DA-3599-EF7098A22506}"/>
                    </a:ext>
                  </a:extLst>
                </p:cNvPr>
                <p:cNvSpPr/>
                <p:nvPr/>
              </p:nvSpPr>
              <p:spPr>
                <a:xfrm>
                  <a:off x="2535632" y="56577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6" name="Oval 465">
                  <a:extLst>
                    <a:ext uri="{FF2B5EF4-FFF2-40B4-BE49-F238E27FC236}">
                      <a16:creationId xmlns:a16="http://schemas.microsoft.com/office/drawing/2014/main" id="{AB25557F-C4E0-3AD3-4FCD-BFD788478FDA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7" name="Oval 466">
                  <a:extLst>
                    <a:ext uri="{FF2B5EF4-FFF2-40B4-BE49-F238E27FC236}">
                      <a16:creationId xmlns:a16="http://schemas.microsoft.com/office/drawing/2014/main" id="{6620C001-F4E7-7380-31E8-99EF7A535682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8" name="Oval 467">
                  <a:extLst>
                    <a:ext uri="{FF2B5EF4-FFF2-40B4-BE49-F238E27FC236}">
                      <a16:creationId xmlns:a16="http://schemas.microsoft.com/office/drawing/2014/main" id="{9FF428B7-4FD5-862C-3DDB-D9DC923DA58E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9" name="Oval 468">
                  <a:extLst>
                    <a:ext uri="{FF2B5EF4-FFF2-40B4-BE49-F238E27FC236}">
                      <a16:creationId xmlns:a16="http://schemas.microsoft.com/office/drawing/2014/main" id="{C704A221-8D32-2227-3582-B097B953F91E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0" name="Oval 469">
                  <a:extLst>
                    <a:ext uri="{FF2B5EF4-FFF2-40B4-BE49-F238E27FC236}">
                      <a16:creationId xmlns:a16="http://schemas.microsoft.com/office/drawing/2014/main" id="{783C9349-E11B-1405-ACDA-F9EA3E54361B}"/>
                    </a:ext>
                  </a:extLst>
                </p:cNvPr>
                <p:cNvSpPr/>
                <p:nvPr/>
              </p:nvSpPr>
              <p:spPr>
                <a:xfrm>
                  <a:off x="2333982" y="595501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" name="Oval 470">
                  <a:extLst>
                    <a:ext uri="{FF2B5EF4-FFF2-40B4-BE49-F238E27FC236}">
                      <a16:creationId xmlns:a16="http://schemas.microsoft.com/office/drawing/2014/main" id="{85DD689E-A8A5-0F35-AC59-E7E95C3760F8}"/>
                    </a:ext>
                  </a:extLst>
                </p:cNvPr>
                <p:cNvSpPr/>
                <p:nvPr/>
              </p:nvSpPr>
              <p:spPr>
                <a:xfrm>
                  <a:off x="1956697" y="596234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" name="Oval 471">
                  <a:extLst>
                    <a:ext uri="{FF2B5EF4-FFF2-40B4-BE49-F238E27FC236}">
                      <a16:creationId xmlns:a16="http://schemas.microsoft.com/office/drawing/2014/main" id="{821FFDC3-85E9-C495-18EF-9C0EE5AC20F3}"/>
                    </a:ext>
                  </a:extLst>
                </p:cNvPr>
                <p:cNvSpPr/>
                <p:nvPr/>
              </p:nvSpPr>
              <p:spPr>
                <a:xfrm>
                  <a:off x="2574961" y="48196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id="{1B07A5C8-26DF-F6A7-F08C-DA14C8020CF0}"/>
                    </a:ext>
                  </a:extLst>
                </p:cNvPr>
                <p:cNvSpPr/>
                <p:nvPr/>
              </p:nvSpPr>
              <p:spPr>
                <a:xfrm>
                  <a:off x="1387777" y="60251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4" name="Oval 473">
                  <a:extLst>
                    <a:ext uri="{FF2B5EF4-FFF2-40B4-BE49-F238E27FC236}">
                      <a16:creationId xmlns:a16="http://schemas.microsoft.com/office/drawing/2014/main" id="{AD89FEF5-75B9-A770-CCED-BBDF8F75E075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5" name="Oval 474">
                  <a:extLst>
                    <a:ext uri="{FF2B5EF4-FFF2-40B4-BE49-F238E27FC236}">
                      <a16:creationId xmlns:a16="http://schemas.microsoft.com/office/drawing/2014/main" id="{A951829C-C265-1518-0446-0F3B4AC1B921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6" name="Oval 475">
                  <a:extLst>
                    <a:ext uri="{FF2B5EF4-FFF2-40B4-BE49-F238E27FC236}">
                      <a16:creationId xmlns:a16="http://schemas.microsoft.com/office/drawing/2014/main" id="{DE0B2129-1340-EBF7-460B-BA7049B01267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7" name="Oval 476">
                  <a:extLst>
                    <a:ext uri="{FF2B5EF4-FFF2-40B4-BE49-F238E27FC236}">
                      <a16:creationId xmlns:a16="http://schemas.microsoft.com/office/drawing/2014/main" id="{9335A0C4-F797-7B72-B908-312F5853D88A}"/>
                    </a:ext>
                  </a:extLst>
                </p:cNvPr>
                <p:cNvSpPr/>
                <p:nvPr/>
              </p:nvSpPr>
              <p:spPr>
                <a:xfrm>
                  <a:off x="3465470" y="3678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8" name="Oval 477">
                  <a:extLst>
                    <a:ext uri="{FF2B5EF4-FFF2-40B4-BE49-F238E27FC236}">
                      <a16:creationId xmlns:a16="http://schemas.microsoft.com/office/drawing/2014/main" id="{D98BCBF9-CAA4-3785-5FF8-4DA92E009C7B}"/>
                    </a:ext>
                  </a:extLst>
                </p:cNvPr>
                <p:cNvSpPr/>
                <p:nvPr/>
              </p:nvSpPr>
              <p:spPr>
                <a:xfrm>
                  <a:off x="3311821" y="35295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9" name="Oval 478">
                  <a:extLst>
                    <a:ext uri="{FF2B5EF4-FFF2-40B4-BE49-F238E27FC236}">
                      <a16:creationId xmlns:a16="http://schemas.microsoft.com/office/drawing/2014/main" id="{05D56835-AD0F-2B47-A798-F42CC9B70A19}"/>
                    </a:ext>
                  </a:extLst>
                </p:cNvPr>
                <p:cNvSpPr/>
                <p:nvPr/>
              </p:nvSpPr>
              <p:spPr>
                <a:xfrm>
                  <a:off x="3055208" y="36442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0" name="Oval 479">
                  <a:extLst>
                    <a:ext uri="{FF2B5EF4-FFF2-40B4-BE49-F238E27FC236}">
                      <a16:creationId xmlns:a16="http://schemas.microsoft.com/office/drawing/2014/main" id="{F34A6036-A781-887B-D75C-60C50361580B}"/>
                    </a:ext>
                  </a:extLst>
                </p:cNvPr>
                <p:cNvSpPr/>
                <p:nvPr/>
              </p:nvSpPr>
              <p:spPr>
                <a:xfrm>
                  <a:off x="3225957" y="3694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" name="Oval 480">
                  <a:extLst>
                    <a:ext uri="{FF2B5EF4-FFF2-40B4-BE49-F238E27FC236}">
                      <a16:creationId xmlns:a16="http://schemas.microsoft.com/office/drawing/2014/main" id="{C1FAA21E-D94E-94E5-5144-0F507CA4EDFF}"/>
                    </a:ext>
                  </a:extLst>
                </p:cNvPr>
                <p:cNvSpPr/>
                <p:nvPr/>
              </p:nvSpPr>
              <p:spPr>
                <a:xfrm>
                  <a:off x="3553654" y="34450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2" name="Oval 481">
                  <a:extLst>
                    <a:ext uri="{FF2B5EF4-FFF2-40B4-BE49-F238E27FC236}">
                      <a16:creationId xmlns:a16="http://schemas.microsoft.com/office/drawing/2014/main" id="{156CF3CF-32C2-B9DB-606D-B19ABECCAD27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" name="Oval 482">
                  <a:extLst>
                    <a:ext uri="{FF2B5EF4-FFF2-40B4-BE49-F238E27FC236}">
                      <a16:creationId xmlns:a16="http://schemas.microsoft.com/office/drawing/2014/main" id="{A066FD9C-B396-5B3E-5F95-7C57FDA57951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4" name="Oval 483">
                  <a:extLst>
                    <a:ext uri="{FF2B5EF4-FFF2-40B4-BE49-F238E27FC236}">
                      <a16:creationId xmlns:a16="http://schemas.microsoft.com/office/drawing/2014/main" id="{F60AEC7C-FFFE-D0E1-B2A8-4EDCA37BCFB1}"/>
                    </a:ext>
                  </a:extLst>
                </p:cNvPr>
                <p:cNvSpPr/>
                <p:nvPr/>
              </p:nvSpPr>
              <p:spPr>
                <a:xfrm>
                  <a:off x="1654527" y="4000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5" name="Oval 484">
                  <a:extLst>
                    <a:ext uri="{FF2B5EF4-FFF2-40B4-BE49-F238E27FC236}">
                      <a16:creationId xmlns:a16="http://schemas.microsoft.com/office/drawing/2014/main" id="{F39A54D2-5437-0AA2-E286-D48DE66C344E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6" name="Oval 485">
                  <a:extLst>
                    <a:ext uri="{FF2B5EF4-FFF2-40B4-BE49-F238E27FC236}">
                      <a16:creationId xmlns:a16="http://schemas.microsoft.com/office/drawing/2014/main" id="{3B18560B-ABA5-173E-F21E-63AA6EA6EBEA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7" name="Oval 486">
                  <a:extLst>
                    <a:ext uri="{FF2B5EF4-FFF2-40B4-BE49-F238E27FC236}">
                      <a16:creationId xmlns:a16="http://schemas.microsoft.com/office/drawing/2014/main" id="{E4D9ECDB-D821-9E77-700F-4777B3390B4F}"/>
                    </a:ext>
                  </a:extLst>
                </p:cNvPr>
                <p:cNvSpPr/>
                <p:nvPr/>
              </p:nvSpPr>
              <p:spPr>
                <a:xfrm>
                  <a:off x="4016314" y="402388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8" name="Oval 487">
                  <a:extLst>
                    <a:ext uri="{FF2B5EF4-FFF2-40B4-BE49-F238E27FC236}">
                      <a16:creationId xmlns:a16="http://schemas.microsoft.com/office/drawing/2014/main" id="{C468144E-483F-9FC3-F01F-BABC45B286CB}"/>
                    </a:ext>
                  </a:extLst>
                </p:cNvPr>
                <p:cNvSpPr/>
                <p:nvPr/>
              </p:nvSpPr>
              <p:spPr>
                <a:xfrm>
                  <a:off x="4478851" y="35707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9" name="Oval 488">
                  <a:extLst>
                    <a:ext uri="{FF2B5EF4-FFF2-40B4-BE49-F238E27FC236}">
                      <a16:creationId xmlns:a16="http://schemas.microsoft.com/office/drawing/2014/main" id="{04C0CE18-021C-CC28-D4D9-9A6B7AC5866A}"/>
                    </a:ext>
                  </a:extLst>
                </p:cNvPr>
                <p:cNvSpPr/>
                <p:nvPr/>
              </p:nvSpPr>
              <p:spPr>
                <a:xfrm>
                  <a:off x="4321171" y="446370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0" name="Oval 489">
                  <a:extLst>
                    <a:ext uri="{FF2B5EF4-FFF2-40B4-BE49-F238E27FC236}">
                      <a16:creationId xmlns:a16="http://schemas.microsoft.com/office/drawing/2014/main" id="{B9AC6CD8-D8EF-E852-5814-1280770BF898}"/>
                    </a:ext>
                  </a:extLst>
                </p:cNvPr>
                <p:cNvSpPr/>
                <p:nvPr/>
              </p:nvSpPr>
              <p:spPr>
                <a:xfrm>
                  <a:off x="4122818" y="46688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1" name="Oval 490">
                  <a:extLst>
                    <a:ext uri="{FF2B5EF4-FFF2-40B4-BE49-F238E27FC236}">
                      <a16:creationId xmlns:a16="http://schemas.microsoft.com/office/drawing/2014/main" id="{49E63D17-9030-601C-67E1-8067EFDF69A4}"/>
                    </a:ext>
                  </a:extLst>
                </p:cNvPr>
                <p:cNvSpPr/>
                <p:nvPr/>
              </p:nvSpPr>
              <p:spPr>
                <a:xfrm>
                  <a:off x="3885626" y="4888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" name="Oval 491">
                  <a:extLst>
                    <a:ext uri="{FF2B5EF4-FFF2-40B4-BE49-F238E27FC236}">
                      <a16:creationId xmlns:a16="http://schemas.microsoft.com/office/drawing/2014/main" id="{9B47CCC4-D209-4520-6FBD-101DFC5490FA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" name="Oval 492">
                  <a:extLst>
                    <a:ext uri="{FF2B5EF4-FFF2-40B4-BE49-F238E27FC236}">
                      <a16:creationId xmlns:a16="http://schemas.microsoft.com/office/drawing/2014/main" id="{45D64375-05C9-414C-7623-654A7E67D145}"/>
                    </a:ext>
                  </a:extLst>
                </p:cNvPr>
                <p:cNvSpPr/>
                <p:nvPr/>
              </p:nvSpPr>
              <p:spPr>
                <a:xfrm>
                  <a:off x="3599334" y="55245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" name="Oval 493">
                  <a:extLst>
                    <a:ext uri="{FF2B5EF4-FFF2-40B4-BE49-F238E27FC236}">
                      <a16:creationId xmlns:a16="http://schemas.microsoft.com/office/drawing/2014/main" id="{48475807-E87C-BDE0-4100-1EB92BE784A8}"/>
                    </a:ext>
                  </a:extLst>
                </p:cNvPr>
                <p:cNvSpPr/>
                <p:nvPr/>
              </p:nvSpPr>
              <p:spPr>
                <a:xfrm>
                  <a:off x="3326233" y="562646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5" name="Oval 494">
                  <a:extLst>
                    <a:ext uri="{FF2B5EF4-FFF2-40B4-BE49-F238E27FC236}">
                      <a16:creationId xmlns:a16="http://schemas.microsoft.com/office/drawing/2014/main" id="{5CF062E2-03D4-AC1F-9A68-72D775575497}"/>
                    </a:ext>
                  </a:extLst>
                </p:cNvPr>
                <p:cNvSpPr/>
                <p:nvPr/>
              </p:nvSpPr>
              <p:spPr>
                <a:xfrm>
                  <a:off x="3331607" y="5797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6" name="Oval 495">
                  <a:extLst>
                    <a:ext uri="{FF2B5EF4-FFF2-40B4-BE49-F238E27FC236}">
                      <a16:creationId xmlns:a16="http://schemas.microsoft.com/office/drawing/2014/main" id="{5A7BBD1A-72D3-EFED-3AD9-92FA3C1D2D80}"/>
                    </a:ext>
                  </a:extLst>
                </p:cNvPr>
                <p:cNvSpPr/>
                <p:nvPr/>
              </p:nvSpPr>
              <p:spPr>
                <a:xfrm>
                  <a:off x="3038597" y="5933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7" name="Oval 496">
                  <a:extLst>
                    <a:ext uri="{FF2B5EF4-FFF2-40B4-BE49-F238E27FC236}">
                      <a16:creationId xmlns:a16="http://schemas.microsoft.com/office/drawing/2014/main" id="{EBC79CC2-58DF-4A26-1E5E-DBFB7A88EC54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8" name="Oval 497">
                  <a:extLst>
                    <a:ext uri="{FF2B5EF4-FFF2-40B4-BE49-F238E27FC236}">
                      <a16:creationId xmlns:a16="http://schemas.microsoft.com/office/drawing/2014/main" id="{AD2F3E32-84CD-96DA-509B-196118ABAA94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9" name="Oval 498">
                  <a:extLst>
                    <a:ext uri="{FF2B5EF4-FFF2-40B4-BE49-F238E27FC236}">
                      <a16:creationId xmlns:a16="http://schemas.microsoft.com/office/drawing/2014/main" id="{955E2258-0812-EAB5-9F6E-B0BE445B2DF4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0" name="Oval 499">
                  <a:extLst>
                    <a:ext uri="{FF2B5EF4-FFF2-40B4-BE49-F238E27FC236}">
                      <a16:creationId xmlns:a16="http://schemas.microsoft.com/office/drawing/2014/main" id="{F9B0523E-CC73-8236-5783-01A6F8BC9999}"/>
                    </a:ext>
                  </a:extLst>
                </p:cNvPr>
                <p:cNvSpPr/>
                <p:nvPr/>
              </p:nvSpPr>
              <p:spPr>
                <a:xfrm>
                  <a:off x="4440133" y="23334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1" name="Oval 500">
                  <a:extLst>
                    <a:ext uri="{FF2B5EF4-FFF2-40B4-BE49-F238E27FC236}">
                      <a16:creationId xmlns:a16="http://schemas.microsoft.com/office/drawing/2014/main" id="{58C506D4-CFF9-D23D-80C3-A573F7A8D82B}"/>
                    </a:ext>
                  </a:extLst>
                </p:cNvPr>
                <p:cNvSpPr/>
                <p:nvPr/>
              </p:nvSpPr>
              <p:spPr>
                <a:xfrm>
                  <a:off x="4246911" y="2122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" name="Oval 501">
                  <a:extLst>
                    <a:ext uri="{FF2B5EF4-FFF2-40B4-BE49-F238E27FC236}">
                      <a16:creationId xmlns:a16="http://schemas.microsoft.com/office/drawing/2014/main" id="{5E414500-E075-9EDA-4F17-658485A855A7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3" name="Oval 502">
                  <a:extLst>
                    <a:ext uri="{FF2B5EF4-FFF2-40B4-BE49-F238E27FC236}">
                      <a16:creationId xmlns:a16="http://schemas.microsoft.com/office/drawing/2014/main" id="{5A9DD268-1E8C-91C5-FADC-5D11172BE0FD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4" name="Oval 503">
                  <a:extLst>
                    <a:ext uri="{FF2B5EF4-FFF2-40B4-BE49-F238E27FC236}">
                      <a16:creationId xmlns:a16="http://schemas.microsoft.com/office/drawing/2014/main" id="{00750B7D-3E59-ADAA-EC5D-C81368EAC0AE}"/>
                    </a:ext>
                  </a:extLst>
                </p:cNvPr>
                <p:cNvSpPr/>
                <p:nvPr/>
              </p:nvSpPr>
              <p:spPr>
                <a:xfrm>
                  <a:off x="3947794" y="18015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5" name="Oval 504">
                  <a:extLst>
                    <a:ext uri="{FF2B5EF4-FFF2-40B4-BE49-F238E27FC236}">
                      <a16:creationId xmlns:a16="http://schemas.microsoft.com/office/drawing/2014/main" id="{ED7D7E0C-443F-885B-0414-0388B8721987}"/>
                    </a:ext>
                  </a:extLst>
                </p:cNvPr>
                <p:cNvSpPr/>
                <p:nvPr/>
              </p:nvSpPr>
              <p:spPr>
                <a:xfrm>
                  <a:off x="3653563" y="1465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6" name="Oval 505">
                  <a:extLst>
                    <a:ext uri="{FF2B5EF4-FFF2-40B4-BE49-F238E27FC236}">
                      <a16:creationId xmlns:a16="http://schemas.microsoft.com/office/drawing/2014/main" id="{49AD4EFE-AF80-C975-B54D-34F300C822B3}"/>
                    </a:ext>
                  </a:extLst>
                </p:cNvPr>
                <p:cNvSpPr/>
                <p:nvPr/>
              </p:nvSpPr>
              <p:spPr>
                <a:xfrm>
                  <a:off x="3903092" y="14523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7" name="Oval 506">
                  <a:extLst>
                    <a:ext uri="{FF2B5EF4-FFF2-40B4-BE49-F238E27FC236}">
                      <a16:creationId xmlns:a16="http://schemas.microsoft.com/office/drawing/2014/main" id="{80B1BF64-F128-AF9B-2CB1-7DE9A77073AA}"/>
                    </a:ext>
                  </a:extLst>
                </p:cNvPr>
                <p:cNvSpPr/>
                <p:nvPr/>
              </p:nvSpPr>
              <p:spPr>
                <a:xfrm>
                  <a:off x="3717564" y="12426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8" name="Oval 507">
                  <a:extLst>
                    <a:ext uri="{FF2B5EF4-FFF2-40B4-BE49-F238E27FC236}">
                      <a16:creationId xmlns:a16="http://schemas.microsoft.com/office/drawing/2014/main" id="{BD02F176-512C-1D6C-73B7-B0810C033D85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9" name="Oval 508">
                  <a:extLst>
                    <a:ext uri="{FF2B5EF4-FFF2-40B4-BE49-F238E27FC236}">
                      <a16:creationId xmlns:a16="http://schemas.microsoft.com/office/drawing/2014/main" id="{863223FD-410A-1A4A-BFD0-EFD87F8AAB72}"/>
                    </a:ext>
                  </a:extLst>
                </p:cNvPr>
                <p:cNvSpPr/>
                <p:nvPr/>
              </p:nvSpPr>
              <p:spPr>
                <a:xfrm>
                  <a:off x="2800306" y="6887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0" name="Oval 509">
                  <a:extLst>
                    <a:ext uri="{FF2B5EF4-FFF2-40B4-BE49-F238E27FC236}">
                      <a16:creationId xmlns:a16="http://schemas.microsoft.com/office/drawing/2014/main" id="{CB2A3E42-9B3D-988C-696F-ABF89F21F561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1" name="Oval 510">
                  <a:extLst>
                    <a:ext uri="{FF2B5EF4-FFF2-40B4-BE49-F238E27FC236}">
                      <a16:creationId xmlns:a16="http://schemas.microsoft.com/office/drawing/2014/main" id="{E7EF3876-7DCE-2347-8C7B-63444C02909D}"/>
                    </a:ext>
                  </a:extLst>
                </p:cNvPr>
                <p:cNvSpPr/>
                <p:nvPr/>
              </p:nvSpPr>
              <p:spPr>
                <a:xfrm>
                  <a:off x="1842987" y="415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" name="Oval 511">
                  <a:extLst>
                    <a:ext uri="{FF2B5EF4-FFF2-40B4-BE49-F238E27FC236}">
                      <a16:creationId xmlns:a16="http://schemas.microsoft.com/office/drawing/2014/main" id="{A2125CF9-7934-9C43-182A-159A53E7D42E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3" name="Oval 512">
                  <a:extLst>
                    <a:ext uri="{FF2B5EF4-FFF2-40B4-BE49-F238E27FC236}">
                      <a16:creationId xmlns:a16="http://schemas.microsoft.com/office/drawing/2014/main" id="{84B775E3-483D-9D0D-CDC8-886E8513FEDE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4" name="Oval 513">
                  <a:extLst>
                    <a:ext uri="{FF2B5EF4-FFF2-40B4-BE49-F238E27FC236}">
                      <a16:creationId xmlns:a16="http://schemas.microsoft.com/office/drawing/2014/main" id="{3BBC9A0E-1ACE-76A5-D7DE-6C02CAF37858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5" name="Oval 514">
                  <a:extLst>
                    <a:ext uri="{FF2B5EF4-FFF2-40B4-BE49-F238E27FC236}">
                      <a16:creationId xmlns:a16="http://schemas.microsoft.com/office/drawing/2014/main" id="{03A9A00E-0813-E78C-650E-8F60AB6ADAE1}"/>
                    </a:ext>
                  </a:extLst>
                </p:cNvPr>
                <p:cNvSpPr/>
                <p:nvPr/>
              </p:nvSpPr>
              <p:spPr>
                <a:xfrm>
                  <a:off x="80044" y="7158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" name="Oval 515">
                  <a:extLst>
                    <a:ext uri="{FF2B5EF4-FFF2-40B4-BE49-F238E27FC236}">
                      <a16:creationId xmlns:a16="http://schemas.microsoft.com/office/drawing/2014/main" id="{DA242668-D493-E2A0-3505-DD0CF7668109}"/>
                    </a:ext>
                  </a:extLst>
                </p:cNvPr>
                <p:cNvSpPr/>
                <p:nvPr/>
              </p:nvSpPr>
              <p:spPr>
                <a:xfrm>
                  <a:off x="397114" y="5541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" name="Oval 516">
                  <a:extLst>
                    <a:ext uri="{FF2B5EF4-FFF2-40B4-BE49-F238E27FC236}">
                      <a16:creationId xmlns:a16="http://schemas.microsoft.com/office/drawing/2014/main" id="{ABEAE007-F1E9-19FB-EAD9-00D77FD2F905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8" name="Oval 517">
                  <a:extLst>
                    <a:ext uri="{FF2B5EF4-FFF2-40B4-BE49-F238E27FC236}">
                      <a16:creationId xmlns:a16="http://schemas.microsoft.com/office/drawing/2014/main" id="{45BCDECD-7DAA-7D05-F6CD-DA3988BDFD43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9" name="Oval 518">
                  <a:extLst>
                    <a:ext uri="{FF2B5EF4-FFF2-40B4-BE49-F238E27FC236}">
                      <a16:creationId xmlns:a16="http://schemas.microsoft.com/office/drawing/2014/main" id="{DBDFC6BE-3DAF-8CB5-6C2A-43FBC5917546}"/>
                    </a:ext>
                  </a:extLst>
                </p:cNvPr>
                <p:cNvSpPr/>
                <p:nvPr/>
              </p:nvSpPr>
              <p:spPr>
                <a:xfrm>
                  <a:off x="-316049" y="11222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0" name="Oval 519">
                  <a:extLst>
                    <a:ext uri="{FF2B5EF4-FFF2-40B4-BE49-F238E27FC236}">
                      <a16:creationId xmlns:a16="http://schemas.microsoft.com/office/drawing/2014/main" id="{404CF719-0A14-5238-38E8-6C9E72FACE3E}"/>
                    </a:ext>
                  </a:extLst>
                </p:cNvPr>
                <p:cNvSpPr/>
                <p:nvPr/>
              </p:nvSpPr>
              <p:spPr>
                <a:xfrm>
                  <a:off x="-625059" y="14373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1" name="Oval 520">
                  <a:extLst>
                    <a:ext uri="{FF2B5EF4-FFF2-40B4-BE49-F238E27FC236}">
                      <a16:creationId xmlns:a16="http://schemas.microsoft.com/office/drawing/2014/main" id="{8E92E05C-46C5-4AEC-60FB-CCE0B8695720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" name="Oval 521">
                  <a:extLst>
                    <a:ext uri="{FF2B5EF4-FFF2-40B4-BE49-F238E27FC236}">
                      <a16:creationId xmlns:a16="http://schemas.microsoft.com/office/drawing/2014/main" id="{31762963-9498-C559-6763-A146867B10A4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3" name="Oval 522">
                  <a:extLst>
                    <a:ext uri="{FF2B5EF4-FFF2-40B4-BE49-F238E27FC236}">
                      <a16:creationId xmlns:a16="http://schemas.microsoft.com/office/drawing/2014/main" id="{9DA039C6-D950-42B1-B7E5-1C3989F601F3}"/>
                    </a:ext>
                  </a:extLst>
                </p:cNvPr>
                <p:cNvSpPr/>
                <p:nvPr/>
              </p:nvSpPr>
              <p:spPr>
                <a:xfrm>
                  <a:off x="-1300850" y="234986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4" name="Oval 523">
                  <a:extLst>
                    <a:ext uri="{FF2B5EF4-FFF2-40B4-BE49-F238E27FC236}">
                      <a16:creationId xmlns:a16="http://schemas.microsoft.com/office/drawing/2014/main" id="{FC92BFA5-F99C-E283-14B2-21F21B793B6C}"/>
                    </a:ext>
                  </a:extLst>
                </p:cNvPr>
                <p:cNvSpPr/>
                <p:nvPr/>
              </p:nvSpPr>
              <p:spPr>
                <a:xfrm>
                  <a:off x="-1308911" y="2805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5" name="Oval 524">
                  <a:extLst>
                    <a:ext uri="{FF2B5EF4-FFF2-40B4-BE49-F238E27FC236}">
                      <a16:creationId xmlns:a16="http://schemas.microsoft.com/office/drawing/2014/main" id="{D23DF2E6-AAFD-1CC5-937B-339DF465BD1A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6" name="Oval 525">
                  <a:extLst>
                    <a:ext uri="{FF2B5EF4-FFF2-40B4-BE49-F238E27FC236}">
                      <a16:creationId xmlns:a16="http://schemas.microsoft.com/office/drawing/2014/main" id="{2E931C4D-82CD-C061-C85D-80D19A957205}"/>
                    </a:ext>
                  </a:extLst>
                </p:cNvPr>
                <p:cNvSpPr/>
                <p:nvPr/>
              </p:nvSpPr>
              <p:spPr>
                <a:xfrm>
                  <a:off x="-1428240" y="34969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7" name="Graphic 5">
                <a:extLst>
                  <a:ext uri="{FF2B5EF4-FFF2-40B4-BE49-F238E27FC236}">
                    <a16:creationId xmlns:a16="http://schemas.microsoft.com/office/drawing/2014/main" id="{A03C12CC-319D-B225-74E1-D06C668F11A4}"/>
                  </a:ext>
                </a:extLst>
              </p:cNvPr>
              <p:cNvGrpSpPr/>
              <p:nvPr/>
            </p:nvGrpSpPr>
            <p:grpSpPr>
              <a:xfrm>
                <a:off x="2454044" y="6616881"/>
                <a:ext cx="622132" cy="678438"/>
                <a:chOff x="2454044" y="6616881"/>
                <a:chExt cx="622132" cy="678438"/>
              </a:xfrm>
            </p:grpSpPr>
            <p:sp>
              <p:nvSpPr>
                <p:cNvPr id="528" name="Oval 527">
                  <a:extLst>
                    <a:ext uri="{FF2B5EF4-FFF2-40B4-BE49-F238E27FC236}">
                      <a16:creationId xmlns:a16="http://schemas.microsoft.com/office/drawing/2014/main" id="{DB65171C-B675-9A70-B948-20D9BE8D9BEA}"/>
                    </a:ext>
                  </a:extLst>
                </p:cNvPr>
                <p:cNvSpPr/>
                <p:nvPr/>
              </p:nvSpPr>
              <p:spPr>
                <a:xfrm>
                  <a:off x="2454044" y="67978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9" name="Oval 528">
                  <a:extLst>
                    <a:ext uri="{FF2B5EF4-FFF2-40B4-BE49-F238E27FC236}">
                      <a16:creationId xmlns:a16="http://schemas.microsoft.com/office/drawing/2014/main" id="{E64D3029-0DCC-881D-5173-946F422CCFA2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0" name="Oval 529">
                  <a:extLst>
                    <a:ext uri="{FF2B5EF4-FFF2-40B4-BE49-F238E27FC236}">
                      <a16:creationId xmlns:a16="http://schemas.microsoft.com/office/drawing/2014/main" id="{E324A79B-DB1D-8ACA-D004-0926B878899F}"/>
                    </a:ext>
                  </a:extLst>
                </p:cNvPr>
                <p:cNvSpPr/>
                <p:nvPr/>
              </p:nvSpPr>
              <p:spPr>
                <a:xfrm>
                  <a:off x="2689526" y="706354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1" name="Oval 530">
                  <a:extLst>
                    <a:ext uri="{FF2B5EF4-FFF2-40B4-BE49-F238E27FC236}">
                      <a16:creationId xmlns:a16="http://schemas.microsoft.com/office/drawing/2014/main" id="{D6E8351E-6F7F-E4BB-D30E-935569059098}"/>
                    </a:ext>
                  </a:extLst>
                </p:cNvPr>
                <p:cNvSpPr/>
                <p:nvPr/>
              </p:nvSpPr>
              <p:spPr>
                <a:xfrm>
                  <a:off x="2749374" y="71823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2" name="Oval 531">
                  <a:extLst>
                    <a:ext uri="{FF2B5EF4-FFF2-40B4-BE49-F238E27FC236}">
                      <a16:creationId xmlns:a16="http://schemas.microsoft.com/office/drawing/2014/main" id="{328B97DC-A1CB-EBFE-A74F-92F424A4B291}"/>
                    </a:ext>
                  </a:extLst>
                </p:cNvPr>
                <p:cNvSpPr/>
                <p:nvPr/>
              </p:nvSpPr>
              <p:spPr>
                <a:xfrm>
                  <a:off x="2854291" y="72658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3" name="Oval 532">
                  <a:extLst>
                    <a:ext uri="{FF2B5EF4-FFF2-40B4-BE49-F238E27FC236}">
                      <a16:creationId xmlns:a16="http://schemas.microsoft.com/office/drawing/2014/main" id="{CF92CF00-DC4D-3A9C-FB73-5C5A828EE7A5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4" name="Oval 533">
                  <a:extLst>
                    <a:ext uri="{FF2B5EF4-FFF2-40B4-BE49-F238E27FC236}">
                      <a16:creationId xmlns:a16="http://schemas.microsoft.com/office/drawing/2014/main" id="{74DFF26F-A27D-B31C-272C-3A69D43EEF03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35" name="Graphic 5">
            <a:extLst>
              <a:ext uri="{FF2B5EF4-FFF2-40B4-BE49-F238E27FC236}">
                <a16:creationId xmlns:a16="http://schemas.microsoft.com/office/drawing/2014/main" id="{99F91D03-1B75-478F-FD6A-48A575BFBC1D}"/>
              </a:ext>
            </a:extLst>
          </p:cNvPr>
          <p:cNvGrpSpPr/>
          <p:nvPr/>
        </p:nvGrpSpPr>
        <p:grpSpPr>
          <a:xfrm>
            <a:off x="1043103" y="1057028"/>
            <a:ext cx="996159" cy="2820904"/>
            <a:chOff x="1043103" y="1057028"/>
            <a:chExt cx="996159" cy="2820904"/>
          </a:xfrm>
        </p:grpSpPr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9A767700-5627-CD3C-F7B2-C016A4F325D6}"/>
                </a:ext>
              </a:extLst>
            </p:cNvPr>
            <p:cNvSpPr/>
            <p:nvPr/>
          </p:nvSpPr>
          <p:spPr>
            <a:xfrm>
              <a:off x="1043103" y="1057028"/>
              <a:ext cx="996159" cy="2820904"/>
            </a:xfrm>
            <a:custGeom>
              <a:avLst/>
              <a:gdLst>
                <a:gd name="csX0" fmla="*/ 570874 w 996159"/>
                <a:gd name="csY0" fmla="*/ 1830119 h 2820904"/>
                <a:gd name="csX1" fmla="*/ 548523 w 996159"/>
                <a:gd name="csY1" fmla="*/ 70107 h 2820904"/>
                <a:gd name="csX2" fmla="*/ 548279 w 996159"/>
                <a:gd name="csY2" fmla="*/ 70107 h 2820904"/>
                <a:gd name="csX3" fmla="*/ 500889 w 996159"/>
                <a:gd name="csY3" fmla="*/ 0 h 2820904"/>
                <a:gd name="csX4" fmla="*/ 453499 w 996159"/>
                <a:gd name="csY4" fmla="*/ 70107 h 2820904"/>
                <a:gd name="csX5" fmla="*/ 453255 w 996159"/>
                <a:gd name="csY5" fmla="*/ 70107 h 2820904"/>
                <a:gd name="csX6" fmla="*/ 425408 w 996159"/>
                <a:gd name="csY6" fmla="*/ 1830119 h 2820904"/>
                <a:gd name="csX7" fmla="*/ 0 w 996159"/>
                <a:gd name="csY7" fmla="*/ 2322825 h 2820904"/>
                <a:gd name="csX8" fmla="*/ 498080 w 996159"/>
                <a:gd name="csY8" fmla="*/ 2820904 h 2820904"/>
                <a:gd name="csX9" fmla="*/ 996159 w 996159"/>
                <a:gd name="csY9" fmla="*/ 2322825 h 2820904"/>
                <a:gd name="csX10" fmla="*/ 570874 w 996159"/>
                <a:gd name="csY10" fmla="*/ 1830119 h 2820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96159" h="2820904">
                  <a:moveTo>
                    <a:pt x="570874" y="1830119"/>
                  </a:moveTo>
                  <a:lnTo>
                    <a:pt x="548523" y="70107"/>
                  </a:lnTo>
                  <a:lnTo>
                    <a:pt x="548279" y="70107"/>
                  </a:lnTo>
                  <a:cubicBezTo>
                    <a:pt x="545836" y="15145"/>
                    <a:pt x="525561" y="0"/>
                    <a:pt x="500889" y="0"/>
                  </a:cubicBezTo>
                  <a:cubicBezTo>
                    <a:pt x="476217" y="0"/>
                    <a:pt x="456064" y="15145"/>
                    <a:pt x="453499" y="70107"/>
                  </a:cubicBezTo>
                  <a:lnTo>
                    <a:pt x="453255" y="70107"/>
                  </a:lnTo>
                  <a:lnTo>
                    <a:pt x="425408" y="1830119"/>
                  </a:lnTo>
                  <a:cubicBezTo>
                    <a:pt x="184795" y="1865295"/>
                    <a:pt x="0" y="2072441"/>
                    <a:pt x="0" y="2322825"/>
                  </a:cubicBezTo>
                  <a:cubicBezTo>
                    <a:pt x="0" y="2597880"/>
                    <a:pt x="223024" y="2820904"/>
                    <a:pt x="498080" y="2820904"/>
                  </a:cubicBezTo>
                  <a:cubicBezTo>
                    <a:pt x="773135" y="2820904"/>
                    <a:pt x="996159" y="2597880"/>
                    <a:pt x="996159" y="2322825"/>
                  </a:cubicBezTo>
                  <a:cubicBezTo>
                    <a:pt x="996159" y="2072441"/>
                    <a:pt x="811364" y="1865295"/>
                    <a:pt x="570874" y="1830119"/>
                  </a:cubicBezTo>
                  <a:close/>
                </a:path>
              </a:pathLst>
            </a:custGeom>
            <a:solidFill>
              <a:srgbClr val="A4282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F6010660-CA70-9728-377C-D6095DBF1020}"/>
                </a:ext>
              </a:extLst>
            </p:cNvPr>
            <p:cNvSpPr/>
            <p:nvPr/>
          </p:nvSpPr>
          <p:spPr>
            <a:xfrm>
              <a:off x="1174768" y="3013438"/>
              <a:ext cx="732829" cy="732829"/>
            </a:xfrm>
            <a:prstGeom prst="ellipse">
              <a:avLst/>
            </a:prstGeom>
            <a:noFill/>
            <a:ln w="48808" cap="flat">
              <a:solidFill>
                <a:srgbClr val="87151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0911A284-0C82-F77D-1375-F412DBFB3E7E}"/>
              </a:ext>
            </a:extLst>
          </p:cNvPr>
          <p:cNvSpPr/>
          <p:nvPr/>
        </p:nvSpPr>
        <p:spPr>
          <a:xfrm>
            <a:off x="-2467126" y="3105639"/>
            <a:ext cx="1543815" cy="340534"/>
          </a:xfrm>
          <a:custGeom>
            <a:avLst/>
            <a:gdLst>
              <a:gd name="csX0" fmla="*/ 1436568 w 1543815"/>
              <a:gd name="csY0" fmla="*/ 148534 h 340534"/>
              <a:gd name="csX1" fmla="*/ 1436568 w 1543815"/>
              <a:gd name="csY1" fmla="*/ 147923 h 340534"/>
              <a:gd name="csX2" fmla="*/ 1422888 w 1543815"/>
              <a:gd name="csY2" fmla="*/ 146335 h 340534"/>
              <a:gd name="csX3" fmla="*/ 1422888 w 1543815"/>
              <a:gd name="csY3" fmla="*/ 146335 h 340534"/>
              <a:gd name="csX4" fmla="*/ 130910 w 1543815"/>
              <a:gd name="csY4" fmla="*/ 869 h 340534"/>
              <a:gd name="csX5" fmla="*/ 711 w 1543815"/>
              <a:gd name="csY5" fmla="*/ 84045 h 340534"/>
              <a:gd name="csX6" fmla="*/ 104651 w 1543815"/>
              <a:gd name="csY6" fmla="*/ 193480 h 340534"/>
              <a:gd name="csX7" fmla="*/ 1410430 w 1543815"/>
              <a:gd name="csY7" fmla="*/ 340535 h 340534"/>
              <a:gd name="csX8" fmla="*/ 1410430 w 1543815"/>
              <a:gd name="csY8" fmla="*/ 339924 h 340534"/>
              <a:gd name="csX9" fmla="*/ 1543194 w 1543815"/>
              <a:gd name="csY9" fmla="*/ 257603 h 340534"/>
              <a:gd name="csX10" fmla="*/ 1436568 w 1543815"/>
              <a:gd name="csY10" fmla="*/ 148411 h 340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3815" h="340534">
                <a:moveTo>
                  <a:pt x="1436568" y="148534"/>
                </a:moveTo>
                <a:lnTo>
                  <a:pt x="1436568" y="147923"/>
                </a:lnTo>
                <a:cubicBezTo>
                  <a:pt x="1436568" y="147923"/>
                  <a:pt x="1422888" y="146335"/>
                  <a:pt x="1422888" y="146335"/>
                </a:cubicBezTo>
                <a:lnTo>
                  <a:pt x="1422888" y="146335"/>
                </a:lnTo>
                <a:cubicBezTo>
                  <a:pt x="1422888" y="146335"/>
                  <a:pt x="130910" y="869"/>
                  <a:pt x="130910" y="869"/>
                </a:cubicBezTo>
                <a:cubicBezTo>
                  <a:pt x="68253" y="-6216"/>
                  <a:pt x="7917" y="30792"/>
                  <a:pt x="711" y="84045"/>
                </a:cubicBezTo>
                <a:cubicBezTo>
                  <a:pt x="-6495" y="137175"/>
                  <a:pt x="41994" y="186519"/>
                  <a:pt x="104651" y="193480"/>
                </a:cubicBezTo>
                <a:lnTo>
                  <a:pt x="1410430" y="340535"/>
                </a:lnTo>
                <a:lnTo>
                  <a:pt x="1410430" y="339924"/>
                </a:lnTo>
                <a:cubicBezTo>
                  <a:pt x="1476629" y="342245"/>
                  <a:pt x="1536477" y="307435"/>
                  <a:pt x="1543194" y="257603"/>
                </a:cubicBezTo>
                <a:cubicBezTo>
                  <a:pt x="1549912" y="207893"/>
                  <a:pt x="1501301" y="160869"/>
                  <a:pt x="1436568" y="148411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DC6416C-78BB-CDC4-37EA-D66C9F6288B2}"/>
              </a:ext>
            </a:extLst>
          </p:cNvPr>
          <p:cNvGrpSpPr/>
          <p:nvPr/>
        </p:nvGrpSpPr>
        <p:grpSpPr>
          <a:xfrm rot="19620099">
            <a:off x="4973185" y="-4879831"/>
            <a:ext cx="3903264" cy="3530359"/>
            <a:chOff x="6791193" y="1655439"/>
            <a:chExt cx="3903264" cy="3530359"/>
          </a:xfrm>
        </p:grpSpPr>
        <p:sp>
          <p:nvSpPr>
            <p:cNvPr id="4" name="Subtitle 2">
              <a:extLst>
                <a:ext uri="{FF2B5EF4-FFF2-40B4-BE49-F238E27FC236}">
                  <a16:creationId xmlns:a16="http://schemas.microsoft.com/office/drawing/2014/main" id="{5161E18A-340C-88AF-9047-660C769FA5D5}"/>
                </a:ext>
              </a:extLst>
            </p:cNvPr>
            <p:cNvSpPr txBox="1">
              <a:spLocks/>
            </p:cNvSpPr>
            <p:nvPr/>
          </p:nvSpPr>
          <p:spPr>
            <a:xfrm>
              <a:off x="7088197" y="4212469"/>
              <a:ext cx="3309257" cy="97332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Reece Galgana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CS 489-1001: Final Project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Dr. Bryar Shareef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A1C4FB0-981D-4485-183C-CB1F61379387}"/>
                </a:ext>
              </a:extLst>
            </p:cNvPr>
            <p:cNvSpPr txBox="1"/>
            <p:nvPr/>
          </p:nvSpPr>
          <p:spPr>
            <a:xfrm>
              <a:off x="7088197" y="1655439"/>
              <a:ext cx="330925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600" dirty="0">
                  <a:solidFill>
                    <a:schemeClr val="bg1">
                      <a:lumMod val="85000"/>
                    </a:schemeClr>
                  </a:solidFill>
                  <a:latin typeface="PT Serif" panose="020A0603040505020204" pitchFamily="18" charset="77"/>
                </a:rPr>
                <a:t>Wally</a:t>
              </a:r>
              <a:endParaRPr lang="en-US" sz="96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9BEDDB5-7EB6-B779-0D1C-DABDFA5F5037}"/>
                </a:ext>
              </a:extLst>
            </p:cNvPr>
            <p:cNvSpPr txBox="1"/>
            <p:nvPr/>
          </p:nvSpPr>
          <p:spPr>
            <a:xfrm>
              <a:off x="6791193" y="3129474"/>
              <a:ext cx="39032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A Fine-Tuned Sentence </a:t>
              </a:r>
            </a:p>
            <a:p>
              <a:pPr algn="ctr"/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Transformer for </a:t>
              </a:r>
              <a:r>
                <a:rPr lang="en-US" sz="2000" i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Wavelength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.</a:t>
              </a:r>
            </a:p>
          </p:txBody>
        </p:sp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C6A2EB84-68A1-049E-E9F9-4CA9DFC44447}"/>
              </a:ext>
            </a:extLst>
          </p:cNvPr>
          <p:cNvGrpSpPr/>
          <p:nvPr/>
        </p:nvGrpSpPr>
        <p:grpSpPr>
          <a:xfrm>
            <a:off x="5802085" y="1730830"/>
            <a:ext cx="5874569" cy="2908755"/>
            <a:chOff x="5802085" y="1730830"/>
            <a:chExt cx="5874569" cy="290875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3242ED3-9437-CE96-DCBA-9B46A81F09EE}"/>
                </a:ext>
              </a:extLst>
            </p:cNvPr>
            <p:cNvSpPr txBox="1"/>
            <p:nvPr/>
          </p:nvSpPr>
          <p:spPr>
            <a:xfrm>
              <a:off x="5802085" y="1730830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How to Play Wavelength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BD3E3B7C-8557-903D-F353-39B7C558706A}"/>
                </a:ext>
              </a:extLst>
            </p:cNvPr>
            <p:cNvSpPr txBox="1"/>
            <p:nvPr/>
          </p:nvSpPr>
          <p:spPr>
            <a:xfrm>
              <a:off x="6987135" y="2700593"/>
              <a:ext cx="3903264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Draw a word pair.</a:t>
              </a:r>
            </a:p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Psychic gives a clue.</a:t>
              </a:r>
            </a:p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Guesser tries to deduce hidden range.</a:t>
              </a:r>
            </a:p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Guesser gets more points when closer to middle.</a:t>
              </a:r>
            </a:p>
          </p:txBody>
        </p:sp>
      </p:grp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B83C1AE7-B42F-7BFF-8217-93AABEE42284}"/>
              </a:ext>
            </a:extLst>
          </p:cNvPr>
          <p:cNvGrpSpPr/>
          <p:nvPr/>
        </p:nvGrpSpPr>
        <p:grpSpPr>
          <a:xfrm rot="1556513">
            <a:off x="4326667" y="9946944"/>
            <a:ext cx="4688026" cy="3588286"/>
            <a:chOff x="6096000" y="1747159"/>
            <a:chExt cx="5874569" cy="3588286"/>
          </a:xfrm>
        </p:grpSpPr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982DA88F-5528-FD68-8C06-0E0BDEAD0CF9}"/>
                </a:ext>
              </a:extLst>
            </p:cNvPr>
            <p:cNvSpPr txBox="1"/>
            <p:nvPr/>
          </p:nvSpPr>
          <p:spPr>
            <a:xfrm>
              <a:off x="6096000" y="1747159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Data Augmentation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E6B368C7-5A39-C2C3-ACC3-7D2BD906DC94}"/>
                </a:ext>
              </a:extLst>
            </p:cNvPr>
            <p:cNvSpPr txBox="1"/>
            <p:nvPr/>
          </p:nvSpPr>
          <p:spPr>
            <a:xfrm>
              <a:off x="6405084" y="2780900"/>
              <a:ext cx="554502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Originally used the </a:t>
              </a:r>
              <a:r>
                <a:rPr lang="en-US" sz="2000" i="1" dirty="0" err="1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WavelengthEval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 Dataset (100 rows).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Played and documented too many games (1500 rows).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30 word pairs. 50 clues per pair. </a:t>
              </a: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5 responses per clue.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00518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3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D4C68-2C4A-4F06-11C2-C6BF584B0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5">
            <a:extLst>
              <a:ext uri="{FF2B5EF4-FFF2-40B4-BE49-F238E27FC236}">
                <a16:creationId xmlns:a16="http://schemas.microsoft.com/office/drawing/2014/main" id="{0B5436E4-4EFB-4746-979D-FF47159ED55F}"/>
              </a:ext>
            </a:extLst>
          </p:cNvPr>
          <p:cNvGrpSpPr/>
          <p:nvPr/>
        </p:nvGrpSpPr>
        <p:grpSpPr>
          <a:xfrm rot="15073086">
            <a:off x="-1948160" y="-78388"/>
            <a:ext cx="6958167" cy="6980484"/>
            <a:chOff x="-1948160" y="-78388"/>
            <a:chExt cx="6958167" cy="698048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09D03BD-9C6C-D010-6746-01579BB9BA39}"/>
                </a:ext>
              </a:extLst>
            </p:cNvPr>
            <p:cNvSpPr/>
            <p:nvPr/>
          </p:nvSpPr>
          <p:spPr>
            <a:xfrm>
              <a:off x="-1948160" y="-78388"/>
              <a:ext cx="6958167" cy="6980484"/>
            </a:xfrm>
            <a:custGeom>
              <a:avLst/>
              <a:gdLst>
                <a:gd name="csX0" fmla="*/ 6119712 w 6958167"/>
                <a:gd name="csY0" fmla="*/ 5773616 h 6980484"/>
                <a:gd name="csX1" fmla="*/ 5722275 w 6958167"/>
                <a:gd name="csY1" fmla="*/ 5883418 h 6980484"/>
                <a:gd name="csX2" fmla="*/ 5587678 w 6958167"/>
                <a:gd name="csY2" fmla="*/ 6273161 h 6980484"/>
                <a:gd name="csX3" fmla="*/ 5176072 w 6958167"/>
                <a:gd name="csY3" fmla="*/ 6297955 h 6980484"/>
                <a:gd name="csX4" fmla="*/ 4962941 w 6958167"/>
                <a:gd name="csY4" fmla="*/ 6650934 h 6980484"/>
                <a:gd name="csX5" fmla="*/ 4555244 w 6958167"/>
                <a:gd name="csY5" fmla="*/ 6589010 h 6980484"/>
                <a:gd name="csX6" fmla="*/ 4273227 w 6958167"/>
                <a:gd name="csY6" fmla="*/ 6889837 h 6980484"/>
                <a:gd name="csX7" fmla="*/ 3887270 w 6958167"/>
                <a:gd name="csY7" fmla="*/ 6744615 h 6980484"/>
                <a:gd name="csX8" fmla="*/ 3549069 w 6958167"/>
                <a:gd name="csY8" fmla="*/ 6980464 h 6980484"/>
                <a:gd name="csX9" fmla="*/ 3201586 w 6958167"/>
                <a:gd name="csY9" fmla="*/ 6758538 h 6980484"/>
                <a:gd name="csX10" fmla="*/ 2821859 w 6958167"/>
                <a:gd name="csY10" fmla="*/ 6919272 h 6980484"/>
                <a:gd name="csX11" fmla="*/ 2527994 w 6958167"/>
                <a:gd name="csY11" fmla="*/ 6630049 h 6980484"/>
                <a:gd name="csX12" fmla="*/ 2123106 w 6958167"/>
                <a:gd name="csY12" fmla="*/ 6707973 h 6980484"/>
                <a:gd name="csX13" fmla="*/ 1896295 w 6958167"/>
                <a:gd name="csY13" fmla="*/ 6363666 h 6980484"/>
                <a:gd name="csX14" fmla="*/ 1484079 w 6958167"/>
                <a:gd name="csY14" fmla="*/ 6355238 h 6980484"/>
                <a:gd name="csX15" fmla="*/ 1333849 w 6958167"/>
                <a:gd name="csY15" fmla="*/ 5971236 h 6980484"/>
                <a:gd name="csX16" fmla="*/ 932136 w 6958167"/>
                <a:gd name="csY16" fmla="*/ 5878044 h 6980484"/>
                <a:gd name="csX17" fmla="*/ 864227 w 6958167"/>
                <a:gd name="csY17" fmla="*/ 5471324 h 6980484"/>
                <a:gd name="csX18" fmla="*/ 490729 w 6958167"/>
                <a:gd name="csY18" fmla="*/ 5296544 h 6980484"/>
                <a:gd name="csX19" fmla="*/ 509416 w 6958167"/>
                <a:gd name="csY19" fmla="*/ 4884572 h 6980484"/>
                <a:gd name="csX20" fmla="*/ 180742 w 6958167"/>
                <a:gd name="csY20" fmla="*/ 4635532 h 6980484"/>
                <a:gd name="csX21" fmla="*/ 284926 w 6958167"/>
                <a:gd name="csY21" fmla="*/ 4236629 h 6980484"/>
                <a:gd name="csX22" fmla="*/ 15245 w 6958167"/>
                <a:gd name="csY22" fmla="*/ 3924810 h 6980484"/>
                <a:gd name="csX23" fmla="*/ 199795 w 6958167"/>
                <a:gd name="csY23" fmla="*/ 3556074 h 6980484"/>
                <a:gd name="csX24" fmla="*/ 344 w 6958167"/>
                <a:gd name="csY24" fmla="*/ 3195156 h 6980484"/>
                <a:gd name="csX25" fmla="*/ 257200 w 6958167"/>
                <a:gd name="csY25" fmla="*/ 2872589 h 6980484"/>
                <a:gd name="csX26" fmla="*/ 137139 w 6958167"/>
                <a:gd name="csY26" fmla="*/ 2478083 h 6980484"/>
                <a:gd name="csX27" fmla="*/ 455675 w 6958167"/>
                <a:gd name="csY27" fmla="*/ 2216218 h 6980484"/>
                <a:gd name="csX28" fmla="*/ 420744 w 6958167"/>
                <a:gd name="csY28" fmla="*/ 1805345 h 6980484"/>
                <a:gd name="csX29" fmla="*/ 787036 w 6958167"/>
                <a:gd name="csY29" fmla="*/ 1615909 h 6980484"/>
                <a:gd name="csX30" fmla="*/ 838334 w 6958167"/>
                <a:gd name="csY30" fmla="*/ 1206746 h 6980484"/>
                <a:gd name="csX31" fmla="*/ 1235772 w 6958167"/>
                <a:gd name="csY31" fmla="*/ 1096944 h 6980484"/>
                <a:gd name="csX32" fmla="*/ 1370368 w 6958167"/>
                <a:gd name="csY32" fmla="*/ 707201 h 6980484"/>
                <a:gd name="csX33" fmla="*/ 1781974 w 6958167"/>
                <a:gd name="csY33" fmla="*/ 682407 h 6980484"/>
                <a:gd name="csX34" fmla="*/ 1995105 w 6958167"/>
                <a:gd name="csY34" fmla="*/ 329427 h 6980484"/>
                <a:gd name="csX35" fmla="*/ 2402802 w 6958167"/>
                <a:gd name="csY35" fmla="*/ 391352 h 6980484"/>
                <a:gd name="csX36" fmla="*/ 2684819 w 6958167"/>
                <a:gd name="csY36" fmla="*/ 90525 h 6980484"/>
                <a:gd name="csX37" fmla="*/ 3070776 w 6958167"/>
                <a:gd name="csY37" fmla="*/ 235747 h 6980484"/>
                <a:gd name="csX38" fmla="*/ 3409099 w 6958167"/>
                <a:gd name="csY38" fmla="*/ 21 h 6980484"/>
                <a:gd name="csX39" fmla="*/ 3756582 w 6958167"/>
                <a:gd name="csY39" fmla="*/ 221946 h 6980484"/>
                <a:gd name="csX40" fmla="*/ 4136310 w 6958167"/>
                <a:gd name="csY40" fmla="*/ 61212 h 6980484"/>
                <a:gd name="csX41" fmla="*/ 4430174 w 6958167"/>
                <a:gd name="csY41" fmla="*/ 350435 h 6980484"/>
                <a:gd name="csX42" fmla="*/ 4835062 w 6958167"/>
                <a:gd name="csY42" fmla="*/ 272511 h 6980484"/>
                <a:gd name="csX43" fmla="*/ 5061873 w 6958167"/>
                <a:gd name="csY43" fmla="*/ 616819 h 6980484"/>
                <a:gd name="csX44" fmla="*/ 5474090 w 6958167"/>
                <a:gd name="csY44" fmla="*/ 625246 h 6980484"/>
                <a:gd name="csX45" fmla="*/ 5624320 w 6958167"/>
                <a:gd name="csY45" fmla="*/ 1009249 h 6980484"/>
                <a:gd name="csX46" fmla="*/ 6026032 w 6958167"/>
                <a:gd name="csY46" fmla="*/ 1102440 h 6980484"/>
                <a:gd name="csX47" fmla="*/ 6093941 w 6958167"/>
                <a:gd name="csY47" fmla="*/ 1509160 h 6980484"/>
                <a:gd name="csX48" fmla="*/ 6467440 w 6958167"/>
                <a:gd name="csY48" fmla="*/ 1683940 h 6980484"/>
                <a:gd name="csX49" fmla="*/ 6448752 w 6958167"/>
                <a:gd name="csY49" fmla="*/ 2095912 h 6980484"/>
                <a:gd name="csX50" fmla="*/ 6777427 w 6958167"/>
                <a:gd name="csY50" fmla="*/ 2344952 h 6980484"/>
                <a:gd name="csX51" fmla="*/ 6673242 w 6958167"/>
                <a:gd name="csY51" fmla="*/ 2743855 h 6980484"/>
                <a:gd name="csX52" fmla="*/ 6942924 w 6958167"/>
                <a:gd name="csY52" fmla="*/ 3055674 h 6980484"/>
                <a:gd name="csX53" fmla="*/ 6758373 w 6958167"/>
                <a:gd name="csY53" fmla="*/ 3424410 h 6980484"/>
                <a:gd name="csX54" fmla="*/ 6957824 w 6958167"/>
                <a:gd name="csY54" fmla="*/ 3785328 h 6980484"/>
                <a:gd name="csX55" fmla="*/ 6700968 w 6958167"/>
                <a:gd name="csY55" fmla="*/ 4107895 h 6980484"/>
                <a:gd name="csX56" fmla="*/ 6821030 w 6958167"/>
                <a:gd name="csY56" fmla="*/ 4502402 h 6980484"/>
                <a:gd name="csX57" fmla="*/ 6502493 w 6958167"/>
                <a:gd name="csY57" fmla="*/ 4764266 h 6980484"/>
                <a:gd name="csX58" fmla="*/ 6537425 w 6958167"/>
                <a:gd name="csY58" fmla="*/ 5175139 h 6980484"/>
                <a:gd name="csX59" fmla="*/ 6171132 w 6958167"/>
                <a:gd name="csY59" fmla="*/ 5364575 h 6980484"/>
                <a:gd name="csX60" fmla="*/ 6119834 w 6958167"/>
                <a:gd name="csY60" fmla="*/ 5773738 h 6980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</a:cxnLst>
              <a:rect l="l" t="t" r="r" b="b"/>
              <a:pathLst>
                <a:path w="6958167" h="6980484">
                  <a:moveTo>
                    <a:pt x="6119712" y="5773616"/>
                  </a:moveTo>
                  <a:cubicBezTo>
                    <a:pt x="6041544" y="5863998"/>
                    <a:pt x="5807527" y="5803418"/>
                    <a:pt x="5722275" y="5883418"/>
                  </a:cubicBezTo>
                  <a:cubicBezTo>
                    <a:pt x="5635312" y="5965129"/>
                    <a:pt x="5681114" y="6202321"/>
                    <a:pt x="5587678" y="6273161"/>
                  </a:cubicBezTo>
                  <a:cubicBezTo>
                    <a:pt x="5494242" y="6344001"/>
                    <a:pt x="5276592" y="6237130"/>
                    <a:pt x="5176072" y="6297955"/>
                  </a:cubicBezTo>
                  <a:cubicBezTo>
                    <a:pt x="5074453" y="6359390"/>
                    <a:pt x="5069446" y="6600980"/>
                    <a:pt x="4962941" y="6650934"/>
                  </a:cubicBezTo>
                  <a:cubicBezTo>
                    <a:pt x="4855582" y="6701255"/>
                    <a:pt x="4666634" y="6550537"/>
                    <a:pt x="4555244" y="6589010"/>
                  </a:cubicBezTo>
                  <a:cubicBezTo>
                    <a:pt x="4443243" y="6627728"/>
                    <a:pt x="4388037" y="6863088"/>
                    <a:pt x="4273227" y="6889837"/>
                  </a:cubicBezTo>
                  <a:cubicBezTo>
                    <a:pt x="4157928" y="6916707"/>
                    <a:pt x="4004523" y="6729958"/>
                    <a:pt x="3887270" y="6744615"/>
                  </a:cubicBezTo>
                  <a:cubicBezTo>
                    <a:pt x="3770017" y="6759271"/>
                    <a:pt x="3667177" y="6978021"/>
                    <a:pt x="3549069" y="6980464"/>
                  </a:cubicBezTo>
                  <a:cubicBezTo>
                    <a:pt x="3430962" y="6982906"/>
                    <a:pt x="3319449" y="6768431"/>
                    <a:pt x="3201586" y="6758538"/>
                  </a:cubicBezTo>
                  <a:cubicBezTo>
                    <a:pt x="3083723" y="6748645"/>
                    <a:pt x="2938256" y="6941502"/>
                    <a:pt x="2821859" y="6919272"/>
                  </a:cubicBezTo>
                  <a:cubicBezTo>
                    <a:pt x="2705461" y="6897043"/>
                    <a:pt x="2641582" y="6664370"/>
                    <a:pt x="2527994" y="6630049"/>
                  </a:cubicBezTo>
                  <a:cubicBezTo>
                    <a:pt x="2415383" y="6595972"/>
                    <a:pt x="2232542" y="6754141"/>
                    <a:pt x="2123106" y="6707973"/>
                  </a:cubicBezTo>
                  <a:cubicBezTo>
                    <a:pt x="2014891" y="6662293"/>
                    <a:pt x="2000479" y="6421192"/>
                    <a:pt x="1896295" y="6363666"/>
                  </a:cubicBezTo>
                  <a:cubicBezTo>
                    <a:pt x="1793699" y="6306993"/>
                    <a:pt x="1581911" y="6423513"/>
                    <a:pt x="1484079" y="6355238"/>
                  </a:cubicBezTo>
                  <a:cubicBezTo>
                    <a:pt x="1386246" y="6286963"/>
                    <a:pt x="1424231" y="6049404"/>
                    <a:pt x="1333849" y="5971236"/>
                  </a:cubicBezTo>
                  <a:cubicBezTo>
                    <a:pt x="1243466" y="5893067"/>
                    <a:pt x="1012259" y="5963174"/>
                    <a:pt x="932136" y="5878044"/>
                  </a:cubicBezTo>
                  <a:cubicBezTo>
                    <a:pt x="850426" y="5791082"/>
                    <a:pt x="935068" y="5564637"/>
                    <a:pt x="864227" y="5471324"/>
                  </a:cubicBezTo>
                  <a:cubicBezTo>
                    <a:pt x="792288" y="5376545"/>
                    <a:pt x="551554" y="5397064"/>
                    <a:pt x="490729" y="5296544"/>
                  </a:cubicBezTo>
                  <a:cubicBezTo>
                    <a:pt x="429904" y="5196024"/>
                    <a:pt x="559370" y="4991198"/>
                    <a:pt x="509416" y="4884572"/>
                  </a:cubicBezTo>
                  <a:cubicBezTo>
                    <a:pt x="459095" y="4777212"/>
                    <a:pt x="219338" y="4746922"/>
                    <a:pt x="180742" y="4635532"/>
                  </a:cubicBezTo>
                  <a:cubicBezTo>
                    <a:pt x="142146" y="4524142"/>
                    <a:pt x="311674" y="4351439"/>
                    <a:pt x="284926" y="4236629"/>
                  </a:cubicBezTo>
                  <a:cubicBezTo>
                    <a:pt x="258178" y="4121819"/>
                    <a:pt x="29901" y="4041940"/>
                    <a:pt x="15245" y="3924810"/>
                  </a:cubicBezTo>
                  <a:cubicBezTo>
                    <a:pt x="588" y="3807679"/>
                    <a:pt x="202238" y="3674304"/>
                    <a:pt x="199795" y="3556074"/>
                  </a:cubicBezTo>
                  <a:cubicBezTo>
                    <a:pt x="197353" y="3437845"/>
                    <a:pt x="-9549" y="3313020"/>
                    <a:pt x="344" y="3195156"/>
                  </a:cubicBezTo>
                  <a:cubicBezTo>
                    <a:pt x="10237" y="3077293"/>
                    <a:pt x="235093" y="2988987"/>
                    <a:pt x="257200" y="2872589"/>
                  </a:cubicBezTo>
                  <a:cubicBezTo>
                    <a:pt x="279307" y="2756192"/>
                    <a:pt x="102818" y="2591671"/>
                    <a:pt x="137139" y="2478083"/>
                  </a:cubicBezTo>
                  <a:cubicBezTo>
                    <a:pt x="171459" y="2364494"/>
                    <a:pt x="409507" y="2325776"/>
                    <a:pt x="455675" y="2216218"/>
                  </a:cubicBezTo>
                  <a:cubicBezTo>
                    <a:pt x="501843" y="2106660"/>
                    <a:pt x="363216" y="1909529"/>
                    <a:pt x="420744" y="1805345"/>
                  </a:cubicBezTo>
                  <a:cubicBezTo>
                    <a:pt x="478271" y="1701162"/>
                    <a:pt x="718761" y="1713742"/>
                    <a:pt x="787036" y="1615909"/>
                  </a:cubicBezTo>
                  <a:cubicBezTo>
                    <a:pt x="855311" y="1518076"/>
                    <a:pt x="760166" y="1297251"/>
                    <a:pt x="838334" y="1206746"/>
                  </a:cubicBezTo>
                  <a:cubicBezTo>
                    <a:pt x="916502" y="1116242"/>
                    <a:pt x="1150519" y="1176944"/>
                    <a:pt x="1235772" y="1096944"/>
                  </a:cubicBezTo>
                  <a:cubicBezTo>
                    <a:pt x="1322734" y="1015234"/>
                    <a:pt x="1276932" y="778041"/>
                    <a:pt x="1370368" y="707201"/>
                  </a:cubicBezTo>
                  <a:cubicBezTo>
                    <a:pt x="1463804" y="636361"/>
                    <a:pt x="1681454" y="743232"/>
                    <a:pt x="1781974" y="682407"/>
                  </a:cubicBezTo>
                  <a:cubicBezTo>
                    <a:pt x="1882493" y="621582"/>
                    <a:pt x="1888600" y="379382"/>
                    <a:pt x="1995105" y="329427"/>
                  </a:cubicBezTo>
                  <a:cubicBezTo>
                    <a:pt x="2101610" y="279473"/>
                    <a:pt x="2291412" y="429825"/>
                    <a:pt x="2402802" y="391352"/>
                  </a:cubicBezTo>
                  <a:cubicBezTo>
                    <a:pt x="2514192" y="352878"/>
                    <a:pt x="2570010" y="117273"/>
                    <a:pt x="2684819" y="90525"/>
                  </a:cubicBezTo>
                  <a:cubicBezTo>
                    <a:pt x="2800118" y="63655"/>
                    <a:pt x="2953523" y="250404"/>
                    <a:pt x="3070776" y="235747"/>
                  </a:cubicBezTo>
                  <a:cubicBezTo>
                    <a:pt x="3188029" y="221091"/>
                    <a:pt x="3290991" y="2463"/>
                    <a:pt x="3409099" y="21"/>
                  </a:cubicBezTo>
                  <a:cubicBezTo>
                    <a:pt x="3527207" y="-2422"/>
                    <a:pt x="3638719" y="212053"/>
                    <a:pt x="3756582" y="221946"/>
                  </a:cubicBezTo>
                  <a:cubicBezTo>
                    <a:pt x="3874445" y="231839"/>
                    <a:pt x="4019912" y="38983"/>
                    <a:pt x="4136310" y="61212"/>
                  </a:cubicBezTo>
                  <a:cubicBezTo>
                    <a:pt x="4252708" y="83441"/>
                    <a:pt x="4316586" y="316114"/>
                    <a:pt x="4430174" y="350435"/>
                  </a:cubicBezTo>
                  <a:cubicBezTo>
                    <a:pt x="4543763" y="384756"/>
                    <a:pt x="4725627" y="226343"/>
                    <a:pt x="4835062" y="272511"/>
                  </a:cubicBezTo>
                  <a:cubicBezTo>
                    <a:pt x="4944499" y="318679"/>
                    <a:pt x="4957689" y="559292"/>
                    <a:pt x="5061873" y="616819"/>
                  </a:cubicBezTo>
                  <a:cubicBezTo>
                    <a:pt x="5166057" y="674346"/>
                    <a:pt x="5376257" y="556971"/>
                    <a:pt x="5474090" y="625246"/>
                  </a:cubicBezTo>
                  <a:cubicBezTo>
                    <a:pt x="5571922" y="693521"/>
                    <a:pt x="5533937" y="931080"/>
                    <a:pt x="5624320" y="1009249"/>
                  </a:cubicBezTo>
                  <a:cubicBezTo>
                    <a:pt x="5714702" y="1087417"/>
                    <a:pt x="5945910" y="1017310"/>
                    <a:pt x="6026032" y="1102440"/>
                  </a:cubicBezTo>
                  <a:cubicBezTo>
                    <a:pt x="6107743" y="1189403"/>
                    <a:pt x="6023101" y="1415847"/>
                    <a:pt x="6093941" y="1509160"/>
                  </a:cubicBezTo>
                  <a:cubicBezTo>
                    <a:pt x="6165881" y="1603940"/>
                    <a:pt x="6406615" y="1583420"/>
                    <a:pt x="6467440" y="1683940"/>
                  </a:cubicBezTo>
                  <a:cubicBezTo>
                    <a:pt x="6528875" y="1785559"/>
                    <a:pt x="6398798" y="1989286"/>
                    <a:pt x="6448752" y="2095912"/>
                  </a:cubicBezTo>
                  <a:cubicBezTo>
                    <a:pt x="6498707" y="2202539"/>
                    <a:pt x="6738831" y="2233562"/>
                    <a:pt x="6777427" y="2344952"/>
                  </a:cubicBezTo>
                  <a:cubicBezTo>
                    <a:pt x="6816022" y="2456342"/>
                    <a:pt x="6646494" y="2629046"/>
                    <a:pt x="6673242" y="2743855"/>
                  </a:cubicBezTo>
                  <a:cubicBezTo>
                    <a:pt x="6700113" y="2859154"/>
                    <a:pt x="6928267" y="2938544"/>
                    <a:pt x="6942924" y="3055674"/>
                  </a:cubicBezTo>
                  <a:cubicBezTo>
                    <a:pt x="6957580" y="3172927"/>
                    <a:pt x="6755930" y="3306180"/>
                    <a:pt x="6758373" y="3424410"/>
                  </a:cubicBezTo>
                  <a:cubicBezTo>
                    <a:pt x="6760816" y="3542639"/>
                    <a:pt x="6967717" y="3667464"/>
                    <a:pt x="6957824" y="3785328"/>
                  </a:cubicBezTo>
                  <a:cubicBezTo>
                    <a:pt x="6947931" y="3903191"/>
                    <a:pt x="6723075" y="3991497"/>
                    <a:pt x="6700968" y="4107895"/>
                  </a:cubicBezTo>
                  <a:cubicBezTo>
                    <a:pt x="6678861" y="4224293"/>
                    <a:pt x="6855351" y="4388813"/>
                    <a:pt x="6821030" y="4502402"/>
                  </a:cubicBezTo>
                  <a:cubicBezTo>
                    <a:pt x="6786709" y="4615990"/>
                    <a:pt x="6548661" y="4654708"/>
                    <a:pt x="6502493" y="4764266"/>
                  </a:cubicBezTo>
                  <a:cubicBezTo>
                    <a:pt x="6456325" y="4873824"/>
                    <a:pt x="6594952" y="5070955"/>
                    <a:pt x="6537425" y="5175139"/>
                  </a:cubicBezTo>
                  <a:cubicBezTo>
                    <a:pt x="6479898" y="5279322"/>
                    <a:pt x="6239408" y="5266742"/>
                    <a:pt x="6171132" y="5364575"/>
                  </a:cubicBezTo>
                  <a:cubicBezTo>
                    <a:pt x="6104201" y="5460454"/>
                    <a:pt x="6198003" y="5683234"/>
                    <a:pt x="6119834" y="5773738"/>
                  </a:cubicBezTo>
                  <a:close/>
                </a:path>
              </a:pathLst>
            </a:custGeom>
            <a:solidFill>
              <a:srgbClr val="E0E4D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5B57578-14FC-80E8-6724-FA168EE6AE70}"/>
                </a:ext>
              </a:extLst>
            </p:cNvPr>
            <p:cNvSpPr/>
            <p:nvPr/>
          </p:nvSpPr>
          <p:spPr>
            <a:xfrm>
              <a:off x="1439564" y="655019"/>
              <a:ext cx="180520" cy="2757810"/>
            </a:xfrm>
            <a:custGeom>
              <a:avLst/>
              <a:gdLst>
                <a:gd name="csX0" fmla="*/ 180398 w 180520"/>
                <a:gd name="csY0" fmla="*/ 296 h 2757810"/>
                <a:gd name="csX1" fmla="*/ 0 w 180520"/>
                <a:gd name="csY1" fmla="*/ 3472 h 2757810"/>
                <a:gd name="csX2" fmla="*/ 141436 w 180520"/>
                <a:gd name="csY2" fmla="*/ 2757810 h 2757810"/>
                <a:gd name="csX3" fmla="*/ 180521 w 180520"/>
                <a:gd name="csY3" fmla="*/ 296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80398" y="296"/>
                  </a:moveTo>
                  <a:cubicBezTo>
                    <a:pt x="120184" y="-559"/>
                    <a:pt x="60092" y="418"/>
                    <a:pt x="0" y="3472"/>
                  </a:cubicBezTo>
                  <a:lnTo>
                    <a:pt x="141436" y="2757810"/>
                  </a:lnTo>
                  <a:lnTo>
                    <a:pt x="180521" y="29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A5DD8E6-DD3A-96D7-C51B-38EB099C187B}"/>
                </a:ext>
              </a:extLst>
            </p:cNvPr>
            <p:cNvSpPr/>
            <p:nvPr/>
          </p:nvSpPr>
          <p:spPr>
            <a:xfrm>
              <a:off x="1581000" y="683774"/>
              <a:ext cx="576370" cy="2729055"/>
            </a:xfrm>
            <a:custGeom>
              <a:avLst/>
              <a:gdLst>
                <a:gd name="csX0" fmla="*/ 576370 w 576370"/>
                <a:gd name="csY0" fmla="*/ 31756 h 2729055"/>
                <a:gd name="csX1" fmla="*/ 398659 w 576370"/>
                <a:gd name="csY1" fmla="*/ 0 h 2729055"/>
                <a:gd name="csX2" fmla="*/ 0 w 576370"/>
                <a:gd name="csY2" fmla="*/ 2729056 h 2729055"/>
                <a:gd name="csX3" fmla="*/ 576370 w 576370"/>
                <a:gd name="csY3" fmla="*/ 31756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576370" y="31756"/>
                  </a:moveTo>
                  <a:cubicBezTo>
                    <a:pt x="517377" y="19176"/>
                    <a:pt x="458141" y="8672"/>
                    <a:pt x="398659" y="0"/>
                  </a:cubicBezTo>
                  <a:lnTo>
                    <a:pt x="0" y="2729056"/>
                  </a:lnTo>
                  <a:lnTo>
                    <a:pt x="576370" y="317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9FD4654-5391-AE51-BE0A-54C824686B59}"/>
                </a:ext>
              </a:extLst>
            </p:cNvPr>
            <p:cNvSpPr/>
            <p:nvPr/>
          </p:nvSpPr>
          <p:spPr>
            <a:xfrm>
              <a:off x="1259777" y="658491"/>
              <a:ext cx="321223" cy="2754338"/>
            </a:xfrm>
            <a:custGeom>
              <a:avLst/>
              <a:gdLst>
                <a:gd name="csX0" fmla="*/ 179787 w 321223"/>
                <a:gd name="csY0" fmla="*/ 0 h 2754338"/>
                <a:gd name="csX1" fmla="*/ 0 w 321223"/>
                <a:gd name="csY1" fmla="*/ 15267 h 2754338"/>
                <a:gd name="csX2" fmla="*/ 321223 w 321223"/>
                <a:gd name="csY2" fmla="*/ 2754339 h 2754338"/>
                <a:gd name="csX3" fmla="*/ 179787 w 321223"/>
                <a:gd name="csY3" fmla="*/ 0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79787" y="0"/>
                  </a:moveTo>
                  <a:cubicBezTo>
                    <a:pt x="119695" y="3053"/>
                    <a:pt x="59725" y="8305"/>
                    <a:pt x="0" y="15267"/>
                  </a:cubicBezTo>
                  <a:lnTo>
                    <a:pt x="321223" y="2754339"/>
                  </a:lnTo>
                  <a:lnTo>
                    <a:pt x="17978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EF25C3B-FD59-642D-4351-72997CE28416}"/>
                </a:ext>
              </a:extLst>
            </p:cNvPr>
            <p:cNvSpPr/>
            <p:nvPr/>
          </p:nvSpPr>
          <p:spPr>
            <a:xfrm>
              <a:off x="1581000" y="663743"/>
              <a:ext cx="398658" cy="2749086"/>
            </a:xfrm>
            <a:custGeom>
              <a:avLst/>
              <a:gdLst>
                <a:gd name="csX0" fmla="*/ 398659 w 398658"/>
                <a:gd name="csY0" fmla="*/ 20031 h 2749086"/>
                <a:gd name="csX1" fmla="*/ 219360 w 398658"/>
                <a:gd name="csY1" fmla="*/ 0 h 2749086"/>
                <a:gd name="csX2" fmla="*/ 0 w 398658"/>
                <a:gd name="csY2" fmla="*/ 2749087 h 2749086"/>
                <a:gd name="csX3" fmla="*/ 398659 w 398658"/>
                <a:gd name="csY3" fmla="*/ 20031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8" h="2749086">
                  <a:moveTo>
                    <a:pt x="398659" y="20031"/>
                  </a:moveTo>
                  <a:cubicBezTo>
                    <a:pt x="339056" y="11359"/>
                    <a:pt x="279208" y="4763"/>
                    <a:pt x="219360" y="0"/>
                  </a:cubicBezTo>
                  <a:lnTo>
                    <a:pt x="0" y="2749087"/>
                  </a:lnTo>
                  <a:lnTo>
                    <a:pt x="398659" y="2003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07E5478-07C1-FFD1-DF80-8F765781C7F5}"/>
                </a:ext>
              </a:extLst>
            </p:cNvPr>
            <p:cNvSpPr/>
            <p:nvPr/>
          </p:nvSpPr>
          <p:spPr>
            <a:xfrm>
              <a:off x="1581000" y="715530"/>
              <a:ext cx="751516" cy="2697299"/>
            </a:xfrm>
            <a:custGeom>
              <a:avLst/>
              <a:gdLst>
                <a:gd name="csX0" fmla="*/ 751516 w 751516"/>
                <a:gd name="csY0" fmla="*/ 43481 h 2697299"/>
                <a:gd name="csX1" fmla="*/ 576370 w 751516"/>
                <a:gd name="csY1" fmla="*/ 0 h 2697299"/>
                <a:gd name="csX2" fmla="*/ 0 w 751516"/>
                <a:gd name="csY2" fmla="*/ 2697300 h 2697299"/>
                <a:gd name="csX3" fmla="*/ 751516 w 751516"/>
                <a:gd name="csY3" fmla="*/ 43481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751516" y="43481"/>
                  </a:moveTo>
                  <a:cubicBezTo>
                    <a:pt x="693501" y="27115"/>
                    <a:pt x="635119" y="12458"/>
                    <a:pt x="576370" y="0"/>
                  </a:cubicBezTo>
                  <a:lnTo>
                    <a:pt x="0" y="2697300"/>
                  </a:lnTo>
                  <a:lnTo>
                    <a:pt x="751516" y="43481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1268C3A-62FD-6060-D681-FD24B4A1A66A}"/>
                </a:ext>
              </a:extLst>
            </p:cNvPr>
            <p:cNvSpPr/>
            <p:nvPr/>
          </p:nvSpPr>
          <p:spPr>
            <a:xfrm>
              <a:off x="1581000" y="1044326"/>
              <a:ext cx="1564345" cy="2368503"/>
            </a:xfrm>
            <a:custGeom>
              <a:avLst/>
              <a:gdLst>
                <a:gd name="csX0" fmla="*/ 1564346 w 1564345"/>
                <a:gd name="csY0" fmla="*/ 97588 h 2368503"/>
                <a:gd name="csX1" fmla="*/ 1412528 w 1564345"/>
                <a:gd name="csY1" fmla="*/ 0 h 2368503"/>
                <a:gd name="csX2" fmla="*/ 0 w 1564345"/>
                <a:gd name="csY2" fmla="*/ 2368504 h 2368503"/>
                <a:gd name="csX3" fmla="*/ 1564346 w 1564345"/>
                <a:gd name="csY3" fmla="*/ 97588 h 2368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5" h="2368503">
                  <a:moveTo>
                    <a:pt x="1564346" y="97588"/>
                  </a:moveTo>
                  <a:cubicBezTo>
                    <a:pt x="1514514" y="63145"/>
                    <a:pt x="1463948" y="30657"/>
                    <a:pt x="1412528" y="0"/>
                  </a:cubicBezTo>
                  <a:lnTo>
                    <a:pt x="0" y="2368504"/>
                  </a:lnTo>
                  <a:lnTo>
                    <a:pt x="1564346" y="97588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307837C-BC5C-D075-84F7-DC47ADF8FB51}"/>
                </a:ext>
              </a:extLst>
            </p:cNvPr>
            <p:cNvSpPr/>
            <p:nvPr/>
          </p:nvSpPr>
          <p:spPr>
            <a:xfrm>
              <a:off x="1581000" y="956875"/>
              <a:ext cx="1412528" cy="2455954"/>
            </a:xfrm>
            <a:custGeom>
              <a:avLst/>
              <a:gdLst>
                <a:gd name="csX0" fmla="*/ 1412528 w 1412528"/>
                <a:gd name="csY0" fmla="*/ 87451 h 2455954"/>
                <a:gd name="csX1" fmla="*/ 1254726 w 1412528"/>
                <a:gd name="csY1" fmla="*/ 0 h 2455954"/>
                <a:gd name="csX2" fmla="*/ 0 w 1412528"/>
                <a:gd name="csY2" fmla="*/ 2455955 h 2455954"/>
                <a:gd name="csX3" fmla="*/ 1412528 w 1412528"/>
                <a:gd name="csY3" fmla="*/ 87451 h 245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4">
                  <a:moveTo>
                    <a:pt x="1412528" y="87451"/>
                  </a:moveTo>
                  <a:cubicBezTo>
                    <a:pt x="1360620" y="56428"/>
                    <a:pt x="1307978" y="27237"/>
                    <a:pt x="1254726" y="0"/>
                  </a:cubicBezTo>
                  <a:lnTo>
                    <a:pt x="0" y="2455955"/>
                  </a:lnTo>
                  <a:lnTo>
                    <a:pt x="1412528" y="8745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05DA38B-AE1F-D1D4-F8C3-25CDB3284596}"/>
                </a:ext>
              </a:extLst>
            </p:cNvPr>
            <p:cNvSpPr/>
            <p:nvPr/>
          </p:nvSpPr>
          <p:spPr>
            <a:xfrm>
              <a:off x="1581000" y="879684"/>
              <a:ext cx="1254725" cy="2533146"/>
            </a:xfrm>
            <a:custGeom>
              <a:avLst/>
              <a:gdLst>
                <a:gd name="csX0" fmla="*/ 1254726 w 1254725"/>
                <a:gd name="csY0" fmla="*/ 77069 h 2533146"/>
                <a:gd name="csX1" fmla="*/ 1091549 w 1254725"/>
                <a:gd name="csY1" fmla="*/ 0 h 2533146"/>
                <a:gd name="csX2" fmla="*/ 0 w 1254725"/>
                <a:gd name="csY2" fmla="*/ 2533146 h 2533146"/>
                <a:gd name="csX3" fmla="*/ 1254726 w 1254725"/>
                <a:gd name="csY3" fmla="*/ 77191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1254726" y="77069"/>
                  </a:moveTo>
                  <a:cubicBezTo>
                    <a:pt x="1200985" y="49588"/>
                    <a:pt x="1146511" y="23695"/>
                    <a:pt x="1091549" y="0"/>
                  </a:cubicBezTo>
                  <a:lnTo>
                    <a:pt x="0" y="2533146"/>
                  </a:lnTo>
                  <a:lnTo>
                    <a:pt x="1254726" y="7719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439E1A6-37D5-2372-F516-73AC2522C315}"/>
                </a:ext>
              </a:extLst>
            </p:cNvPr>
            <p:cNvSpPr/>
            <p:nvPr/>
          </p:nvSpPr>
          <p:spPr>
            <a:xfrm>
              <a:off x="1581000" y="813851"/>
              <a:ext cx="1091549" cy="2598978"/>
            </a:xfrm>
            <a:custGeom>
              <a:avLst/>
              <a:gdLst>
                <a:gd name="csX0" fmla="*/ 1091549 w 1091549"/>
                <a:gd name="csY0" fmla="*/ 65832 h 2598978"/>
                <a:gd name="csX1" fmla="*/ 923487 w 1091549"/>
                <a:gd name="csY1" fmla="*/ 0 h 2598978"/>
                <a:gd name="csX2" fmla="*/ 0 w 1091549"/>
                <a:gd name="csY2" fmla="*/ 2598979 h 2598978"/>
                <a:gd name="csX3" fmla="*/ 1091549 w 1091549"/>
                <a:gd name="csY3" fmla="*/ 65832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1091549" y="65832"/>
                  </a:moveTo>
                  <a:cubicBezTo>
                    <a:pt x="1036098" y="41893"/>
                    <a:pt x="980037" y="20031"/>
                    <a:pt x="923487" y="0"/>
                  </a:cubicBezTo>
                  <a:lnTo>
                    <a:pt x="0" y="2598979"/>
                  </a:lnTo>
                  <a:lnTo>
                    <a:pt x="1091549" y="65832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B9F309D-8896-EC0C-8DD0-9427FCF43955}"/>
                </a:ext>
              </a:extLst>
            </p:cNvPr>
            <p:cNvSpPr/>
            <p:nvPr/>
          </p:nvSpPr>
          <p:spPr>
            <a:xfrm>
              <a:off x="1581000" y="759011"/>
              <a:ext cx="923486" cy="2653818"/>
            </a:xfrm>
            <a:custGeom>
              <a:avLst/>
              <a:gdLst>
                <a:gd name="csX0" fmla="*/ 923487 w 923486"/>
                <a:gd name="csY0" fmla="*/ 54840 h 2653818"/>
                <a:gd name="csX1" fmla="*/ 751516 w 923486"/>
                <a:gd name="csY1" fmla="*/ 0 h 2653818"/>
                <a:gd name="csX2" fmla="*/ 0 w 923486"/>
                <a:gd name="csY2" fmla="*/ 2653819 h 2653818"/>
                <a:gd name="csX3" fmla="*/ 923487 w 923486"/>
                <a:gd name="csY3" fmla="*/ 54840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923487" y="54840"/>
                  </a:moveTo>
                  <a:cubicBezTo>
                    <a:pt x="866571" y="34687"/>
                    <a:pt x="809288" y="16367"/>
                    <a:pt x="751516" y="0"/>
                  </a:cubicBezTo>
                  <a:lnTo>
                    <a:pt x="0" y="2653819"/>
                  </a:lnTo>
                  <a:lnTo>
                    <a:pt x="923487" y="54840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47FFB68-85C6-AC20-3F4F-7AB160318152}"/>
                </a:ext>
              </a:extLst>
            </p:cNvPr>
            <p:cNvSpPr/>
            <p:nvPr/>
          </p:nvSpPr>
          <p:spPr>
            <a:xfrm>
              <a:off x="-582555" y="1565490"/>
              <a:ext cx="2163433" cy="1847218"/>
            </a:xfrm>
            <a:custGeom>
              <a:avLst/>
              <a:gdLst>
                <a:gd name="csX0" fmla="*/ 116398 w 2163433"/>
                <a:gd name="csY0" fmla="*/ 122 h 1847218"/>
                <a:gd name="csX1" fmla="*/ 0 w 2163433"/>
                <a:gd name="csY1" fmla="*/ 138016 h 1847218"/>
                <a:gd name="csX2" fmla="*/ 2163434 w 2163433"/>
                <a:gd name="csY2" fmla="*/ 1847218 h 1847218"/>
                <a:gd name="csX3" fmla="*/ 116398 w 2163433"/>
                <a:gd name="csY3" fmla="*/ 0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3" h="1847218">
                  <a:moveTo>
                    <a:pt x="116398" y="122"/>
                  </a:moveTo>
                  <a:cubicBezTo>
                    <a:pt x="75848" y="45069"/>
                    <a:pt x="37130" y="91237"/>
                    <a:pt x="0" y="138016"/>
                  </a:cubicBezTo>
                  <a:lnTo>
                    <a:pt x="2163434" y="1847218"/>
                  </a:lnTo>
                  <a:lnTo>
                    <a:pt x="11639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83490F5-DD08-0E6A-8647-C9D0BCCFC05E}"/>
                </a:ext>
              </a:extLst>
            </p:cNvPr>
            <p:cNvSpPr/>
            <p:nvPr/>
          </p:nvSpPr>
          <p:spPr>
            <a:xfrm>
              <a:off x="-340844" y="1314007"/>
              <a:ext cx="1921844" cy="2098822"/>
            </a:xfrm>
            <a:custGeom>
              <a:avLst/>
              <a:gdLst>
                <a:gd name="csX0" fmla="*/ 133131 w 1921844"/>
                <a:gd name="csY0" fmla="*/ 0 h 2098822"/>
                <a:gd name="csX1" fmla="*/ 0 w 1921844"/>
                <a:gd name="csY1" fmla="*/ 121772 h 2098822"/>
                <a:gd name="csX2" fmla="*/ 1921845 w 1921844"/>
                <a:gd name="csY2" fmla="*/ 2098823 h 2098822"/>
                <a:gd name="csX3" fmla="*/ 133131 w 1921844"/>
                <a:gd name="csY3" fmla="*/ 0 h 2098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2">
                  <a:moveTo>
                    <a:pt x="133131" y="0"/>
                  </a:moveTo>
                  <a:cubicBezTo>
                    <a:pt x="87695" y="38840"/>
                    <a:pt x="43359" y="79512"/>
                    <a:pt x="0" y="121772"/>
                  </a:cubicBezTo>
                  <a:lnTo>
                    <a:pt x="1921845" y="2098823"/>
                  </a:lnTo>
                  <a:lnTo>
                    <a:pt x="1331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472DF1C-74E6-9275-59B9-1B4955FBFF90}"/>
                </a:ext>
              </a:extLst>
            </p:cNvPr>
            <p:cNvSpPr/>
            <p:nvPr/>
          </p:nvSpPr>
          <p:spPr>
            <a:xfrm>
              <a:off x="-207591" y="1201396"/>
              <a:ext cx="1788591" cy="2211311"/>
            </a:xfrm>
            <a:custGeom>
              <a:avLst/>
              <a:gdLst>
                <a:gd name="csX0" fmla="*/ 140947 w 1788591"/>
                <a:gd name="csY0" fmla="*/ 0 h 2211311"/>
                <a:gd name="csX1" fmla="*/ 0 w 1788591"/>
                <a:gd name="csY1" fmla="*/ 112611 h 2211311"/>
                <a:gd name="csX2" fmla="*/ 1788592 w 1788591"/>
                <a:gd name="csY2" fmla="*/ 2211312 h 2211311"/>
                <a:gd name="csX3" fmla="*/ 140947 w 1788591"/>
                <a:gd name="csY3" fmla="*/ 0 h 2211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311">
                  <a:moveTo>
                    <a:pt x="140947" y="0"/>
                  </a:moveTo>
                  <a:cubicBezTo>
                    <a:pt x="92947" y="35786"/>
                    <a:pt x="45924" y="73283"/>
                    <a:pt x="0" y="112611"/>
                  </a:cubicBezTo>
                  <a:lnTo>
                    <a:pt x="1788592" y="2211312"/>
                  </a:lnTo>
                  <a:lnTo>
                    <a:pt x="14094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C4C5E1B-E031-95B0-701B-7EE07C3A5077}"/>
                </a:ext>
              </a:extLst>
            </p:cNvPr>
            <p:cNvSpPr/>
            <p:nvPr/>
          </p:nvSpPr>
          <p:spPr>
            <a:xfrm>
              <a:off x="-66643" y="1098189"/>
              <a:ext cx="1647644" cy="2314640"/>
            </a:xfrm>
            <a:custGeom>
              <a:avLst/>
              <a:gdLst>
                <a:gd name="csX0" fmla="*/ 148032 w 1647644"/>
                <a:gd name="csY0" fmla="*/ 0 h 2314640"/>
                <a:gd name="csX1" fmla="*/ 0 w 1647644"/>
                <a:gd name="csY1" fmla="*/ 103207 h 2314640"/>
                <a:gd name="csX2" fmla="*/ 1647645 w 1647644"/>
                <a:gd name="csY2" fmla="*/ 2314641 h 2314640"/>
                <a:gd name="csX3" fmla="*/ 148032 w 1647644"/>
                <a:gd name="csY3" fmla="*/ 0 h 231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0">
                  <a:moveTo>
                    <a:pt x="148032" y="0"/>
                  </a:moveTo>
                  <a:cubicBezTo>
                    <a:pt x="97833" y="32611"/>
                    <a:pt x="48367" y="67054"/>
                    <a:pt x="0" y="103207"/>
                  </a:cubicBezTo>
                  <a:lnTo>
                    <a:pt x="1647645" y="2314641"/>
                  </a:lnTo>
                  <a:lnTo>
                    <a:pt x="1480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1E2FCA6-C1B0-43BA-1E29-402F2141E23D}"/>
                </a:ext>
              </a:extLst>
            </p:cNvPr>
            <p:cNvSpPr/>
            <p:nvPr/>
          </p:nvSpPr>
          <p:spPr>
            <a:xfrm>
              <a:off x="-466157" y="1435779"/>
              <a:ext cx="2047036" cy="1977051"/>
            </a:xfrm>
            <a:custGeom>
              <a:avLst/>
              <a:gdLst>
                <a:gd name="csX0" fmla="*/ 125314 w 2047036"/>
                <a:gd name="csY0" fmla="*/ 0 h 1977051"/>
                <a:gd name="csX1" fmla="*/ 0 w 2047036"/>
                <a:gd name="csY1" fmla="*/ 129833 h 1977051"/>
                <a:gd name="csX2" fmla="*/ 2047036 w 2047036"/>
                <a:gd name="csY2" fmla="*/ 1977051 h 1977051"/>
                <a:gd name="csX3" fmla="*/ 125314 w 2047036"/>
                <a:gd name="csY3" fmla="*/ 0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6" h="1977051">
                  <a:moveTo>
                    <a:pt x="125314" y="0"/>
                  </a:moveTo>
                  <a:cubicBezTo>
                    <a:pt x="82565" y="41649"/>
                    <a:pt x="40672" y="84886"/>
                    <a:pt x="0" y="129833"/>
                  </a:cubicBezTo>
                  <a:lnTo>
                    <a:pt x="2047036" y="1977051"/>
                  </a:lnTo>
                  <a:lnTo>
                    <a:pt x="12531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2486840-0485-8311-7ABD-FD040FD13E8A}"/>
                </a:ext>
              </a:extLst>
            </p:cNvPr>
            <p:cNvSpPr/>
            <p:nvPr/>
          </p:nvSpPr>
          <p:spPr>
            <a:xfrm>
              <a:off x="1580878" y="1141914"/>
              <a:ext cx="1709324" cy="2270915"/>
            </a:xfrm>
            <a:custGeom>
              <a:avLst/>
              <a:gdLst>
                <a:gd name="csX0" fmla="*/ 1709324 w 1709324"/>
                <a:gd name="csY0" fmla="*/ 107482 h 2270915"/>
                <a:gd name="csX1" fmla="*/ 1564346 w 1709324"/>
                <a:gd name="csY1" fmla="*/ 0 h 2270915"/>
                <a:gd name="csX2" fmla="*/ 0 w 1709324"/>
                <a:gd name="csY2" fmla="*/ 2270916 h 2270915"/>
                <a:gd name="csX3" fmla="*/ 1709202 w 1709324"/>
                <a:gd name="csY3" fmla="*/ 107482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1709324" y="107482"/>
                  </a:moveTo>
                  <a:cubicBezTo>
                    <a:pt x="1661812" y="69863"/>
                    <a:pt x="1613568" y="33954"/>
                    <a:pt x="1564346" y="0"/>
                  </a:cubicBezTo>
                  <a:lnTo>
                    <a:pt x="0" y="2270916"/>
                  </a:lnTo>
                  <a:lnTo>
                    <a:pt x="1709202" y="10748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A8D23B5-92CC-1F1D-623D-F23E8FD2FDBF}"/>
                </a:ext>
              </a:extLst>
            </p:cNvPr>
            <p:cNvSpPr/>
            <p:nvPr/>
          </p:nvSpPr>
          <p:spPr>
            <a:xfrm>
              <a:off x="81387" y="1004753"/>
              <a:ext cx="1499612" cy="2408076"/>
            </a:xfrm>
            <a:custGeom>
              <a:avLst/>
              <a:gdLst>
                <a:gd name="csX0" fmla="*/ 154383 w 1499612"/>
                <a:gd name="csY0" fmla="*/ 0 h 2408076"/>
                <a:gd name="csX1" fmla="*/ 0 w 1499612"/>
                <a:gd name="csY1" fmla="*/ 93436 h 2408076"/>
                <a:gd name="csX2" fmla="*/ 1499613 w 1499612"/>
                <a:gd name="csY2" fmla="*/ 2408077 h 2408076"/>
                <a:gd name="csX3" fmla="*/ 154383 w 1499612"/>
                <a:gd name="csY3" fmla="*/ 122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54383" y="0"/>
                  </a:moveTo>
                  <a:cubicBezTo>
                    <a:pt x="102108" y="29313"/>
                    <a:pt x="50565" y="60458"/>
                    <a:pt x="0" y="93436"/>
                  </a:cubicBezTo>
                  <a:lnTo>
                    <a:pt x="1499613" y="2408077"/>
                  </a:lnTo>
                  <a:lnTo>
                    <a:pt x="154383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1DB6218-5394-9C0A-8586-B730450275C0}"/>
                </a:ext>
              </a:extLst>
            </p:cNvPr>
            <p:cNvSpPr/>
            <p:nvPr/>
          </p:nvSpPr>
          <p:spPr>
            <a:xfrm>
              <a:off x="396137" y="850004"/>
              <a:ext cx="1184740" cy="2562825"/>
            </a:xfrm>
            <a:custGeom>
              <a:avLst/>
              <a:gdLst>
                <a:gd name="csX0" fmla="*/ 165497 w 1184740"/>
                <a:gd name="csY0" fmla="*/ 0 h 2562825"/>
                <a:gd name="csX1" fmla="*/ 0 w 1184740"/>
                <a:gd name="csY1" fmla="*/ 72062 h 2562825"/>
                <a:gd name="csX2" fmla="*/ 1184741 w 1184740"/>
                <a:gd name="csY2" fmla="*/ 2562826 h 2562825"/>
                <a:gd name="csX3" fmla="*/ 165375 w 1184740"/>
                <a:gd name="csY3" fmla="*/ 0 h 2562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5">
                  <a:moveTo>
                    <a:pt x="165497" y="0"/>
                  </a:moveTo>
                  <a:cubicBezTo>
                    <a:pt x="109680" y="22107"/>
                    <a:pt x="54474" y="46168"/>
                    <a:pt x="0" y="72062"/>
                  </a:cubicBezTo>
                  <a:lnTo>
                    <a:pt x="1184741" y="2562826"/>
                  </a:lnTo>
                  <a:lnTo>
                    <a:pt x="165375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4583047-9A48-5793-5113-5A6F1E045807}"/>
                </a:ext>
              </a:extLst>
            </p:cNvPr>
            <p:cNvSpPr/>
            <p:nvPr/>
          </p:nvSpPr>
          <p:spPr>
            <a:xfrm>
              <a:off x="235892" y="921943"/>
              <a:ext cx="1345230" cy="2490764"/>
            </a:xfrm>
            <a:custGeom>
              <a:avLst/>
              <a:gdLst>
                <a:gd name="csX0" fmla="*/ 160368 w 1345230"/>
                <a:gd name="csY0" fmla="*/ 122 h 2490764"/>
                <a:gd name="csX1" fmla="*/ 0 w 1345230"/>
                <a:gd name="csY1" fmla="*/ 82810 h 2490764"/>
                <a:gd name="csX2" fmla="*/ 1345230 w 1345230"/>
                <a:gd name="csY2" fmla="*/ 2490764 h 2490764"/>
                <a:gd name="csX3" fmla="*/ 160490 w 1345230"/>
                <a:gd name="csY3" fmla="*/ 0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60368" y="122"/>
                  </a:moveTo>
                  <a:cubicBezTo>
                    <a:pt x="106138" y="25893"/>
                    <a:pt x="52642" y="53374"/>
                    <a:pt x="0" y="82810"/>
                  </a:cubicBezTo>
                  <a:lnTo>
                    <a:pt x="1345230" y="2490764"/>
                  </a:lnTo>
                  <a:lnTo>
                    <a:pt x="16049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F474A327-31F3-49F3-F9D4-FE241B920B5F}"/>
                </a:ext>
              </a:extLst>
            </p:cNvPr>
            <p:cNvSpPr/>
            <p:nvPr/>
          </p:nvSpPr>
          <p:spPr>
            <a:xfrm>
              <a:off x="731529" y="738980"/>
              <a:ext cx="849471" cy="2673849"/>
            </a:xfrm>
            <a:custGeom>
              <a:avLst/>
              <a:gdLst>
                <a:gd name="csX0" fmla="*/ 173436 w 849471"/>
                <a:gd name="csY0" fmla="*/ 0 h 2673849"/>
                <a:gd name="csX1" fmla="*/ 0 w 849471"/>
                <a:gd name="csY1" fmla="*/ 49832 h 2673849"/>
                <a:gd name="csX2" fmla="*/ 849471 w 849471"/>
                <a:gd name="csY2" fmla="*/ 2673850 h 2673849"/>
                <a:gd name="csX3" fmla="*/ 173436 w 849471"/>
                <a:gd name="csY3" fmla="*/ 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173436" y="0"/>
                  </a:moveTo>
                  <a:cubicBezTo>
                    <a:pt x="115176" y="14657"/>
                    <a:pt x="57282" y="31267"/>
                    <a:pt x="0" y="49832"/>
                  </a:cubicBezTo>
                  <a:lnTo>
                    <a:pt x="849471" y="2673850"/>
                  </a:lnTo>
                  <a:lnTo>
                    <a:pt x="17343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96BC558-31B1-BF3B-79D2-F98A7590660B}"/>
                </a:ext>
              </a:extLst>
            </p:cNvPr>
            <p:cNvSpPr/>
            <p:nvPr/>
          </p:nvSpPr>
          <p:spPr>
            <a:xfrm>
              <a:off x="904965" y="700629"/>
              <a:ext cx="676035" cy="2712200"/>
            </a:xfrm>
            <a:custGeom>
              <a:avLst/>
              <a:gdLst>
                <a:gd name="csX0" fmla="*/ 176368 w 676035"/>
                <a:gd name="csY0" fmla="*/ 0 h 2712200"/>
                <a:gd name="csX1" fmla="*/ 0 w 676035"/>
                <a:gd name="csY1" fmla="*/ 38351 h 2712200"/>
                <a:gd name="csX2" fmla="*/ 676035 w 676035"/>
                <a:gd name="csY2" fmla="*/ 2712201 h 2712200"/>
                <a:gd name="csX3" fmla="*/ 176368 w 676035"/>
                <a:gd name="csY3" fmla="*/ 0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176368" y="0"/>
                  </a:moveTo>
                  <a:cubicBezTo>
                    <a:pt x="117253" y="10870"/>
                    <a:pt x="58382" y="23573"/>
                    <a:pt x="0" y="38351"/>
                  </a:cubicBezTo>
                  <a:lnTo>
                    <a:pt x="676035" y="2712201"/>
                  </a:lnTo>
                  <a:lnTo>
                    <a:pt x="17636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CD1F2C27-CCD0-D304-5E94-A1E67C3D1C38}"/>
                </a:ext>
              </a:extLst>
            </p:cNvPr>
            <p:cNvSpPr/>
            <p:nvPr/>
          </p:nvSpPr>
          <p:spPr>
            <a:xfrm>
              <a:off x="1081333" y="673759"/>
              <a:ext cx="499667" cy="2739071"/>
            </a:xfrm>
            <a:custGeom>
              <a:avLst/>
              <a:gdLst>
                <a:gd name="csX0" fmla="*/ 178444 w 499667"/>
                <a:gd name="csY0" fmla="*/ 0 h 2739071"/>
                <a:gd name="csX1" fmla="*/ 0 w 499667"/>
                <a:gd name="csY1" fmla="*/ 26870 h 2739071"/>
                <a:gd name="csX2" fmla="*/ 499667 w 499667"/>
                <a:gd name="csY2" fmla="*/ 2739071 h 2739071"/>
                <a:gd name="csX3" fmla="*/ 178444 w 499667"/>
                <a:gd name="csY3" fmla="*/ 0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178444" y="0"/>
                  </a:moveTo>
                  <a:cubicBezTo>
                    <a:pt x="118718" y="6962"/>
                    <a:pt x="59237" y="16000"/>
                    <a:pt x="0" y="26870"/>
                  </a:cubicBezTo>
                  <a:lnTo>
                    <a:pt x="499667" y="2739071"/>
                  </a:lnTo>
                  <a:lnTo>
                    <a:pt x="17844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219EFA6C-B354-C6AF-A179-74B5E7C3BEDF}"/>
                </a:ext>
              </a:extLst>
            </p:cNvPr>
            <p:cNvSpPr/>
            <p:nvPr/>
          </p:nvSpPr>
          <p:spPr>
            <a:xfrm>
              <a:off x="561635" y="788691"/>
              <a:ext cx="1019365" cy="2624016"/>
            </a:xfrm>
            <a:custGeom>
              <a:avLst/>
              <a:gdLst>
                <a:gd name="csX0" fmla="*/ 169772 w 1019365"/>
                <a:gd name="csY0" fmla="*/ 0 h 2624016"/>
                <a:gd name="csX1" fmla="*/ 0 w 1019365"/>
                <a:gd name="csY1" fmla="*/ 61191 h 2624016"/>
                <a:gd name="csX2" fmla="*/ 1019366 w 1019365"/>
                <a:gd name="csY2" fmla="*/ 2624017 h 2624016"/>
                <a:gd name="csX3" fmla="*/ 169894 w 1019365"/>
                <a:gd name="csY3" fmla="*/ 0 h 26240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6">
                  <a:moveTo>
                    <a:pt x="169772" y="0"/>
                  </a:moveTo>
                  <a:cubicBezTo>
                    <a:pt x="112612" y="18443"/>
                    <a:pt x="56062" y="38962"/>
                    <a:pt x="0" y="61191"/>
                  </a:cubicBezTo>
                  <a:lnTo>
                    <a:pt x="1019366" y="2624017"/>
                  </a:lnTo>
                  <a:lnTo>
                    <a:pt x="16989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8B1E1CF-A4B4-F309-7C31-9C19B87A189A}"/>
                </a:ext>
              </a:extLst>
            </p:cNvPr>
            <p:cNvSpPr/>
            <p:nvPr/>
          </p:nvSpPr>
          <p:spPr>
            <a:xfrm>
              <a:off x="1580878" y="655316"/>
              <a:ext cx="219360" cy="2757514"/>
            </a:xfrm>
            <a:custGeom>
              <a:avLst/>
              <a:gdLst>
                <a:gd name="csX0" fmla="*/ 219360 w 219360"/>
                <a:gd name="csY0" fmla="*/ 8428 h 2757514"/>
                <a:gd name="csX1" fmla="*/ 39084 w 219360"/>
                <a:gd name="csY1" fmla="*/ 0 h 2757514"/>
                <a:gd name="csX2" fmla="*/ 0 w 219360"/>
                <a:gd name="csY2" fmla="*/ 2757514 h 2757514"/>
                <a:gd name="csX3" fmla="*/ 219360 w 219360"/>
                <a:gd name="csY3" fmla="*/ 8428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219360" y="8428"/>
                  </a:moveTo>
                  <a:cubicBezTo>
                    <a:pt x="159391" y="3664"/>
                    <a:pt x="99176" y="855"/>
                    <a:pt x="39084" y="0"/>
                  </a:cubicBezTo>
                  <a:lnTo>
                    <a:pt x="0" y="2757514"/>
                  </a:lnTo>
                  <a:lnTo>
                    <a:pt x="219360" y="84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C08A8896-BF0F-27B5-B536-D6E3CB594AD5}"/>
                </a:ext>
              </a:extLst>
            </p:cNvPr>
            <p:cNvSpPr/>
            <p:nvPr/>
          </p:nvSpPr>
          <p:spPr>
            <a:xfrm>
              <a:off x="1581000" y="3412830"/>
              <a:ext cx="2653818" cy="923487"/>
            </a:xfrm>
            <a:custGeom>
              <a:avLst/>
              <a:gdLst>
                <a:gd name="csX0" fmla="*/ 2598979 w 2653818"/>
                <a:gd name="csY0" fmla="*/ 923487 h 923487"/>
                <a:gd name="csX1" fmla="*/ 2653819 w 2653818"/>
                <a:gd name="csY1" fmla="*/ 751516 h 923487"/>
                <a:gd name="csX2" fmla="*/ 0 w 2653818"/>
                <a:gd name="csY2" fmla="*/ 0 h 923487"/>
                <a:gd name="csX3" fmla="*/ 2598979 w 2653818"/>
                <a:gd name="csY3" fmla="*/ 923487 h 923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7">
                  <a:moveTo>
                    <a:pt x="2598979" y="923487"/>
                  </a:moveTo>
                  <a:cubicBezTo>
                    <a:pt x="2619132" y="866571"/>
                    <a:pt x="2637453" y="809288"/>
                    <a:pt x="2653819" y="751516"/>
                  </a:cubicBezTo>
                  <a:lnTo>
                    <a:pt x="0" y="0"/>
                  </a:lnTo>
                  <a:lnTo>
                    <a:pt x="2598979" y="9234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66E8195C-171F-B93E-9964-017BDB06AA85}"/>
                </a:ext>
              </a:extLst>
            </p:cNvPr>
            <p:cNvSpPr/>
            <p:nvPr/>
          </p:nvSpPr>
          <p:spPr>
            <a:xfrm>
              <a:off x="1581000" y="1249274"/>
              <a:ext cx="1847218" cy="2163433"/>
            </a:xfrm>
            <a:custGeom>
              <a:avLst/>
              <a:gdLst>
                <a:gd name="csX0" fmla="*/ 1847096 w 1847218"/>
                <a:gd name="csY0" fmla="*/ 116398 h 2163433"/>
                <a:gd name="csX1" fmla="*/ 1709202 w 1847218"/>
                <a:gd name="csY1" fmla="*/ 0 h 2163433"/>
                <a:gd name="csX2" fmla="*/ 0 w 1847218"/>
                <a:gd name="csY2" fmla="*/ 2163434 h 2163433"/>
                <a:gd name="csX3" fmla="*/ 1847218 w 1847218"/>
                <a:gd name="csY3" fmla="*/ 116398 h 2163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3">
                  <a:moveTo>
                    <a:pt x="1847096" y="116398"/>
                  </a:moveTo>
                  <a:cubicBezTo>
                    <a:pt x="1802149" y="75848"/>
                    <a:pt x="1755981" y="37130"/>
                    <a:pt x="1709202" y="0"/>
                  </a:cubicBezTo>
                  <a:lnTo>
                    <a:pt x="0" y="2163434"/>
                  </a:lnTo>
                  <a:lnTo>
                    <a:pt x="1847218" y="116398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01F79CEF-1CA1-F2A0-976D-8725D89E92E0}"/>
                </a:ext>
              </a:extLst>
            </p:cNvPr>
            <p:cNvSpPr/>
            <p:nvPr/>
          </p:nvSpPr>
          <p:spPr>
            <a:xfrm>
              <a:off x="1581000" y="3412830"/>
              <a:ext cx="2729056" cy="576370"/>
            </a:xfrm>
            <a:custGeom>
              <a:avLst/>
              <a:gdLst>
                <a:gd name="csX0" fmla="*/ 2697301 w 2729056"/>
                <a:gd name="csY0" fmla="*/ 576370 h 576370"/>
                <a:gd name="csX1" fmla="*/ 2729056 w 2729056"/>
                <a:gd name="csY1" fmla="*/ 398659 h 576370"/>
                <a:gd name="csX2" fmla="*/ 0 w 2729056"/>
                <a:gd name="csY2" fmla="*/ 0 h 576370"/>
                <a:gd name="csX3" fmla="*/ 2697301 w 2729056"/>
                <a:gd name="csY3" fmla="*/ 57637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2697301" y="576370"/>
                  </a:moveTo>
                  <a:cubicBezTo>
                    <a:pt x="2709880" y="517378"/>
                    <a:pt x="2720384" y="458141"/>
                    <a:pt x="2729056" y="398659"/>
                  </a:cubicBezTo>
                  <a:lnTo>
                    <a:pt x="0" y="0"/>
                  </a:lnTo>
                  <a:lnTo>
                    <a:pt x="2697301" y="57637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09449C8-251E-6E5F-9F01-752C0FAB6440}"/>
                </a:ext>
              </a:extLst>
            </p:cNvPr>
            <p:cNvSpPr/>
            <p:nvPr/>
          </p:nvSpPr>
          <p:spPr>
            <a:xfrm>
              <a:off x="1581000" y="3412708"/>
              <a:ext cx="2757514" cy="219360"/>
            </a:xfrm>
            <a:custGeom>
              <a:avLst/>
              <a:gdLst>
                <a:gd name="csX0" fmla="*/ 2749087 w 2757514"/>
                <a:gd name="csY0" fmla="*/ 219360 h 219360"/>
                <a:gd name="csX1" fmla="*/ 2757515 w 2757514"/>
                <a:gd name="csY1" fmla="*/ 39084 h 219360"/>
                <a:gd name="csX2" fmla="*/ 0 w 2757514"/>
                <a:gd name="csY2" fmla="*/ 0 h 219360"/>
                <a:gd name="csX3" fmla="*/ 2749087 w 2757514"/>
                <a:gd name="csY3" fmla="*/ 21936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2749087" y="219360"/>
                  </a:moveTo>
                  <a:cubicBezTo>
                    <a:pt x="2753850" y="159391"/>
                    <a:pt x="2756660" y="99177"/>
                    <a:pt x="2757515" y="39084"/>
                  </a:cubicBezTo>
                  <a:lnTo>
                    <a:pt x="0" y="0"/>
                  </a:lnTo>
                  <a:lnTo>
                    <a:pt x="2749087" y="21936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015D8CFE-92CE-A67A-4710-72B4C51D425D}"/>
                </a:ext>
              </a:extLst>
            </p:cNvPr>
            <p:cNvSpPr/>
            <p:nvPr/>
          </p:nvSpPr>
          <p:spPr>
            <a:xfrm>
              <a:off x="1581000" y="3412830"/>
              <a:ext cx="2749086" cy="398659"/>
            </a:xfrm>
            <a:custGeom>
              <a:avLst/>
              <a:gdLst>
                <a:gd name="csX0" fmla="*/ 2729056 w 2749086"/>
                <a:gd name="csY0" fmla="*/ 398659 h 398659"/>
                <a:gd name="csX1" fmla="*/ 2749087 w 2749086"/>
                <a:gd name="csY1" fmla="*/ 219360 h 398659"/>
                <a:gd name="csX2" fmla="*/ 0 w 2749086"/>
                <a:gd name="csY2" fmla="*/ 0 h 398659"/>
                <a:gd name="csX3" fmla="*/ 2729056 w 2749086"/>
                <a:gd name="csY3" fmla="*/ 398659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729056" y="398659"/>
                  </a:moveTo>
                  <a:cubicBezTo>
                    <a:pt x="2737728" y="339056"/>
                    <a:pt x="2744323" y="279208"/>
                    <a:pt x="2749087" y="219360"/>
                  </a:cubicBezTo>
                  <a:lnTo>
                    <a:pt x="0" y="0"/>
                  </a:lnTo>
                  <a:lnTo>
                    <a:pt x="2729056" y="39865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965652AE-5360-67E0-A56D-734817CA4212}"/>
                </a:ext>
              </a:extLst>
            </p:cNvPr>
            <p:cNvSpPr/>
            <p:nvPr/>
          </p:nvSpPr>
          <p:spPr>
            <a:xfrm>
              <a:off x="1581000" y="3412830"/>
              <a:ext cx="2455955" cy="1412528"/>
            </a:xfrm>
            <a:custGeom>
              <a:avLst/>
              <a:gdLst>
                <a:gd name="csX0" fmla="*/ 2368504 w 2455955"/>
                <a:gd name="csY0" fmla="*/ 1412528 h 1412528"/>
                <a:gd name="csX1" fmla="*/ 2455955 w 2455955"/>
                <a:gd name="csY1" fmla="*/ 1254726 h 1412528"/>
                <a:gd name="csX2" fmla="*/ 0 w 2455955"/>
                <a:gd name="csY2" fmla="*/ 0 h 1412528"/>
                <a:gd name="csX3" fmla="*/ 2368504 w 2455955"/>
                <a:gd name="csY3" fmla="*/ 1412528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2368504" y="1412528"/>
                  </a:moveTo>
                  <a:cubicBezTo>
                    <a:pt x="2399528" y="1360620"/>
                    <a:pt x="2428718" y="1307978"/>
                    <a:pt x="2455955" y="1254726"/>
                  </a:cubicBezTo>
                  <a:lnTo>
                    <a:pt x="0" y="0"/>
                  </a:lnTo>
                  <a:lnTo>
                    <a:pt x="2368504" y="14125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5B2E6133-0D14-BAEA-8E77-206719C4683E}"/>
                </a:ext>
              </a:extLst>
            </p:cNvPr>
            <p:cNvSpPr/>
            <p:nvPr/>
          </p:nvSpPr>
          <p:spPr>
            <a:xfrm>
              <a:off x="1581000" y="3412830"/>
              <a:ext cx="2368503" cy="1564346"/>
            </a:xfrm>
            <a:custGeom>
              <a:avLst/>
              <a:gdLst>
                <a:gd name="csX0" fmla="*/ 2270916 w 2368503"/>
                <a:gd name="csY0" fmla="*/ 1564346 h 1564346"/>
                <a:gd name="csX1" fmla="*/ 2368504 w 2368503"/>
                <a:gd name="csY1" fmla="*/ 1412528 h 1564346"/>
                <a:gd name="csX2" fmla="*/ 0 w 2368503"/>
                <a:gd name="csY2" fmla="*/ 0 h 1564346"/>
                <a:gd name="csX3" fmla="*/ 2270916 w 2368503"/>
                <a:gd name="csY3" fmla="*/ 1564346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3" h="1564346">
                  <a:moveTo>
                    <a:pt x="2270916" y="1564346"/>
                  </a:moveTo>
                  <a:cubicBezTo>
                    <a:pt x="2305359" y="1514514"/>
                    <a:pt x="2337847" y="1463949"/>
                    <a:pt x="2368504" y="1412528"/>
                  </a:cubicBezTo>
                  <a:lnTo>
                    <a:pt x="0" y="0"/>
                  </a:lnTo>
                  <a:lnTo>
                    <a:pt x="2270916" y="15643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1D3F0FC-498E-B659-0823-8DCEB2B5E9D1}"/>
                </a:ext>
              </a:extLst>
            </p:cNvPr>
            <p:cNvSpPr/>
            <p:nvPr/>
          </p:nvSpPr>
          <p:spPr>
            <a:xfrm>
              <a:off x="1581000" y="3412830"/>
              <a:ext cx="2598978" cy="1091549"/>
            </a:xfrm>
            <a:custGeom>
              <a:avLst/>
              <a:gdLst>
                <a:gd name="csX0" fmla="*/ 2533147 w 2598978"/>
                <a:gd name="csY0" fmla="*/ 1091549 h 1091549"/>
                <a:gd name="csX1" fmla="*/ 2598979 w 2598978"/>
                <a:gd name="csY1" fmla="*/ 923487 h 1091549"/>
                <a:gd name="csX2" fmla="*/ 0 w 2598978"/>
                <a:gd name="csY2" fmla="*/ 0 h 1091549"/>
                <a:gd name="csX3" fmla="*/ 2533147 w 2598978"/>
                <a:gd name="csY3" fmla="*/ 1091549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2533147" y="1091549"/>
                  </a:moveTo>
                  <a:cubicBezTo>
                    <a:pt x="2557085" y="1036099"/>
                    <a:pt x="2578949" y="980037"/>
                    <a:pt x="2598979" y="923487"/>
                  </a:cubicBezTo>
                  <a:lnTo>
                    <a:pt x="0" y="0"/>
                  </a:lnTo>
                  <a:lnTo>
                    <a:pt x="2533147" y="109154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733707C5-3952-DFF0-E879-1B5F4B840187}"/>
                </a:ext>
              </a:extLst>
            </p:cNvPr>
            <p:cNvSpPr/>
            <p:nvPr/>
          </p:nvSpPr>
          <p:spPr>
            <a:xfrm>
              <a:off x="1581000" y="3412708"/>
              <a:ext cx="2270915" cy="1709324"/>
            </a:xfrm>
            <a:custGeom>
              <a:avLst/>
              <a:gdLst>
                <a:gd name="csX0" fmla="*/ 2163434 w 2270915"/>
                <a:gd name="csY0" fmla="*/ 1709324 h 1709324"/>
                <a:gd name="csX1" fmla="*/ 2270916 w 2270915"/>
                <a:gd name="csY1" fmla="*/ 1564346 h 1709324"/>
                <a:gd name="csX2" fmla="*/ 0 w 2270915"/>
                <a:gd name="csY2" fmla="*/ 0 h 1709324"/>
                <a:gd name="csX3" fmla="*/ 2163434 w 2270915"/>
                <a:gd name="csY3" fmla="*/ 170920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2163434" y="1709324"/>
                  </a:moveTo>
                  <a:cubicBezTo>
                    <a:pt x="2201053" y="1661813"/>
                    <a:pt x="2236962" y="1613568"/>
                    <a:pt x="2270916" y="1564346"/>
                  </a:cubicBezTo>
                  <a:lnTo>
                    <a:pt x="0" y="0"/>
                  </a:lnTo>
                  <a:lnTo>
                    <a:pt x="2163434" y="170920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36A3AFF1-5341-8305-FCBE-5251FB801817}"/>
                </a:ext>
              </a:extLst>
            </p:cNvPr>
            <p:cNvSpPr/>
            <p:nvPr/>
          </p:nvSpPr>
          <p:spPr>
            <a:xfrm>
              <a:off x="1580878" y="3412830"/>
              <a:ext cx="2533146" cy="1254725"/>
            </a:xfrm>
            <a:custGeom>
              <a:avLst/>
              <a:gdLst>
                <a:gd name="csX0" fmla="*/ 2456078 w 2533146"/>
                <a:gd name="csY0" fmla="*/ 1254726 h 1254725"/>
                <a:gd name="csX1" fmla="*/ 2533147 w 2533146"/>
                <a:gd name="csY1" fmla="*/ 1091549 h 1254725"/>
                <a:gd name="csX2" fmla="*/ 0 w 2533146"/>
                <a:gd name="csY2" fmla="*/ 0 h 1254725"/>
                <a:gd name="csX3" fmla="*/ 2455955 w 2533146"/>
                <a:gd name="csY3" fmla="*/ 1254726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2456078" y="1254726"/>
                  </a:moveTo>
                  <a:cubicBezTo>
                    <a:pt x="2483559" y="1200985"/>
                    <a:pt x="2509452" y="1146511"/>
                    <a:pt x="2533147" y="1091549"/>
                  </a:cubicBezTo>
                  <a:lnTo>
                    <a:pt x="0" y="0"/>
                  </a:lnTo>
                  <a:lnTo>
                    <a:pt x="2455955" y="12547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D4521684-C64D-3294-0CE5-2C028167FC4E}"/>
                </a:ext>
              </a:extLst>
            </p:cNvPr>
            <p:cNvSpPr/>
            <p:nvPr/>
          </p:nvSpPr>
          <p:spPr>
            <a:xfrm>
              <a:off x="1581000" y="3271394"/>
              <a:ext cx="2757810" cy="180520"/>
            </a:xfrm>
            <a:custGeom>
              <a:avLst/>
              <a:gdLst>
                <a:gd name="csX0" fmla="*/ 2757515 w 2757810"/>
                <a:gd name="csY0" fmla="*/ 180398 h 180520"/>
                <a:gd name="csX1" fmla="*/ 2754339 w 2757810"/>
                <a:gd name="csY1" fmla="*/ 0 h 180520"/>
                <a:gd name="csX2" fmla="*/ 0 w 2757810"/>
                <a:gd name="csY2" fmla="*/ 141436 h 180520"/>
                <a:gd name="csX3" fmla="*/ 2757515 w 2757810"/>
                <a:gd name="csY3" fmla="*/ 18052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757515" y="180398"/>
                  </a:moveTo>
                  <a:cubicBezTo>
                    <a:pt x="2758370" y="120184"/>
                    <a:pt x="2757392" y="60092"/>
                    <a:pt x="2754339" y="0"/>
                  </a:cubicBezTo>
                  <a:lnTo>
                    <a:pt x="0" y="141436"/>
                  </a:lnTo>
                  <a:lnTo>
                    <a:pt x="2757515" y="18052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C113E672-F50C-69DB-B214-64B433F77579}"/>
                </a:ext>
              </a:extLst>
            </p:cNvPr>
            <p:cNvSpPr/>
            <p:nvPr/>
          </p:nvSpPr>
          <p:spPr>
            <a:xfrm>
              <a:off x="1581000" y="3412830"/>
              <a:ext cx="2697300" cy="751516"/>
            </a:xfrm>
            <a:custGeom>
              <a:avLst/>
              <a:gdLst>
                <a:gd name="csX0" fmla="*/ 2653819 w 2697300"/>
                <a:gd name="csY0" fmla="*/ 751516 h 751516"/>
                <a:gd name="csX1" fmla="*/ 2697301 w 2697300"/>
                <a:gd name="csY1" fmla="*/ 576370 h 751516"/>
                <a:gd name="csX2" fmla="*/ 0 w 2697300"/>
                <a:gd name="csY2" fmla="*/ 0 h 751516"/>
                <a:gd name="csX3" fmla="*/ 2653819 w 2697300"/>
                <a:gd name="csY3" fmla="*/ 751516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2653819" y="751516"/>
                  </a:moveTo>
                  <a:cubicBezTo>
                    <a:pt x="2670185" y="693501"/>
                    <a:pt x="2684842" y="635119"/>
                    <a:pt x="2697301" y="576370"/>
                  </a:cubicBezTo>
                  <a:lnTo>
                    <a:pt x="0" y="0"/>
                  </a:lnTo>
                  <a:lnTo>
                    <a:pt x="2653819" y="7515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184AC56B-0CA6-B135-FBD1-0435970263E5}"/>
                </a:ext>
              </a:extLst>
            </p:cNvPr>
            <p:cNvSpPr/>
            <p:nvPr/>
          </p:nvSpPr>
          <p:spPr>
            <a:xfrm>
              <a:off x="1581000" y="1765186"/>
              <a:ext cx="2314641" cy="1647644"/>
            </a:xfrm>
            <a:custGeom>
              <a:avLst/>
              <a:gdLst>
                <a:gd name="csX0" fmla="*/ 2314641 w 2314641"/>
                <a:gd name="csY0" fmla="*/ 148031 h 1647644"/>
                <a:gd name="csX1" fmla="*/ 2211434 w 2314641"/>
                <a:gd name="csY1" fmla="*/ 0 h 1647644"/>
                <a:gd name="csX2" fmla="*/ 0 w 2314641"/>
                <a:gd name="csY2" fmla="*/ 1647644 h 1647644"/>
                <a:gd name="csX3" fmla="*/ 2314641 w 2314641"/>
                <a:gd name="csY3" fmla="*/ 148031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2314641" y="148031"/>
                  </a:moveTo>
                  <a:cubicBezTo>
                    <a:pt x="2282031" y="97833"/>
                    <a:pt x="2247588" y="48367"/>
                    <a:pt x="2211434" y="0"/>
                  </a:cubicBezTo>
                  <a:lnTo>
                    <a:pt x="0" y="1647644"/>
                  </a:lnTo>
                  <a:lnTo>
                    <a:pt x="2314641" y="148031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0179223-687B-718F-99E1-EBA412C5D72C}"/>
                </a:ext>
              </a:extLst>
            </p:cNvPr>
            <p:cNvSpPr/>
            <p:nvPr/>
          </p:nvSpPr>
          <p:spPr>
            <a:xfrm>
              <a:off x="1581122" y="1624238"/>
              <a:ext cx="2211434" cy="1788591"/>
            </a:xfrm>
            <a:custGeom>
              <a:avLst/>
              <a:gdLst>
                <a:gd name="csX0" fmla="*/ 2211312 w 2211434"/>
                <a:gd name="csY0" fmla="*/ 140948 h 1788591"/>
                <a:gd name="csX1" fmla="*/ 2098701 w 2211434"/>
                <a:gd name="csY1" fmla="*/ 0 h 1788591"/>
                <a:gd name="csX2" fmla="*/ 0 w 2211434"/>
                <a:gd name="csY2" fmla="*/ 1788592 h 1788591"/>
                <a:gd name="csX3" fmla="*/ 2211434 w 2211434"/>
                <a:gd name="csY3" fmla="*/ 140948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2211312" y="140948"/>
                  </a:moveTo>
                  <a:cubicBezTo>
                    <a:pt x="2175526" y="92947"/>
                    <a:pt x="2138029" y="45924"/>
                    <a:pt x="2098701" y="0"/>
                  </a:cubicBezTo>
                  <a:lnTo>
                    <a:pt x="0" y="1788592"/>
                  </a:lnTo>
                  <a:lnTo>
                    <a:pt x="2211434" y="140948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E2490D53-AFC6-A53E-361E-51580083A80C}"/>
                </a:ext>
              </a:extLst>
            </p:cNvPr>
            <p:cNvSpPr/>
            <p:nvPr/>
          </p:nvSpPr>
          <p:spPr>
            <a:xfrm>
              <a:off x="1581000" y="3091606"/>
              <a:ext cx="2754338" cy="321223"/>
            </a:xfrm>
            <a:custGeom>
              <a:avLst/>
              <a:gdLst>
                <a:gd name="csX0" fmla="*/ 2754339 w 2754338"/>
                <a:gd name="csY0" fmla="*/ 179787 h 321223"/>
                <a:gd name="csX1" fmla="*/ 2739072 w 2754338"/>
                <a:gd name="csY1" fmla="*/ 0 h 321223"/>
                <a:gd name="csX2" fmla="*/ 0 w 2754338"/>
                <a:gd name="csY2" fmla="*/ 321223 h 321223"/>
                <a:gd name="csX3" fmla="*/ 2754339 w 2754338"/>
                <a:gd name="csY3" fmla="*/ 179787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2754339" y="179787"/>
                  </a:moveTo>
                  <a:cubicBezTo>
                    <a:pt x="2751285" y="119695"/>
                    <a:pt x="2746034" y="59725"/>
                    <a:pt x="2739072" y="0"/>
                  </a:cubicBezTo>
                  <a:lnTo>
                    <a:pt x="0" y="321223"/>
                  </a:lnTo>
                  <a:lnTo>
                    <a:pt x="2754339" y="1797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1339570C-3C03-E841-D56D-ECD0A4CB8990}"/>
                </a:ext>
              </a:extLst>
            </p:cNvPr>
            <p:cNvSpPr/>
            <p:nvPr/>
          </p:nvSpPr>
          <p:spPr>
            <a:xfrm>
              <a:off x="1581000" y="1365671"/>
              <a:ext cx="1977051" cy="2047036"/>
            </a:xfrm>
            <a:custGeom>
              <a:avLst/>
              <a:gdLst>
                <a:gd name="csX0" fmla="*/ 1977051 w 1977051"/>
                <a:gd name="csY0" fmla="*/ 125314 h 2047036"/>
                <a:gd name="csX1" fmla="*/ 1847218 w 1977051"/>
                <a:gd name="csY1" fmla="*/ 0 h 2047036"/>
                <a:gd name="csX2" fmla="*/ 0 w 1977051"/>
                <a:gd name="csY2" fmla="*/ 2047036 h 2047036"/>
                <a:gd name="csX3" fmla="*/ 1977051 w 1977051"/>
                <a:gd name="csY3" fmla="*/ 125192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1977051" y="125314"/>
                  </a:moveTo>
                  <a:cubicBezTo>
                    <a:pt x="1935402" y="82565"/>
                    <a:pt x="1892165" y="40672"/>
                    <a:pt x="1847218" y="0"/>
                  </a:cubicBezTo>
                  <a:lnTo>
                    <a:pt x="0" y="2047036"/>
                  </a:lnTo>
                  <a:lnTo>
                    <a:pt x="1977051" y="12519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8368F4E-8C90-55A2-EE1C-308CE0AEC45C}"/>
                </a:ext>
              </a:extLst>
            </p:cNvPr>
            <p:cNvSpPr/>
            <p:nvPr/>
          </p:nvSpPr>
          <p:spPr>
            <a:xfrm>
              <a:off x="1580878" y="1490985"/>
              <a:ext cx="2098822" cy="1921844"/>
            </a:xfrm>
            <a:custGeom>
              <a:avLst/>
              <a:gdLst>
                <a:gd name="csX0" fmla="*/ 2098823 w 2098822"/>
                <a:gd name="csY0" fmla="*/ 133131 h 1921844"/>
                <a:gd name="csX1" fmla="*/ 1977051 w 2098822"/>
                <a:gd name="csY1" fmla="*/ 0 h 1921844"/>
                <a:gd name="csX2" fmla="*/ 0 w 2098822"/>
                <a:gd name="csY2" fmla="*/ 1921845 h 1921844"/>
                <a:gd name="csX3" fmla="*/ 2098701 w 2098822"/>
                <a:gd name="csY3" fmla="*/ 133253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2098823" y="133131"/>
                  </a:moveTo>
                  <a:cubicBezTo>
                    <a:pt x="2059983" y="87695"/>
                    <a:pt x="2019311" y="43359"/>
                    <a:pt x="1977051" y="0"/>
                  </a:cubicBezTo>
                  <a:lnTo>
                    <a:pt x="0" y="1921845"/>
                  </a:lnTo>
                  <a:lnTo>
                    <a:pt x="2098701" y="133253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7963F1DE-BFC7-B486-7E98-FE8ABA1687EC}"/>
                </a:ext>
              </a:extLst>
            </p:cNvPr>
            <p:cNvSpPr/>
            <p:nvPr/>
          </p:nvSpPr>
          <p:spPr>
            <a:xfrm>
              <a:off x="1581000" y="2736795"/>
              <a:ext cx="2712200" cy="676034"/>
            </a:xfrm>
            <a:custGeom>
              <a:avLst/>
              <a:gdLst>
                <a:gd name="csX0" fmla="*/ 2712201 w 2712200"/>
                <a:gd name="csY0" fmla="*/ 176367 h 676034"/>
                <a:gd name="csX1" fmla="*/ 2673849 w 2712200"/>
                <a:gd name="csY1" fmla="*/ 0 h 676034"/>
                <a:gd name="csX2" fmla="*/ 0 w 2712200"/>
                <a:gd name="csY2" fmla="*/ 676035 h 676034"/>
                <a:gd name="csX3" fmla="*/ 2712201 w 2712200"/>
                <a:gd name="csY3" fmla="*/ 176367 h 676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4">
                  <a:moveTo>
                    <a:pt x="2712201" y="176367"/>
                  </a:moveTo>
                  <a:cubicBezTo>
                    <a:pt x="2701331" y="117253"/>
                    <a:pt x="2688628" y="58382"/>
                    <a:pt x="2673849" y="0"/>
                  </a:cubicBezTo>
                  <a:lnTo>
                    <a:pt x="0" y="676035"/>
                  </a:lnTo>
                  <a:lnTo>
                    <a:pt x="2712201" y="1763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51FBB8A-C18D-DD53-2C2A-BD68BB94B591}"/>
                </a:ext>
              </a:extLst>
            </p:cNvPr>
            <p:cNvSpPr/>
            <p:nvPr/>
          </p:nvSpPr>
          <p:spPr>
            <a:xfrm>
              <a:off x="1581000" y="2913162"/>
              <a:ext cx="2739071" cy="499667"/>
            </a:xfrm>
            <a:custGeom>
              <a:avLst/>
              <a:gdLst>
                <a:gd name="csX0" fmla="*/ 2739072 w 2739071"/>
                <a:gd name="csY0" fmla="*/ 178444 h 499667"/>
                <a:gd name="csX1" fmla="*/ 2712201 w 2739071"/>
                <a:gd name="csY1" fmla="*/ 0 h 499667"/>
                <a:gd name="csX2" fmla="*/ 0 w 2739071"/>
                <a:gd name="csY2" fmla="*/ 499667 h 499667"/>
                <a:gd name="csX3" fmla="*/ 2739072 w 2739071"/>
                <a:gd name="csY3" fmla="*/ 17844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2739072" y="178444"/>
                  </a:moveTo>
                  <a:cubicBezTo>
                    <a:pt x="2732110" y="118718"/>
                    <a:pt x="2723072" y="59237"/>
                    <a:pt x="2712201" y="0"/>
                  </a:cubicBezTo>
                  <a:lnTo>
                    <a:pt x="0" y="499667"/>
                  </a:lnTo>
                  <a:lnTo>
                    <a:pt x="2739072" y="1784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0FD6A6BF-E7C6-8250-53CC-13752F5EC316}"/>
                </a:ext>
              </a:extLst>
            </p:cNvPr>
            <p:cNvSpPr/>
            <p:nvPr/>
          </p:nvSpPr>
          <p:spPr>
            <a:xfrm>
              <a:off x="1581000" y="2563359"/>
              <a:ext cx="2673849" cy="849471"/>
            </a:xfrm>
            <a:custGeom>
              <a:avLst/>
              <a:gdLst>
                <a:gd name="csX0" fmla="*/ 2673849 w 2673849"/>
                <a:gd name="csY0" fmla="*/ 173436 h 849471"/>
                <a:gd name="csX1" fmla="*/ 2624018 w 2673849"/>
                <a:gd name="csY1" fmla="*/ 0 h 849471"/>
                <a:gd name="csX2" fmla="*/ 0 w 2673849"/>
                <a:gd name="csY2" fmla="*/ 849471 h 849471"/>
                <a:gd name="csX3" fmla="*/ 2673849 w 2673849"/>
                <a:gd name="csY3" fmla="*/ 173436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2673849" y="173436"/>
                  </a:moveTo>
                  <a:cubicBezTo>
                    <a:pt x="2659193" y="115176"/>
                    <a:pt x="2642582" y="57283"/>
                    <a:pt x="2624018" y="0"/>
                  </a:cubicBezTo>
                  <a:lnTo>
                    <a:pt x="0" y="849471"/>
                  </a:lnTo>
                  <a:lnTo>
                    <a:pt x="2673849" y="173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4C79A39E-4410-9975-FA1B-C73BC7B4839A}"/>
                </a:ext>
              </a:extLst>
            </p:cNvPr>
            <p:cNvGrpSpPr/>
            <p:nvPr/>
          </p:nvGrpSpPr>
          <p:grpSpPr>
            <a:xfrm>
              <a:off x="1580878" y="1913217"/>
              <a:ext cx="2562948" cy="1499735"/>
              <a:chOff x="1580878" y="1913217"/>
              <a:chExt cx="2562948" cy="1499735"/>
            </a:xfrm>
            <a:solidFill>
              <a:srgbClr val="FFE07F"/>
            </a:solidFill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D7CB051-18ED-7A07-9727-A360BD8F28DC}"/>
                  </a:ext>
                </a:extLst>
              </p:cNvPr>
              <p:cNvSpPr/>
              <p:nvPr/>
            </p:nvSpPr>
            <p:spPr>
              <a:xfrm>
                <a:off x="1580878" y="1913217"/>
                <a:ext cx="2408077" cy="1499612"/>
              </a:xfrm>
              <a:custGeom>
                <a:avLst/>
                <a:gdLst>
                  <a:gd name="csX0" fmla="*/ 2408077 w 2408077"/>
                  <a:gd name="csY0" fmla="*/ 154383 h 1499612"/>
                  <a:gd name="csX1" fmla="*/ 2314641 w 2408077"/>
                  <a:gd name="csY1" fmla="*/ 0 h 1499612"/>
                  <a:gd name="csX2" fmla="*/ 0 w 2408077"/>
                  <a:gd name="csY2" fmla="*/ 1499613 h 1499612"/>
                  <a:gd name="csX3" fmla="*/ 2407955 w 2408077"/>
                  <a:gd name="csY3" fmla="*/ 154383 h 14996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08077" h="1499612">
                    <a:moveTo>
                      <a:pt x="2408077" y="154383"/>
                    </a:moveTo>
                    <a:cubicBezTo>
                      <a:pt x="2378764" y="102108"/>
                      <a:pt x="2347619" y="50565"/>
                      <a:pt x="2314641" y="0"/>
                    </a:cubicBezTo>
                    <a:lnTo>
                      <a:pt x="0" y="1499613"/>
                    </a:lnTo>
                    <a:lnTo>
                      <a:pt x="2407955" y="154383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1745A280-8AC9-2AD4-655E-95511B5282AD}"/>
                  </a:ext>
                </a:extLst>
              </p:cNvPr>
              <p:cNvSpPr/>
              <p:nvPr/>
            </p:nvSpPr>
            <p:spPr>
              <a:xfrm>
                <a:off x="1581122" y="2067722"/>
                <a:ext cx="2490764" cy="1345230"/>
              </a:xfrm>
              <a:custGeom>
                <a:avLst/>
                <a:gdLst>
                  <a:gd name="csX0" fmla="*/ 2490642 w 2490764"/>
                  <a:gd name="csY0" fmla="*/ 160367 h 1345230"/>
                  <a:gd name="csX1" fmla="*/ 2407954 w 2490764"/>
                  <a:gd name="csY1" fmla="*/ 0 h 1345230"/>
                  <a:gd name="csX2" fmla="*/ 0 w 2490764"/>
                  <a:gd name="csY2" fmla="*/ 1345230 h 1345230"/>
                  <a:gd name="csX3" fmla="*/ 2490764 w 2490764"/>
                  <a:gd name="csY3" fmla="*/ 160490 h 1345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90764" h="1345230">
                    <a:moveTo>
                      <a:pt x="2490642" y="160367"/>
                    </a:moveTo>
                    <a:cubicBezTo>
                      <a:pt x="2464871" y="106138"/>
                      <a:pt x="2437390" y="52642"/>
                      <a:pt x="2407954" y="0"/>
                    </a:cubicBezTo>
                    <a:lnTo>
                      <a:pt x="0" y="1345230"/>
                    </a:lnTo>
                    <a:lnTo>
                      <a:pt x="2490764" y="160490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C58F1575-56A6-8C86-1EDE-0C4E82930AB8}"/>
                  </a:ext>
                </a:extLst>
              </p:cNvPr>
              <p:cNvSpPr/>
              <p:nvPr/>
            </p:nvSpPr>
            <p:spPr>
              <a:xfrm>
                <a:off x="1581000" y="2227967"/>
                <a:ext cx="2562826" cy="1184740"/>
              </a:xfrm>
              <a:custGeom>
                <a:avLst/>
                <a:gdLst>
                  <a:gd name="csX0" fmla="*/ 2562826 w 2562826"/>
                  <a:gd name="csY0" fmla="*/ 165497 h 1184740"/>
                  <a:gd name="csX1" fmla="*/ 2490764 w 2562826"/>
                  <a:gd name="csY1" fmla="*/ 0 h 1184740"/>
                  <a:gd name="csX2" fmla="*/ 0 w 2562826"/>
                  <a:gd name="csY2" fmla="*/ 1184740 h 1184740"/>
                  <a:gd name="csX3" fmla="*/ 2562826 w 2562826"/>
                  <a:gd name="csY3" fmla="*/ 165375 h 1184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562826" h="1184740">
                    <a:moveTo>
                      <a:pt x="2562826" y="165497"/>
                    </a:moveTo>
                    <a:cubicBezTo>
                      <a:pt x="2540719" y="109680"/>
                      <a:pt x="2516658" y="54474"/>
                      <a:pt x="2490764" y="0"/>
                    </a:cubicBezTo>
                    <a:lnTo>
                      <a:pt x="0" y="1184740"/>
                    </a:lnTo>
                    <a:lnTo>
                      <a:pt x="2562826" y="165375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AE386FDF-02E2-F74E-B91C-8B5829F8F6D1}"/>
                </a:ext>
              </a:extLst>
            </p:cNvPr>
            <p:cNvSpPr/>
            <p:nvPr/>
          </p:nvSpPr>
          <p:spPr>
            <a:xfrm>
              <a:off x="1581000" y="2393464"/>
              <a:ext cx="2624017" cy="1019365"/>
            </a:xfrm>
            <a:custGeom>
              <a:avLst/>
              <a:gdLst>
                <a:gd name="csX0" fmla="*/ 2624018 w 2624017"/>
                <a:gd name="csY0" fmla="*/ 169772 h 1019365"/>
                <a:gd name="csX1" fmla="*/ 2562826 w 2624017"/>
                <a:gd name="csY1" fmla="*/ 0 h 1019365"/>
                <a:gd name="csX2" fmla="*/ 0 w 2624017"/>
                <a:gd name="csY2" fmla="*/ 1019365 h 1019365"/>
                <a:gd name="csX3" fmla="*/ 2624018 w 2624017"/>
                <a:gd name="csY3" fmla="*/ 169894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2624018" y="169772"/>
                  </a:moveTo>
                  <a:cubicBezTo>
                    <a:pt x="2605575" y="112611"/>
                    <a:pt x="2585055" y="56061"/>
                    <a:pt x="2562826" y="0"/>
                  </a:cubicBezTo>
                  <a:lnTo>
                    <a:pt x="0" y="1019365"/>
                  </a:lnTo>
                  <a:lnTo>
                    <a:pt x="2624018" y="16989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2A162DA8-B167-3A70-FD2E-E0D10AD02CE8}"/>
                </a:ext>
              </a:extLst>
            </p:cNvPr>
            <p:cNvSpPr/>
            <p:nvPr/>
          </p:nvSpPr>
          <p:spPr>
            <a:xfrm>
              <a:off x="829484" y="3412830"/>
              <a:ext cx="751516" cy="2697299"/>
            </a:xfrm>
            <a:custGeom>
              <a:avLst/>
              <a:gdLst>
                <a:gd name="csX0" fmla="*/ 0 w 751516"/>
                <a:gd name="csY0" fmla="*/ 2653819 h 2697299"/>
                <a:gd name="csX1" fmla="*/ 175146 w 751516"/>
                <a:gd name="csY1" fmla="*/ 2697300 h 2697299"/>
                <a:gd name="csX2" fmla="*/ 751516 w 751516"/>
                <a:gd name="csY2" fmla="*/ 0 h 2697299"/>
                <a:gd name="csX3" fmla="*/ 0 w 751516"/>
                <a:gd name="csY3" fmla="*/ 2653819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0" y="2653819"/>
                  </a:moveTo>
                  <a:cubicBezTo>
                    <a:pt x="58016" y="2670185"/>
                    <a:pt x="116398" y="2684842"/>
                    <a:pt x="175146" y="2697300"/>
                  </a:cubicBezTo>
                  <a:lnTo>
                    <a:pt x="751516" y="0"/>
                  </a:lnTo>
                  <a:lnTo>
                    <a:pt x="0" y="265381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E4ED4491-94A2-8D32-2430-A22BE89369DD}"/>
                </a:ext>
              </a:extLst>
            </p:cNvPr>
            <p:cNvSpPr/>
            <p:nvPr/>
          </p:nvSpPr>
          <p:spPr>
            <a:xfrm>
              <a:off x="1182341" y="3412830"/>
              <a:ext cx="398659" cy="2749086"/>
            </a:xfrm>
            <a:custGeom>
              <a:avLst/>
              <a:gdLst>
                <a:gd name="csX0" fmla="*/ 0 w 398659"/>
                <a:gd name="csY0" fmla="*/ 2729056 h 2749086"/>
                <a:gd name="csX1" fmla="*/ 179299 w 398659"/>
                <a:gd name="csY1" fmla="*/ 2749087 h 2749086"/>
                <a:gd name="csX2" fmla="*/ 398659 w 398659"/>
                <a:gd name="csY2" fmla="*/ 0 h 2749086"/>
                <a:gd name="csX3" fmla="*/ 0 w 398659"/>
                <a:gd name="csY3" fmla="*/ 2729056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9" h="2749086">
                  <a:moveTo>
                    <a:pt x="0" y="2729056"/>
                  </a:moveTo>
                  <a:cubicBezTo>
                    <a:pt x="59604" y="2737728"/>
                    <a:pt x="119451" y="2744323"/>
                    <a:pt x="179299" y="2749087"/>
                  </a:cubicBezTo>
                  <a:lnTo>
                    <a:pt x="398659" y="0"/>
                  </a:lnTo>
                  <a:lnTo>
                    <a:pt x="0" y="27290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614C4AE-A3B8-AF51-D97A-5764AAAD3120}"/>
                </a:ext>
              </a:extLst>
            </p:cNvPr>
            <p:cNvSpPr/>
            <p:nvPr/>
          </p:nvSpPr>
          <p:spPr>
            <a:xfrm>
              <a:off x="1004630" y="3412830"/>
              <a:ext cx="576370" cy="2729055"/>
            </a:xfrm>
            <a:custGeom>
              <a:avLst/>
              <a:gdLst>
                <a:gd name="csX0" fmla="*/ 0 w 576370"/>
                <a:gd name="csY0" fmla="*/ 2697300 h 2729055"/>
                <a:gd name="csX1" fmla="*/ 177711 w 576370"/>
                <a:gd name="csY1" fmla="*/ 2729056 h 2729055"/>
                <a:gd name="csX2" fmla="*/ 576370 w 576370"/>
                <a:gd name="csY2" fmla="*/ 0 h 2729055"/>
                <a:gd name="csX3" fmla="*/ 0 w 576370"/>
                <a:gd name="csY3" fmla="*/ 2697300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0" y="2697300"/>
                  </a:moveTo>
                  <a:cubicBezTo>
                    <a:pt x="58993" y="2709880"/>
                    <a:pt x="118230" y="2720384"/>
                    <a:pt x="177711" y="2729056"/>
                  </a:cubicBezTo>
                  <a:lnTo>
                    <a:pt x="576370" y="0"/>
                  </a:lnTo>
                  <a:lnTo>
                    <a:pt x="0" y="269730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977EED1-256E-7FC9-C020-633BB16FB0BC}"/>
                </a:ext>
              </a:extLst>
            </p:cNvPr>
            <p:cNvSpPr/>
            <p:nvPr/>
          </p:nvSpPr>
          <p:spPr>
            <a:xfrm>
              <a:off x="1361640" y="3412830"/>
              <a:ext cx="219360" cy="2757514"/>
            </a:xfrm>
            <a:custGeom>
              <a:avLst/>
              <a:gdLst>
                <a:gd name="csX0" fmla="*/ 0 w 219360"/>
                <a:gd name="csY0" fmla="*/ 2749087 h 2757514"/>
                <a:gd name="csX1" fmla="*/ 180276 w 219360"/>
                <a:gd name="csY1" fmla="*/ 2757514 h 2757514"/>
                <a:gd name="csX2" fmla="*/ 219360 w 219360"/>
                <a:gd name="csY2" fmla="*/ 0 h 2757514"/>
                <a:gd name="csX3" fmla="*/ 0 w 219360"/>
                <a:gd name="csY3" fmla="*/ 2749087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0" y="2749087"/>
                  </a:moveTo>
                  <a:cubicBezTo>
                    <a:pt x="59970" y="2753850"/>
                    <a:pt x="120184" y="2756659"/>
                    <a:pt x="180276" y="2757514"/>
                  </a:cubicBezTo>
                  <a:lnTo>
                    <a:pt x="219360" y="0"/>
                  </a:lnTo>
                  <a:lnTo>
                    <a:pt x="0" y="27490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AD6CA912-9DEE-BD95-9FD0-8552C8E191B5}"/>
                </a:ext>
              </a:extLst>
            </p:cNvPr>
            <p:cNvSpPr/>
            <p:nvPr/>
          </p:nvSpPr>
          <p:spPr>
            <a:xfrm>
              <a:off x="1581000" y="3412830"/>
              <a:ext cx="499667" cy="2739071"/>
            </a:xfrm>
            <a:custGeom>
              <a:avLst/>
              <a:gdLst>
                <a:gd name="csX0" fmla="*/ 321223 w 499667"/>
                <a:gd name="csY0" fmla="*/ 2739072 h 2739071"/>
                <a:gd name="csX1" fmla="*/ 499667 w 499667"/>
                <a:gd name="csY1" fmla="*/ 2712201 h 2739071"/>
                <a:gd name="csX2" fmla="*/ 0 w 499667"/>
                <a:gd name="csY2" fmla="*/ 0 h 2739071"/>
                <a:gd name="csX3" fmla="*/ 321223 w 499667"/>
                <a:gd name="csY3" fmla="*/ 2739072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321223" y="2739072"/>
                  </a:moveTo>
                  <a:cubicBezTo>
                    <a:pt x="380949" y="2732110"/>
                    <a:pt x="440430" y="2723071"/>
                    <a:pt x="499667" y="2712201"/>
                  </a:cubicBezTo>
                  <a:lnTo>
                    <a:pt x="0" y="0"/>
                  </a:lnTo>
                  <a:lnTo>
                    <a:pt x="321223" y="273907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5BF67A80-588D-01CE-A6A7-6C805BCFA9EE}"/>
                </a:ext>
              </a:extLst>
            </p:cNvPr>
            <p:cNvSpPr/>
            <p:nvPr/>
          </p:nvSpPr>
          <p:spPr>
            <a:xfrm>
              <a:off x="1581000" y="3412830"/>
              <a:ext cx="321223" cy="2754338"/>
            </a:xfrm>
            <a:custGeom>
              <a:avLst/>
              <a:gdLst>
                <a:gd name="csX0" fmla="*/ 141436 w 321223"/>
                <a:gd name="csY0" fmla="*/ 2754339 h 2754338"/>
                <a:gd name="csX1" fmla="*/ 321223 w 321223"/>
                <a:gd name="csY1" fmla="*/ 2739072 h 2754338"/>
                <a:gd name="csX2" fmla="*/ 0 w 321223"/>
                <a:gd name="csY2" fmla="*/ 0 h 2754338"/>
                <a:gd name="csX3" fmla="*/ 141436 w 321223"/>
                <a:gd name="csY3" fmla="*/ 2754339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41436" y="2754339"/>
                  </a:moveTo>
                  <a:cubicBezTo>
                    <a:pt x="201528" y="2751285"/>
                    <a:pt x="261498" y="2746034"/>
                    <a:pt x="321223" y="2739072"/>
                  </a:cubicBezTo>
                  <a:lnTo>
                    <a:pt x="0" y="0"/>
                  </a:lnTo>
                  <a:lnTo>
                    <a:pt x="141436" y="275433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A98A51CA-9D90-A780-B1D5-487501F6B4E2}"/>
                </a:ext>
              </a:extLst>
            </p:cNvPr>
            <p:cNvSpPr/>
            <p:nvPr/>
          </p:nvSpPr>
          <p:spPr>
            <a:xfrm>
              <a:off x="1541794" y="3412830"/>
              <a:ext cx="180520" cy="2757810"/>
            </a:xfrm>
            <a:custGeom>
              <a:avLst/>
              <a:gdLst>
                <a:gd name="csX0" fmla="*/ 122 w 180520"/>
                <a:gd name="csY0" fmla="*/ 2757514 h 2757810"/>
                <a:gd name="csX1" fmla="*/ 180520 w 180520"/>
                <a:gd name="csY1" fmla="*/ 2754339 h 2757810"/>
                <a:gd name="csX2" fmla="*/ 39084 w 180520"/>
                <a:gd name="csY2" fmla="*/ 0 h 2757810"/>
                <a:gd name="csX3" fmla="*/ 0 w 180520"/>
                <a:gd name="csY3" fmla="*/ 2757514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22" y="2757514"/>
                  </a:moveTo>
                  <a:cubicBezTo>
                    <a:pt x="60336" y="2758369"/>
                    <a:pt x="120428" y="2757392"/>
                    <a:pt x="180520" y="2754339"/>
                  </a:cubicBezTo>
                  <a:lnTo>
                    <a:pt x="39084" y="0"/>
                  </a:lnTo>
                  <a:lnTo>
                    <a:pt x="0" y="275751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B0AF7496-5F4B-CCE5-E7B5-357A91696DED}"/>
                </a:ext>
              </a:extLst>
            </p:cNvPr>
            <p:cNvSpPr/>
            <p:nvPr/>
          </p:nvSpPr>
          <p:spPr>
            <a:xfrm>
              <a:off x="16654" y="3412830"/>
              <a:ext cx="1564346" cy="2368504"/>
            </a:xfrm>
            <a:custGeom>
              <a:avLst/>
              <a:gdLst>
                <a:gd name="csX0" fmla="*/ 0 w 1564346"/>
                <a:gd name="csY0" fmla="*/ 2270916 h 2368504"/>
                <a:gd name="csX1" fmla="*/ 151818 w 1564346"/>
                <a:gd name="csY1" fmla="*/ 2368504 h 2368504"/>
                <a:gd name="csX2" fmla="*/ 1564346 w 1564346"/>
                <a:gd name="csY2" fmla="*/ 0 h 2368504"/>
                <a:gd name="csX3" fmla="*/ 0 w 1564346"/>
                <a:gd name="csY3" fmla="*/ 2270916 h 2368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6" h="2368504">
                  <a:moveTo>
                    <a:pt x="0" y="2270916"/>
                  </a:moveTo>
                  <a:cubicBezTo>
                    <a:pt x="49832" y="2305359"/>
                    <a:pt x="100398" y="2337847"/>
                    <a:pt x="151818" y="2368504"/>
                  </a:cubicBezTo>
                  <a:lnTo>
                    <a:pt x="1564346" y="0"/>
                  </a:lnTo>
                  <a:lnTo>
                    <a:pt x="0" y="22709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5E74294B-6A2C-783E-92FB-1857B4B86B4A}"/>
                </a:ext>
              </a:extLst>
            </p:cNvPr>
            <p:cNvSpPr/>
            <p:nvPr/>
          </p:nvSpPr>
          <p:spPr>
            <a:xfrm>
              <a:off x="168472" y="3412830"/>
              <a:ext cx="1412528" cy="2455955"/>
            </a:xfrm>
            <a:custGeom>
              <a:avLst/>
              <a:gdLst>
                <a:gd name="csX0" fmla="*/ 0 w 1412528"/>
                <a:gd name="csY0" fmla="*/ 2368504 h 2455955"/>
                <a:gd name="csX1" fmla="*/ 157803 w 1412528"/>
                <a:gd name="csY1" fmla="*/ 2455955 h 2455955"/>
                <a:gd name="csX2" fmla="*/ 1412528 w 1412528"/>
                <a:gd name="csY2" fmla="*/ 0 h 2455955"/>
                <a:gd name="csX3" fmla="*/ 0 w 1412528"/>
                <a:gd name="csY3" fmla="*/ 2368504 h 24559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5">
                  <a:moveTo>
                    <a:pt x="0" y="2368504"/>
                  </a:moveTo>
                  <a:cubicBezTo>
                    <a:pt x="51909" y="2399527"/>
                    <a:pt x="104550" y="2428718"/>
                    <a:pt x="157803" y="2455955"/>
                  </a:cubicBezTo>
                  <a:lnTo>
                    <a:pt x="1412528" y="0"/>
                  </a:lnTo>
                  <a:lnTo>
                    <a:pt x="0" y="236850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48AACA49-F866-7A30-E78E-A7BA2D98D70D}"/>
                </a:ext>
              </a:extLst>
            </p:cNvPr>
            <p:cNvSpPr/>
            <p:nvPr/>
          </p:nvSpPr>
          <p:spPr>
            <a:xfrm>
              <a:off x="326274" y="3412708"/>
              <a:ext cx="1254725" cy="2533146"/>
            </a:xfrm>
            <a:custGeom>
              <a:avLst/>
              <a:gdLst>
                <a:gd name="csX0" fmla="*/ 0 w 1254725"/>
                <a:gd name="csY0" fmla="*/ 2456078 h 2533146"/>
                <a:gd name="csX1" fmla="*/ 163177 w 1254725"/>
                <a:gd name="csY1" fmla="*/ 2533147 h 2533146"/>
                <a:gd name="csX2" fmla="*/ 1254726 w 1254725"/>
                <a:gd name="csY2" fmla="*/ 0 h 2533146"/>
                <a:gd name="csX3" fmla="*/ 0 w 1254725"/>
                <a:gd name="csY3" fmla="*/ 2455955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0" y="2456078"/>
                  </a:moveTo>
                  <a:cubicBezTo>
                    <a:pt x="53741" y="2483559"/>
                    <a:pt x="108214" y="2509452"/>
                    <a:pt x="163177" y="2533147"/>
                  </a:cubicBezTo>
                  <a:lnTo>
                    <a:pt x="1254726" y="0"/>
                  </a:lnTo>
                  <a:lnTo>
                    <a:pt x="0" y="2455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3EEA8A8B-2A5F-865E-D0C9-F3975CF2C9A3}"/>
                </a:ext>
              </a:extLst>
            </p:cNvPr>
            <p:cNvSpPr/>
            <p:nvPr/>
          </p:nvSpPr>
          <p:spPr>
            <a:xfrm>
              <a:off x="657513" y="3412830"/>
              <a:ext cx="923486" cy="2653818"/>
            </a:xfrm>
            <a:custGeom>
              <a:avLst/>
              <a:gdLst>
                <a:gd name="csX0" fmla="*/ 0 w 923486"/>
                <a:gd name="csY0" fmla="*/ 2598979 h 2653818"/>
                <a:gd name="csX1" fmla="*/ 171971 w 923486"/>
                <a:gd name="csY1" fmla="*/ 2653819 h 2653818"/>
                <a:gd name="csX2" fmla="*/ 923487 w 923486"/>
                <a:gd name="csY2" fmla="*/ 0 h 2653818"/>
                <a:gd name="csX3" fmla="*/ 0 w 923486"/>
                <a:gd name="csY3" fmla="*/ 2598979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0" y="2598979"/>
                  </a:moveTo>
                  <a:cubicBezTo>
                    <a:pt x="56794" y="2619132"/>
                    <a:pt x="114199" y="2637452"/>
                    <a:pt x="171971" y="2653819"/>
                  </a:cubicBezTo>
                  <a:lnTo>
                    <a:pt x="923487" y="0"/>
                  </a:lnTo>
                  <a:lnTo>
                    <a:pt x="0" y="259897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D8F7B9C2-1D8B-5A44-256C-141F92348595}"/>
                </a:ext>
              </a:extLst>
            </p:cNvPr>
            <p:cNvSpPr/>
            <p:nvPr/>
          </p:nvSpPr>
          <p:spPr>
            <a:xfrm>
              <a:off x="489451" y="3412830"/>
              <a:ext cx="1091549" cy="2598978"/>
            </a:xfrm>
            <a:custGeom>
              <a:avLst/>
              <a:gdLst>
                <a:gd name="csX0" fmla="*/ 0 w 1091549"/>
                <a:gd name="csY0" fmla="*/ 2533146 h 2598978"/>
                <a:gd name="csX1" fmla="*/ 168062 w 1091549"/>
                <a:gd name="csY1" fmla="*/ 2598979 h 2598978"/>
                <a:gd name="csX2" fmla="*/ 1091549 w 1091549"/>
                <a:gd name="csY2" fmla="*/ 0 h 2598978"/>
                <a:gd name="csX3" fmla="*/ 0 w 1091549"/>
                <a:gd name="csY3" fmla="*/ 2533146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0" y="2533146"/>
                  </a:moveTo>
                  <a:cubicBezTo>
                    <a:pt x="55451" y="2557086"/>
                    <a:pt x="111512" y="2578948"/>
                    <a:pt x="168062" y="2598979"/>
                  </a:cubicBezTo>
                  <a:lnTo>
                    <a:pt x="1091549" y="0"/>
                  </a:lnTo>
                  <a:lnTo>
                    <a:pt x="0" y="25331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1663E570-E8E9-52E2-F038-2D3AD6E0557F}"/>
                </a:ext>
              </a:extLst>
            </p:cNvPr>
            <p:cNvSpPr/>
            <p:nvPr/>
          </p:nvSpPr>
          <p:spPr>
            <a:xfrm>
              <a:off x="1581000" y="3412830"/>
              <a:ext cx="676035" cy="2712200"/>
            </a:xfrm>
            <a:custGeom>
              <a:avLst/>
              <a:gdLst>
                <a:gd name="csX0" fmla="*/ 499667 w 676035"/>
                <a:gd name="csY0" fmla="*/ 2712201 h 2712200"/>
                <a:gd name="csX1" fmla="*/ 676035 w 676035"/>
                <a:gd name="csY1" fmla="*/ 2673850 h 2712200"/>
                <a:gd name="csX2" fmla="*/ 0 w 676035"/>
                <a:gd name="csY2" fmla="*/ 0 h 2712200"/>
                <a:gd name="csX3" fmla="*/ 499667 w 676035"/>
                <a:gd name="csY3" fmla="*/ 2712201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499667" y="2712201"/>
                  </a:moveTo>
                  <a:cubicBezTo>
                    <a:pt x="558782" y="2701331"/>
                    <a:pt x="617653" y="2688628"/>
                    <a:pt x="676035" y="2673850"/>
                  </a:cubicBezTo>
                  <a:lnTo>
                    <a:pt x="0" y="0"/>
                  </a:lnTo>
                  <a:lnTo>
                    <a:pt x="499667" y="27122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8BD75CB7-C18E-CDD5-154D-37C732F8AA49}"/>
                </a:ext>
              </a:extLst>
            </p:cNvPr>
            <p:cNvSpPr/>
            <p:nvPr/>
          </p:nvSpPr>
          <p:spPr>
            <a:xfrm>
              <a:off x="1581000" y="3412830"/>
              <a:ext cx="1647644" cy="2314641"/>
            </a:xfrm>
            <a:custGeom>
              <a:avLst/>
              <a:gdLst>
                <a:gd name="csX0" fmla="*/ 1499613 w 1647644"/>
                <a:gd name="csY0" fmla="*/ 2314641 h 2314641"/>
                <a:gd name="csX1" fmla="*/ 1647644 w 1647644"/>
                <a:gd name="csY1" fmla="*/ 2211434 h 2314641"/>
                <a:gd name="csX2" fmla="*/ 0 w 1647644"/>
                <a:gd name="csY2" fmla="*/ 0 h 2314641"/>
                <a:gd name="csX3" fmla="*/ 1499613 w 1647644"/>
                <a:gd name="csY3" fmla="*/ 2314641 h 2314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1">
                  <a:moveTo>
                    <a:pt x="1499613" y="2314641"/>
                  </a:moveTo>
                  <a:cubicBezTo>
                    <a:pt x="1549812" y="2282030"/>
                    <a:pt x="1599278" y="2247587"/>
                    <a:pt x="1647644" y="2211434"/>
                  </a:cubicBezTo>
                  <a:lnTo>
                    <a:pt x="0" y="0"/>
                  </a:lnTo>
                  <a:lnTo>
                    <a:pt x="1499613" y="23146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CC6123A6-453A-BB8C-C400-4486534623F2}"/>
                </a:ext>
              </a:extLst>
            </p:cNvPr>
            <p:cNvSpPr/>
            <p:nvPr/>
          </p:nvSpPr>
          <p:spPr>
            <a:xfrm>
              <a:off x="1580878" y="3412708"/>
              <a:ext cx="1921844" cy="2098823"/>
            </a:xfrm>
            <a:custGeom>
              <a:avLst/>
              <a:gdLst>
                <a:gd name="csX0" fmla="*/ 1788714 w 1921844"/>
                <a:gd name="csY0" fmla="*/ 2098823 h 2098823"/>
                <a:gd name="csX1" fmla="*/ 1921845 w 1921844"/>
                <a:gd name="csY1" fmla="*/ 1977051 h 2098823"/>
                <a:gd name="csX2" fmla="*/ 0 w 1921844"/>
                <a:gd name="csY2" fmla="*/ 0 h 2098823"/>
                <a:gd name="csX3" fmla="*/ 1788592 w 1921844"/>
                <a:gd name="csY3" fmla="*/ 2098701 h 2098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3">
                  <a:moveTo>
                    <a:pt x="1788714" y="2098823"/>
                  </a:moveTo>
                  <a:cubicBezTo>
                    <a:pt x="1834150" y="2059983"/>
                    <a:pt x="1878486" y="2019311"/>
                    <a:pt x="1921845" y="1977051"/>
                  </a:cubicBezTo>
                  <a:lnTo>
                    <a:pt x="0" y="0"/>
                  </a:lnTo>
                  <a:lnTo>
                    <a:pt x="1788592" y="20987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233FF1FD-8B49-3836-0241-0ADC0CAD682B}"/>
                </a:ext>
              </a:extLst>
            </p:cNvPr>
            <p:cNvSpPr/>
            <p:nvPr/>
          </p:nvSpPr>
          <p:spPr>
            <a:xfrm>
              <a:off x="1581000" y="3412952"/>
              <a:ext cx="1788591" cy="2211434"/>
            </a:xfrm>
            <a:custGeom>
              <a:avLst/>
              <a:gdLst>
                <a:gd name="csX0" fmla="*/ 1647644 w 1788591"/>
                <a:gd name="csY0" fmla="*/ 2211312 h 2211434"/>
                <a:gd name="csX1" fmla="*/ 1788592 w 1788591"/>
                <a:gd name="csY1" fmla="*/ 2098701 h 2211434"/>
                <a:gd name="csX2" fmla="*/ 0 w 1788591"/>
                <a:gd name="csY2" fmla="*/ 0 h 2211434"/>
                <a:gd name="csX3" fmla="*/ 1647644 w 1788591"/>
                <a:gd name="csY3" fmla="*/ 2211434 h 2211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434">
                  <a:moveTo>
                    <a:pt x="1647644" y="2211312"/>
                  </a:moveTo>
                  <a:cubicBezTo>
                    <a:pt x="1695645" y="2175526"/>
                    <a:pt x="1742668" y="2138029"/>
                    <a:pt x="1788592" y="2098701"/>
                  </a:cubicBezTo>
                  <a:lnTo>
                    <a:pt x="0" y="0"/>
                  </a:lnTo>
                  <a:lnTo>
                    <a:pt x="1647644" y="2211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50D9D4C8-B325-E53E-5213-B626378B1BC7}"/>
                </a:ext>
              </a:extLst>
            </p:cNvPr>
            <p:cNvSpPr/>
            <p:nvPr/>
          </p:nvSpPr>
          <p:spPr>
            <a:xfrm>
              <a:off x="1581122" y="3412830"/>
              <a:ext cx="2047035" cy="1977051"/>
            </a:xfrm>
            <a:custGeom>
              <a:avLst/>
              <a:gdLst>
                <a:gd name="csX0" fmla="*/ 1921722 w 2047035"/>
                <a:gd name="csY0" fmla="*/ 1977051 h 1977051"/>
                <a:gd name="csX1" fmla="*/ 2047036 w 2047035"/>
                <a:gd name="csY1" fmla="*/ 1847218 h 1977051"/>
                <a:gd name="csX2" fmla="*/ 0 w 2047035"/>
                <a:gd name="csY2" fmla="*/ 0 h 1977051"/>
                <a:gd name="csX3" fmla="*/ 1921844 w 2047035"/>
                <a:gd name="csY3" fmla="*/ 1977051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5" h="1977051">
                  <a:moveTo>
                    <a:pt x="1921722" y="1977051"/>
                  </a:moveTo>
                  <a:cubicBezTo>
                    <a:pt x="1964471" y="1935402"/>
                    <a:pt x="2006364" y="1892165"/>
                    <a:pt x="2047036" y="1847218"/>
                  </a:cubicBezTo>
                  <a:lnTo>
                    <a:pt x="0" y="0"/>
                  </a:lnTo>
                  <a:lnTo>
                    <a:pt x="1921844" y="197705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220EFBE8-830B-AF9D-CE34-1335A8EAE99F}"/>
                </a:ext>
              </a:extLst>
            </p:cNvPr>
            <p:cNvSpPr/>
            <p:nvPr/>
          </p:nvSpPr>
          <p:spPr>
            <a:xfrm>
              <a:off x="1581000" y="3412830"/>
              <a:ext cx="2163434" cy="1847218"/>
            </a:xfrm>
            <a:custGeom>
              <a:avLst/>
              <a:gdLst>
                <a:gd name="csX0" fmla="*/ 0 w 2163434"/>
                <a:gd name="csY0" fmla="*/ 0 h 1847218"/>
                <a:gd name="csX1" fmla="*/ 2047036 w 2163434"/>
                <a:gd name="csY1" fmla="*/ 1847218 h 1847218"/>
                <a:gd name="csX2" fmla="*/ 2163434 w 2163434"/>
                <a:gd name="csY2" fmla="*/ 1709324 h 1847218"/>
                <a:gd name="csX3" fmla="*/ 0 w 2163434"/>
                <a:gd name="csY3" fmla="*/ 122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4" h="1847218">
                  <a:moveTo>
                    <a:pt x="0" y="0"/>
                  </a:moveTo>
                  <a:lnTo>
                    <a:pt x="2047036" y="1847218"/>
                  </a:lnTo>
                  <a:cubicBezTo>
                    <a:pt x="2087586" y="1802271"/>
                    <a:pt x="2126304" y="1756103"/>
                    <a:pt x="2163434" y="1709324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873FB66E-2E48-6DE2-D00D-7101C87F3EB9}"/>
                </a:ext>
              </a:extLst>
            </p:cNvPr>
            <p:cNvSpPr/>
            <p:nvPr/>
          </p:nvSpPr>
          <p:spPr>
            <a:xfrm>
              <a:off x="1581000" y="3412830"/>
              <a:ext cx="1184740" cy="2562826"/>
            </a:xfrm>
            <a:custGeom>
              <a:avLst/>
              <a:gdLst>
                <a:gd name="csX0" fmla="*/ 1019243 w 1184740"/>
                <a:gd name="csY0" fmla="*/ 2562826 h 2562826"/>
                <a:gd name="csX1" fmla="*/ 1184741 w 1184740"/>
                <a:gd name="csY1" fmla="*/ 2490764 h 2562826"/>
                <a:gd name="csX2" fmla="*/ 0 w 1184740"/>
                <a:gd name="csY2" fmla="*/ 0 h 2562826"/>
                <a:gd name="csX3" fmla="*/ 1019365 w 1184740"/>
                <a:gd name="csY3" fmla="*/ 2562826 h 2562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6">
                  <a:moveTo>
                    <a:pt x="1019243" y="2562826"/>
                  </a:moveTo>
                  <a:cubicBezTo>
                    <a:pt x="1075060" y="2540719"/>
                    <a:pt x="1130267" y="2516658"/>
                    <a:pt x="1184741" y="2490764"/>
                  </a:cubicBezTo>
                  <a:lnTo>
                    <a:pt x="0" y="0"/>
                  </a:lnTo>
                  <a:lnTo>
                    <a:pt x="1019365" y="25628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40EBEAFB-C0AE-065A-9E48-6FC479FA7520}"/>
                </a:ext>
              </a:extLst>
            </p:cNvPr>
            <p:cNvSpPr/>
            <p:nvPr/>
          </p:nvSpPr>
          <p:spPr>
            <a:xfrm>
              <a:off x="1580878" y="3412708"/>
              <a:ext cx="1499612" cy="2408076"/>
            </a:xfrm>
            <a:custGeom>
              <a:avLst/>
              <a:gdLst>
                <a:gd name="csX0" fmla="*/ 1345230 w 1499612"/>
                <a:gd name="csY0" fmla="*/ 2408077 h 2408076"/>
                <a:gd name="csX1" fmla="*/ 1499613 w 1499612"/>
                <a:gd name="csY1" fmla="*/ 2314641 h 2408076"/>
                <a:gd name="csX2" fmla="*/ 0 w 1499612"/>
                <a:gd name="csY2" fmla="*/ 0 h 2408076"/>
                <a:gd name="csX3" fmla="*/ 1345230 w 1499612"/>
                <a:gd name="csY3" fmla="*/ 2407955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345230" y="2408077"/>
                  </a:moveTo>
                  <a:cubicBezTo>
                    <a:pt x="1397506" y="2378764"/>
                    <a:pt x="1449048" y="2347619"/>
                    <a:pt x="1499613" y="2314641"/>
                  </a:cubicBezTo>
                  <a:lnTo>
                    <a:pt x="0" y="0"/>
                  </a:lnTo>
                  <a:lnTo>
                    <a:pt x="1345230" y="2407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F2FCF8B6-8D95-BBED-E8B4-3EEB29F1397E}"/>
                </a:ext>
              </a:extLst>
            </p:cNvPr>
            <p:cNvSpPr/>
            <p:nvPr/>
          </p:nvSpPr>
          <p:spPr>
            <a:xfrm>
              <a:off x="1580878" y="3412830"/>
              <a:ext cx="1019365" cy="2624017"/>
            </a:xfrm>
            <a:custGeom>
              <a:avLst/>
              <a:gdLst>
                <a:gd name="csX0" fmla="*/ 849593 w 1019365"/>
                <a:gd name="csY0" fmla="*/ 2624017 h 2624017"/>
                <a:gd name="csX1" fmla="*/ 1019366 w 1019365"/>
                <a:gd name="csY1" fmla="*/ 2562826 h 2624017"/>
                <a:gd name="csX2" fmla="*/ 0 w 1019365"/>
                <a:gd name="csY2" fmla="*/ 0 h 2624017"/>
                <a:gd name="csX3" fmla="*/ 849471 w 1019365"/>
                <a:gd name="csY3" fmla="*/ 2624017 h 262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7">
                  <a:moveTo>
                    <a:pt x="849593" y="2624017"/>
                  </a:moveTo>
                  <a:cubicBezTo>
                    <a:pt x="906754" y="2605575"/>
                    <a:pt x="963304" y="2585055"/>
                    <a:pt x="1019366" y="2562826"/>
                  </a:cubicBezTo>
                  <a:lnTo>
                    <a:pt x="0" y="0"/>
                  </a:lnTo>
                  <a:lnTo>
                    <a:pt x="849471" y="262401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16F493B3-A47F-C6E8-013F-3167E199AC55}"/>
                </a:ext>
              </a:extLst>
            </p:cNvPr>
            <p:cNvSpPr/>
            <p:nvPr/>
          </p:nvSpPr>
          <p:spPr>
            <a:xfrm>
              <a:off x="1581000" y="3412830"/>
              <a:ext cx="849471" cy="2673849"/>
            </a:xfrm>
            <a:custGeom>
              <a:avLst/>
              <a:gdLst>
                <a:gd name="csX0" fmla="*/ 676035 w 849471"/>
                <a:gd name="csY0" fmla="*/ 2673850 h 2673849"/>
                <a:gd name="csX1" fmla="*/ 849471 w 849471"/>
                <a:gd name="csY1" fmla="*/ 2624017 h 2673849"/>
                <a:gd name="csX2" fmla="*/ 0 w 849471"/>
                <a:gd name="csY2" fmla="*/ 0 h 2673849"/>
                <a:gd name="csX3" fmla="*/ 676035 w 849471"/>
                <a:gd name="csY3" fmla="*/ 267385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676035" y="2673850"/>
                  </a:moveTo>
                  <a:cubicBezTo>
                    <a:pt x="734295" y="2659193"/>
                    <a:pt x="792188" y="2642582"/>
                    <a:pt x="849471" y="2624017"/>
                  </a:cubicBezTo>
                  <a:lnTo>
                    <a:pt x="0" y="0"/>
                  </a:lnTo>
                  <a:lnTo>
                    <a:pt x="676035" y="267385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EAE06BF9-A8A7-9E0B-B5C6-61C0216E5724}"/>
                </a:ext>
              </a:extLst>
            </p:cNvPr>
            <p:cNvSpPr/>
            <p:nvPr/>
          </p:nvSpPr>
          <p:spPr>
            <a:xfrm>
              <a:off x="-128323" y="3412830"/>
              <a:ext cx="1709324" cy="2270915"/>
            </a:xfrm>
            <a:custGeom>
              <a:avLst/>
              <a:gdLst>
                <a:gd name="csX0" fmla="*/ 0 w 1709324"/>
                <a:gd name="csY0" fmla="*/ 2163434 h 2270915"/>
                <a:gd name="csX1" fmla="*/ 144978 w 1709324"/>
                <a:gd name="csY1" fmla="*/ 2270916 h 2270915"/>
                <a:gd name="csX2" fmla="*/ 1709324 w 1709324"/>
                <a:gd name="csY2" fmla="*/ 0 h 2270915"/>
                <a:gd name="csX3" fmla="*/ 122 w 1709324"/>
                <a:gd name="csY3" fmla="*/ 2163434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0" y="2163434"/>
                  </a:moveTo>
                  <a:cubicBezTo>
                    <a:pt x="47512" y="2201053"/>
                    <a:pt x="95756" y="2236961"/>
                    <a:pt x="144978" y="2270916"/>
                  </a:cubicBezTo>
                  <a:lnTo>
                    <a:pt x="1709324" y="0"/>
                  </a:lnTo>
                  <a:lnTo>
                    <a:pt x="122" y="2163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4BE78C0D-8724-583A-E1E0-A321968023AB}"/>
                </a:ext>
              </a:extLst>
            </p:cNvPr>
            <p:cNvSpPr/>
            <p:nvPr/>
          </p:nvSpPr>
          <p:spPr>
            <a:xfrm>
              <a:off x="1580878" y="3412952"/>
              <a:ext cx="1345230" cy="2490764"/>
            </a:xfrm>
            <a:custGeom>
              <a:avLst/>
              <a:gdLst>
                <a:gd name="csX0" fmla="*/ 1184863 w 1345230"/>
                <a:gd name="csY0" fmla="*/ 2490642 h 2490764"/>
                <a:gd name="csX1" fmla="*/ 1345230 w 1345230"/>
                <a:gd name="csY1" fmla="*/ 2407955 h 2490764"/>
                <a:gd name="csX2" fmla="*/ 0 w 1345230"/>
                <a:gd name="csY2" fmla="*/ 0 h 2490764"/>
                <a:gd name="csX3" fmla="*/ 1184741 w 1345230"/>
                <a:gd name="csY3" fmla="*/ 2490764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184863" y="2490642"/>
                  </a:moveTo>
                  <a:cubicBezTo>
                    <a:pt x="1239092" y="2464871"/>
                    <a:pt x="1292589" y="2437390"/>
                    <a:pt x="1345230" y="2407955"/>
                  </a:cubicBezTo>
                  <a:lnTo>
                    <a:pt x="0" y="0"/>
                  </a:lnTo>
                  <a:lnTo>
                    <a:pt x="1184741" y="249076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4ED45FA5-EC75-BE3D-B6B1-164ADEA81362}"/>
                </a:ext>
              </a:extLst>
            </p:cNvPr>
            <p:cNvSpPr/>
            <p:nvPr/>
          </p:nvSpPr>
          <p:spPr>
            <a:xfrm>
              <a:off x="-1176809" y="3373624"/>
              <a:ext cx="2757810" cy="180520"/>
            </a:xfrm>
            <a:custGeom>
              <a:avLst/>
              <a:gdLst>
                <a:gd name="csX0" fmla="*/ 296 w 2757810"/>
                <a:gd name="csY0" fmla="*/ 122 h 180520"/>
                <a:gd name="csX1" fmla="*/ 3472 w 2757810"/>
                <a:gd name="csY1" fmla="*/ 180520 h 180520"/>
                <a:gd name="csX2" fmla="*/ 2757811 w 2757810"/>
                <a:gd name="csY2" fmla="*/ 39084 h 180520"/>
                <a:gd name="csX3" fmla="*/ 296 w 2757810"/>
                <a:gd name="csY3" fmla="*/ 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96" y="122"/>
                  </a:moveTo>
                  <a:cubicBezTo>
                    <a:pt x="-559" y="60336"/>
                    <a:pt x="418" y="120428"/>
                    <a:pt x="3472" y="180520"/>
                  </a:cubicBezTo>
                  <a:lnTo>
                    <a:pt x="2757811" y="39084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32C44921-C50F-20E5-FE0F-F236F6A43685}"/>
                </a:ext>
              </a:extLst>
            </p:cNvPr>
            <p:cNvSpPr/>
            <p:nvPr/>
          </p:nvSpPr>
          <p:spPr>
            <a:xfrm>
              <a:off x="-1116299" y="2661313"/>
              <a:ext cx="2697300" cy="751516"/>
            </a:xfrm>
            <a:custGeom>
              <a:avLst/>
              <a:gdLst>
                <a:gd name="csX0" fmla="*/ 43481 w 2697300"/>
                <a:gd name="csY0" fmla="*/ 0 h 751516"/>
                <a:gd name="csX1" fmla="*/ 0 w 2697300"/>
                <a:gd name="csY1" fmla="*/ 175146 h 751516"/>
                <a:gd name="csX2" fmla="*/ 2697300 w 2697300"/>
                <a:gd name="csY2" fmla="*/ 751516 h 751516"/>
                <a:gd name="csX3" fmla="*/ 43481 w 2697300"/>
                <a:gd name="csY3" fmla="*/ 0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43481" y="0"/>
                  </a:moveTo>
                  <a:cubicBezTo>
                    <a:pt x="27115" y="58016"/>
                    <a:pt x="12458" y="116398"/>
                    <a:pt x="0" y="175146"/>
                  </a:cubicBezTo>
                  <a:lnTo>
                    <a:pt x="2697300" y="751516"/>
                  </a:lnTo>
                  <a:lnTo>
                    <a:pt x="4348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3FB83C00-6B5C-37EC-1E24-BB038BD31971}"/>
                </a:ext>
              </a:extLst>
            </p:cNvPr>
            <p:cNvSpPr/>
            <p:nvPr/>
          </p:nvSpPr>
          <p:spPr>
            <a:xfrm>
              <a:off x="-1148055" y="2836460"/>
              <a:ext cx="2729056" cy="576370"/>
            </a:xfrm>
            <a:custGeom>
              <a:avLst/>
              <a:gdLst>
                <a:gd name="csX0" fmla="*/ 31756 w 2729056"/>
                <a:gd name="csY0" fmla="*/ 0 h 576370"/>
                <a:gd name="csX1" fmla="*/ 0 w 2729056"/>
                <a:gd name="csY1" fmla="*/ 177711 h 576370"/>
                <a:gd name="csX2" fmla="*/ 2729056 w 2729056"/>
                <a:gd name="csY2" fmla="*/ 576370 h 576370"/>
                <a:gd name="csX3" fmla="*/ 31756 w 2729056"/>
                <a:gd name="csY3" fmla="*/ 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31756" y="0"/>
                  </a:moveTo>
                  <a:cubicBezTo>
                    <a:pt x="19176" y="58993"/>
                    <a:pt x="8672" y="118230"/>
                    <a:pt x="0" y="177711"/>
                  </a:cubicBezTo>
                  <a:lnTo>
                    <a:pt x="2729056" y="576370"/>
                  </a:lnTo>
                  <a:lnTo>
                    <a:pt x="3175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53AEAAF9-F9A8-895B-BE4E-97A712472C61}"/>
                </a:ext>
              </a:extLst>
            </p:cNvPr>
            <p:cNvSpPr/>
            <p:nvPr/>
          </p:nvSpPr>
          <p:spPr>
            <a:xfrm>
              <a:off x="-1168086" y="3014171"/>
              <a:ext cx="2749086" cy="398659"/>
            </a:xfrm>
            <a:custGeom>
              <a:avLst/>
              <a:gdLst>
                <a:gd name="csX0" fmla="*/ 20031 w 2749086"/>
                <a:gd name="csY0" fmla="*/ 0 h 398659"/>
                <a:gd name="csX1" fmla="*/ 0 w 2749086"/>
                <a:gd name="csY1" fmla="*/ 179299 h 398659"/>
                <a:gd name="csX2" fmla="*/ 2749087 w 2749086"/>
                <a:gd name="csY2" fmla="*/ 398659 h 398659"/>
                <a:gd name="csX3" fmla="*/ 20031 w 2749086"/>
                <a:gd name="csY3" fmla="*/ 0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0031" y="0"/>
                  </a:moveTo>
                  <a:cubicBezTo>
                    <a:pt x="11359" y="59603"/>
                    <a:pt x="4763" y="119451"/>
                    <a:pt x="0" y="179299"/>
                  </a:cubicBezTo>
                  <a:lnTo>
                    <a:pt x="2749087" y="398659"/>
                  </a:lnTo>
                  <a:lnTo>
                    <a:pt x="200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6E0DB960-CEC0-788C-57B4-025D7163C7E1}"/>
                </a:ext>
              </a:extLst>
            </p:cNvPr>
            <p:cNvSpPr/>
            <p:nvPr/>
          </p:nvSpPr>
          <p:spPr>
            <a:xfrm>
              <a:off x="-1173338" y="3412830"/>
              <a:ext cx="2754338" cy="321223"/>
            </a:xfrm>
            <a:custGeom>
              <a:avLst/>
              <a:gdLst>
                <a:gd name="csX0" fmla="*/ 0 w 2754338"/>
                <a:gd name="csY0" fmla="*/ 141436 h 321223"/>
                <a:gd name="csX1" fmla="*/ 15267 w 2754338"/>
                <a:gd name="csY1" fmla="*/ 321224 h 321223"/>
                <a:gd name="csX2" fmla="*/ 2754339 w 2754338"/>
                <a:gd name="csY2" fmla="*/ 0 h 321223"/>
                <a:gd name="csX3" fmla="*/ 0 w 2754338"/>
                <a:gd name="csY3" fmla="*/ 141436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0" y="141436"/>
                  </a:moveTo>
                  <a:cubicBezTo>
                    <a:pt x="3053" y="201528"/>
                    <a:pt x="8305" y="261498"/>
                    <a:pt x="15267" y="321224"/>
                  </a:cubicBezTo>
                  <a:lnTo>
                    <a:pt x="2754339" y="0"/>
                  </a:lnTo>
                  <a:lnTo>
                    <a:pt x="0" y="141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9229BC2B-AB91-E4E8-7689-2E5FA9EC3841}"/>
                </a:ext>
              </a:extLst>
            </p:cNvPr>
            <p:cNvSpPr/>
            <p:nvPr/>
          </p:nvSpPr>
          <p:spPr>
            <a:xfrm>
              <a:off x="-689915" y="1703506"/>
              <a:ext cx="2270915" cy="1709324"/>
            </a:xfrm>
            <a:custGeom>
              <a:avLst/>
              <a:gdLst>
                <a:gd name="csX0" fmla="*/ 107482 w 2270915"/>
                <a:gd name="csY0" fmla="*/ 0 h 1709324"/>
                <a:gd name="csX1" fmla="*/ 0 w 2270915"/>
                <a:gd name="csY1" fmla="*/ 144978 h 1709324"/>
                <a:gd name="csX2" fmla="*/ 2270916 w 2270915"/>
                <a:gd name="csY2" fmla="*/ 1709324 h 1709324"/>
                <a:gd name="csX3" fmla="*/ 107482 w 2270915"/>
                <a:gd name="csY3" fmla="*/ 12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107482" y="0"/>
                  </a:moveTo>
                  <a:cubicBezTo>
                    <a:pt x="69863" y="47512"/>
                    <a:pt x="33954" y="95756"/>
                    <a:pt x="0" y="144978"/>
                  </a:cubicBezTo>
                  <a:lnTo>
                    <a:pt x="2270916" y="1709324"/>
                  </a:lnTo>
                  <a:lnTo>
                    <a:pt x="107482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0EADFA00-584F-531D-9FE2-74308286A113}"/>
                </a:ext>
              </a:extLst>
            </p:cNvPr>
            <p:cNvSpPr/>
            <p:nvPr/>
          </p:nvSpPr>
          <p:spPr>
            <a:xfrm>
              <a:off x="-1176513" y="3193470"/>
              <a:ext cx="2757514" cy="219360"/>
            </a:xfrm>
            <a:custGeom>
              <a:avLst/>
              <a:gdLst>
                <a:gd name="csX0" fmla="*/ 8428 w 2757514"/>
                <a:gd name="csY0" fmla="*/ 0 h 219360"/>
                <a:gd name="csX1" fmla="*/ 0 w 2757514"/>
                <a:gd name="csY1" fmla="*/ 180276 h 219360"/>
                <a:gd name="csX2" fmla="*/ 2757514 w 2757514"/>
                <a:gd name="csY2" fmla="*/ 219360 h 219360"/>
                <a:gd name="csX3" fmla="*/ 8428 w 2757514"/>
                <a:gd name="csY3" fmla="*/ 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8428" y="0"/>
                  </a:moveTo>
                  <a:cubicBezTo>
                    <a:pt x="3664" y="59970"/>
                    <a:pt x="855" y="120184"/>
                    <a:pt x="0" y="180276"/>
                  </a:cubicBezTo>
                  <a:lnTo>
                    <a:pt x="2757514" y="219360"/>
                  </a:lnTo>
                  <a:lnTo>
                    <a:pt x="842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87CA45DC-AF14-048B-CDC5-2F4D23F8C915}"/>
                </a:ext>
              </a:extLst>
            </p:cNvPr>
            <p:cNvSpPr/>
            <p:nvPr/>
          </p:nvSpPr>
          <p:spPr>
            <a:xfrm>
              <a:off x="-874954" y="2000302"/>
              <a:ext cx="2455955" cy="1412528"/>
            </a:xfrm>
            <a:custGeom>
              <a:avLst/>
              <a:gdLst>
                <a:gd name="csX0" fmla="*/ 87451 w 2455955"/>
                <a:gd name="csY0" fmla="*/ 0 h 1412528"/>
                <a:gd name="csX1" fmla="*/ 0 w 2455955"/>
                <a:gd name="csY1" fmla="*/ 157803 h 1412528"/>
                <a:gd name="csX2" fmla="*/ 2455955 w 2455955"/>
                <a:gd name="csY2" fmla="*/ 1412528 h 1412528"/>
                <a:gd name="csX3" fmla="*/ 87451 w 2455955"/>
                <a:gd name="csY3" fmla="*/ 0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87451" y="0"/>
                  </a:moveTo>
                  <a:cubicBezTo>
                    <a:pt x="56428" y="51909"/>
                    <a:pt x="27237" y="104550"/>
                    <a:pt x="0" y="157803"/>
                  </a:cubicBezTo>
                  <a:lnTo>
                    <a:pt x="2455955" y="1412528"/>
                  </a:lnTo>
                  <a:lnTo>
                    <a:pt x="8745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D12F521E-BFB3-CE27-9B1D-E6D9F7572FF8}"/>
                </a:ext>
              </a:extLst>
            </p:cNvPr>
            <p:cNvSpPr/>
            <p:nvPr/>
          </p:nvSpPr>
          <p:spPr>
            <a:xfrm>
              <a:off x="-787503" y="1848484"/>
              <a:ext cx="2368504" cy="1564346"/>
            </a:xfrm>
            <a:custGeom>
              <a:avLst/>
              <a:gdLst>
                <a:gd name="csX0" fmla="*/ 97588 w 2368504"/>
                <a:gd name="csY0" fmla="*/ 0 h 1564346"/>
                <a:gd name="csX1" fmla="*/ 0 w 2368504"/>
                <a:gd name="csY1" fmla="*/ 151818 h 1564346"/>
                <a:gd name="csX2" fmla="*/ 2368504 w 2368504"/>
                <a:gd name="csY2" fmla="*/ 1564346 h 1564346"/>
                <a:gd name="csX3" fmla="*/ 97588 w 2368504"/>
                <a:gd name="csY3" fmla="*/ 0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4" h="1564346">
                  <a:moveTo>
                    <a:pt x="97588" y="0"/>
                  </a:moveTo>
                  <a:cubicBezTo>
                    <a:pt x="63145" y="49832"/>
                    <a:pt x="30657" y="100398"/>
                    <a:pt x="0" y="151818"/>
                  </a:cubicBezTo>
                  <a:lnTo>
                    <a:pt x="2368504" y="1564346"/>
                  </a:lnTo>
                  <a:lnTo>
                    <a:pt x="9758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9E0194F1-5BDB-29AD-5708-61FFEAFF1932}"/>
                </a:ext>
              </a:extLst>
            </p:cNvPr>
            <p:cNvSpPr/>
            <p:nvPr/>
          </p:nvSpPr>
          <p:spPr>
            <a:xfrm>
              <a:off x="-1072818" y="2489343"/>
              <a:ext cx="2653818" cy="923486"/>
            </a:xfrm>
            <a:custGeom>
              <a:avLst/>
              <a:gdLst>
                <a:gd name="csX0" fmla="*/ 54840 w 2653818"/>
                <a:gd name="csY0" fmla="*/ 0 h 923486"/>
                <a:gd name="csX1" fmla="*/ 0 w 2653818"/>
                <a:gd name="csY1" fmla="*/ 171971 h 923486"/>
                <a:gd name="csX2" fmla="*/ 2653819 w 2653818"/>
                <a:gd name="csY2" fmla="*/ 923487 h 923486"/>
                <a:gd name="csX3" fmla="*/ 54840 w 2653818"/>
                <a:gd name="csY3" fmla="*/ 0 h 9234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6">
                  <a:moveTo>
                    <a:pt x="54840" y="0"/>
                  </a:moveTo>
                  <a:cubicBezTo>
                    <a:pt x="34687" y="56916"/>
                    <a:pt x="16366" y="114199"/>
                    <a:pt x="0" y="171971"/>
                  </a:cubicBezTo>
                  <a:lnTo>
                    <a:pt x="2653819" y="923487"/>
                  </a:lnTo>
                  <a:lnTo>
                    <a:pt x="5484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404DFCAA-275D-766E-6A1B-BE3DB409F953}"/>
                </a:ext>
              </a:extLst>
            </p:cNvPr>
            <p:cNvSpPr/>
            <p:nvPr/>
          </p:nvSpPr>
          <p:spPr>
            <a:xfrm>
              <a:off x="-952145" y="2158104"/>
              <a:ext cx="2533146" cy="1254725"/>
            </a:xfrm>
            <a:custGeom>
              <a:avLst/>
              <a:gdLst>
                <a:gd name="csX0" fmla="*/ 77069 w 2533146"/>
                <a:gd name="csY0" fmla="*/ 0 h 1254725"/>
                <a:gd name="csX1" fmla="*/ 0 w 2533146"/>
                <a:gd name="csY1" fmla="*/ 163177 h 1254725"/>
                <a:gd name="csX2" fmla="*/ 2533146 w 2533146"/>
                <a:gd name="csY2" fmla="*/ 1254726 h 1254725"/>
                <a:gd name="csX3" fmla="*/ 77191 w 2533146"/>
                <a:gd name="csY3" fmla="*/ 0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77069" y="0"/>
                  </a:moveTo>
                  <a:cubicBezTo>
                    <a:pt x="49588" y="53741"/>
                    <a:pt x="23695" y="108214"/>
                    <a:pt x="0" y="163177"/>
                  </a:cubicBezTo>
                  <a:lnTo>
                    <a:pt x="2533146" y="1254726"/>
                  </a:lnTo>
                  <a:lnTo>
                    <a:pt x="7719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2BE88D68-E194-9979-3112-C7615EE588CC}"/>
                </a:ext>
              </a:extLst>
            </p:cNvPr>
            <p:cNvSpPr/>
            <p:nvPr/>
          </p:nvSpPr>
          <p:spPr>
            <a:xfrm>
              <a:off x="-1017978" y="2321281"/>
              <a:ext cx="2598978" cy="1091549"/>
            </a:xfrm>
            <a:custGeom>
              <a:avLst/>
              <a:gdLst>
                <a:gd name="csX0" fmla="*/ 65832 w 2598978"/>
                <a:gd name="csY0" fmla="*/ 0 h 1091549"/>
                <a:gd name="csX1" fmla="*/ 0 w 2598978"/>
                <a:gd name="csY1" fmla="*/ 168062 h 1091549"/>
                <a:gd name="csX2" fmla="*/ 2598979 w 2598978"/>
                <a:gd name="csY2" fmla="*/ 1091549 h 1091549"/>
                <a:gd name="csX3" fmla="*/ 65832 w 2598978"/>
                <a:gd name="csY3" fmla="*/ 0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65832" y="0"/>
                  </a:moveTo>
                  <a:cubicBezTo>
                    <a:pt x="41893" y="55451"/>
                    <a:pt x="20031" y="111512"/>
                    <a:pt x="0" y="168062"/>
                  </a:cubicBezTo>
                  <a:lnTo>
                    <a:pt x="2598979" y="1091549"/>
                  </a:lnTo>
                  <a:lnTo>
                    <a:pt x="658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39495308-8E21-B936-83DA-B164186824AA}"/>
                </a:ext>
              </a:extLst>
            </p:cNvPr>
            <p:cNvSpPr/>
            <p:nvPr/>
          </p:nvSpPr>
          <p:spPr>
            <a:xfrm>
              <a:off x="-396050" y="3412952"/>
              <a:ext cx="1977051" cy="2047036"/>
            </a:xfrm>
            <a:custGeom>
              <a:avLst/>
              <a:gdLst>
                <a:gd name="csX0" fmla="*/ 0 w 1977051"/>
                <a:gd name="csY0" fmla="*/ 1921722 h 2047036"/>
                <a:gd name="csX1" fmla="*/ 129833 w 1977051"/>
                <a:gd name="csY1" fmla="*/ 2047036 h 2047036"/>
                <a:gd name="csX2" fmla="*/ 1977051 w 1977051"/>
                <a:gd name="csY2" fmla="*/ 0 h 2047036"/>
                <a:gd name="csX3" fmla="*/ 0 w 1977051"/>
                <a:gd name="csY3" fmla="*/ 1921845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0" y="1921722"/>
                  </a:moveTo>
                  <a:cubicBezTo>
                    <a:pt x="41649" y="1964471"/>
                    <a:pt x="84886" y="2006364"/>
                    <a:pt x="129833" y="2047036"/>
                  </a:cubicBezTo>
                  <a:lnTo>
                    <a:pt x="1977051" y="0"/>
                  </a:lnTo>
                  <a:lnTo>
                    <a:pt x="0" y="192184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0D133774-43B8-A0A8-E449-5EB0EC46077E}"/>
                </a:ext>
              </a:extLst>
            </p:cNvPr>
            <p:cNvSpPr/>
            <p:nvPr/>
          </p:nvSpPr>
          <p:spPr>
            <a:xfrm>
              <a:off x="-630555" y="3412830"/>
              <a:ext cx="2211434" cy="1788591"/>
            </a:xfrm>
            <a:custGeom>
              <a:avLst/>
              <a:gdLst>
                <a:gd name="csX0" fmla="*/ 122 w 2211434"/>
                <a:gd name="csY0" fmla="*/ 1647644 h 1788591"/>
                <a:gd name="csX1" fmla="*/ 112734 w 2211434"/>
                <a:gd name="csY1" fmla="*/ 1788592 h 1788591"/>
                <a:gd name="csX2" fmla="*/ 2211434 w 2211434"/>
                <a:gd name="csY2" fmla="*/ 0 h 1788591"/>
                <a:gd name="csX3" fmla="*/ 0 w 2211434"/>
                <a:gd name="csY3" fmla="*/ 1647644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122" y="1647644"/>
                  </a:moveTo>
                  <a:cubicBezTo>
                    <a:pt x="35909" y="1695645"/>
                    <a:pt x="73405" y="1742668"/>
                    <a:pt x="112734" y="1788592"/>
                  </a:cubicBezTo>
                  <a:lnTo>
                    <a:pt x="2211434" y="0"/>
                  </a:lnTo>
                  <a:lnTo>
                    <a:pt x="0" y="16476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146F4380-8805-844A-D134-0597DE63868F}"/>
                </a:ext>
              </a:extLst>
            </p:cNvPr>
            <p:cNvSpPr/>
            <p:nvPr/>
          </p:nvSpPr>
          <p:spPr>
            <a:xfrm>
              <a:off x="-733640" y="3412830"/>
              <a:ext cx="2314641" cy="1647644"/>
            </a:xfrm>
            <a:custGeom>
              <a:avLst/>
              <a:gdLst>
                <a:gd name="csX0" fmla="*/ 0 w 2314641"/>
                <a:gd name="csY0" fmla="*/ 1499613 h 1647644"/>
                <a:gd name="csX1" fmla="*/ 103207 w 2314641"/>
                <a:gd name="csY1" fmla="*/ 1647644 h 1647644"/>
                <a:gd name="csX2" fmla="*/ 2314641 w 2314641"/>
                <a:gd name="csY2" fmla="*/ 0 h 1647644"/>
                <a:gd name="csX3" fmla="*/ 0 w 2314641"/>
                <a:gd name="csY3" fmla="*/ 1499613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0" y="1499613"/>
                  </a:moveTo>
                  <a:cubicBezTo>
                    <a:pt x="32611" y="1549812"/>
                    <a:pt x="67054" y="1599278"/>
                    <a:pt x="103207" y="1647644"/>
                  </a:cubicBezTo>
                  <a:lnTo>
                    <a:pt x="2314641" y="0"/>
                  </a:lnTo>
                  <a:lnTo>
                    <a:pt x="0" y="1499613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04688D7F-E78A-706C-F808-F6C1071C2F3D}"/>
                </a:ext>
              </a:extLst>
            </p:cNvPr>
            <p:cNvSpPr/>
            <p:nvPr/>
          </p:nvSpPr>
          <p:spPr>
            <a:xfrm>
              <a:off x="-266339" y="3412830"/>
              <a:ext cx="1847218" cy="2163434"/>
            </a:xfrm>
            <a:custGeom>
              <a:avLst/>
              <a:gdLst>
                <a:gd name="csX0" fmla="*/ 122 w 1847218"/>
                <a:gd name="csY0" fmla="*/ 2047036 h 2163434"/>
                <a:gd name="csX1" fmla="*/ 138016 w 1847218"/>
                <a:gd name="csY1" fmla="*/ 2163434 h 2163434"/>
                <a:gd name="csX2" fmla="*/ 1847218 w 1847218"/>
                <a:gd name="csY2" fmla="*/ 0 h 2163434"/>
                <a:gd name="csX3" fmla="*/ 0 w 1847218"/>
                <a:gd name="csY3" fmla="*/ 2047036 h 2163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4">
                  <a:moveTo>
                    <a:pt x="122" y="2047036"/>
                  </a:moveTo>
                  <a:cubicBezTo>
                    <a:pt x="45069" y="2087586"/>
                    <a:pt x="91237" y="2126304"/>
                    <a:pt x="138016" y="2163434"/>
                  </a:cubicBezTo>
                  <a:lnTo>
                    <a:pt x="1847218" y="0"/>
                  </a:lnTo>
                  <a:lnTo>
                    <a:pt x="0" y="20470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70CDCDDD-4C55-C2FC-58A9-1EBA0FF52C19}"/>
                </a:ext>
              </a:extLst>
            </p:cNvPr>
            <p:cNvSpPr/>
            <p:nvPr/>
          </p:nvSpPr>
          <p:spPr>
            <a:xfrm>
              <a:off x="-827076" y="3412708"/>
              <a:ext cx="2408076" cy="1499612"/>
            </a:xfrm>
            <a:custGeom>
              <a:avLst/>
              <a:gdLst>
                <a:gd name="csX0" fmla="*/ 0 w 2408076"/>
                <a:gd name="csY0" fmla="*/ 1345230 h 1499612"/>
                <a:gd name="csX1" fmla="*/ 93436 w 2408076"/>
                <a:gd name="csY1" fmla="*/ 1499613 h 1499612"/>
                <a:gd name="csX2" fmla="*/ 2408077 w 2408076"/>
                <a:gd name="csY2" fmla="*/ 0 h 1499612"/>
                <a:gd name="csX3" fmla="*/ 122 w 2408076"/>
                <a:gd name="csY3" fmla="*/ 1345230 h 1499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08076" h="1499612">
                  <a:moveTo>
                    <a:pt x="0" y="1345230"/>
                  </a:moveTo>
                  <a:cubicBezTo>
                    <a:pt x="29313" y="1397506"/>
                    <a:pt x="60458" y="1449048"/>
                    <a:pt x="93436" y="1499613"/>
                  </a:cubicBezTo>
                  <a:lnTo>
                    <a:pt x="2408077" y="0"/>
                  </a:lnTo>
                  <a:lnTo>
                    <a:pt x="122" y="134523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80C37319-07AC-8EDF-D58C-116DD5A6156F}"/>
                </a:ext>
              </a:extLst>
            </p:cNvPr>
            <p:cNvSpPr/>
            <p:nvPr/>
          </p:nvSpPr>
          <p:spPr>
            <a:xfrm>
              <a:off x="-517822" y="3412708"/>
              <a:ext cx="2098822" cy="1921844"/>
            </a:xfrm>
            <a:custGeom>
              <a:avLst/>
              <a:gdLst>
                <a:gd name="csX0" fmla="*/ 0 w 2098822"/>
                <a:gd name="csY0" fmla="*/ 1788714 h 1921844"/>
                <a:gd name="csX1" fmla="*/ 121772 w 2098822"/>
                <a:gd name="csY1" fmla="*/ 1921845 h 1921844"/>
                <a:gd name="csX2" fmla="*/ 2098823 w 2098822"/>
                <a:gd name="csY2" fmla="*/ 0 h 1921844"/>
                <a:gd name="csX3" fmla="*/ 122 w 2098822"/>
                <a:gd name="csY3" fmla="*/ 1788592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0" y="1788714"/>
                  </a:moveTo>
                  <a:cubicBezTo>
                    <a:pt x="38840" y="1834150"/>
                    <a:pt x="79512" y="1878486"/>
                    <a:pt x="121772" y="1921845"/>
                  </a:cubicBezTo>
                  <a:lnTo>
                    <a:pt x="2098823" y="0"/>
                  </a:lnTo>
                  <a:lnTo>
                    <a:pt x="122" y="178859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BE0B0CEF-3A2D-576E-F50D-8F696B6C845D}"/>
                </a:ext>
              </a:extLst>
            </p:cNvPr>
            <p:cNvSpPr/>
            <p:nvPr/>
          </p:nvSpPr>
          <p:spPr>
            <a:xfrm>
              <a:off x="-1043138" y="3412708"/>
              <a:ext cx="2624017" cy="1019365"/>
            </a:xfrm>
            <a:custGeom>
              <a:avLst/>
              <a:gdLst>
                <a:gd name="csX0" fmla="*/ 0 w 2624017"/>
                <a:gd name="csY0" fmla="*/ 849594 h 1019365"/>
                <a:gd name="csX1" fmla="*/ 61191 w 2624017"/>
                <a:gd name="csY1" fmla="*/ 1019366 h 1019365"/>
                <a:gd name="csX2" fmla="*/ 2624017 w 2624017"/>
                <a:gd name="csY2" fmla="*/ 0 h 1019365"/>
                <a:gd name="csX3" fmla="*/ 0 w 2624017"/>
                <a:gd name="csY3" fmla="*/ 849471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0" y="849594"/>
                  </a:moveTo>
                  <a:cubicBezTo>
                    <a:pt x="18443" y="906754"/>
                    <a:pt x="38962" y="963304"/>
                    <a:pt x="61191" y="1019366"/>
                  </a:cubicBezTo>
                  <a:lnTo>
                    <a:pt x="2624017" y="0"/>
                  </a:lnTo>
                  <a:lnTo>
                    <a:pt x="0" y="84947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45CD4DA-E30E-9C20-1CC6-760857DC509F}"/>
                </a:ext>
              </a:extLst>
            </p:cNvPr>
            <p:cNvSpPr/>
            <p:nvPr/>
          </p:nvSpPr>
          <p:spPr>
            <a:xfrm>
              <a:off x="-1092848" y="3412830"/>
              <a:ext cx="2673849" cy="849471"/>
            </a:xfrm>
            <a:custGeom>
              <a:avLst/>
              <a:gdLst>
                <a:gd name="csX0" fmla="*/ 0 w 2673849"/>
                <a:gd name="csY0" fmla="*/ 676035 h 849471"/>
                <a:gd name="csX1" fmla="*/ 49832 w 2673849"/>
                <a:gd name="csY1" fmla="*/ 849471 h 849471"/>
                <a:gd name="csX2" fmla="*/ 2673850 w 2673849"/>
                <a:gd name="csY2" fmla="*/ 0 h 849471"/>
                <a:gd name="csX3" fmla="*/ 0 w 2673849"/>
                <a:gd name="csY3" fmla="*/ 676035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0" y="676035"/>
                  </a:moveTo>
                  <a:cubicBezTo>
                    <a:pt x="14657" y="734295"/>
                    <a:pt x="31267" y="792189"/>
                    <a:pt x="49832" y="849471"/>
                  </a:cubicBezTo>
                  <a:lnTo>
                    <a:pt x="2673850" y="0"/>
                  </a:lnTo>
                  <a:lnTo>
                    <a:pt x="0" y="67603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15AACCB6-F10D-BEC3-BF7F-40779870494F}"/>
                </a:ext>
              </a:extLst>
            </p:cNvPr>
            <p:cNvSpPr/>
            <p:nvPr/>
          </p:nvSpPr>
          <p:spPr>
            <a:xfrm>
              <a:off x="-1131200" y="3412830"/>
              <a:ext cx="2712200" cy="676035"/>
            </a:xfrm>
            <a:custGeom>
              <a:avLst/>
              <a:gdLst>
                <a:gd name="csX0" fmla="*/ 0 w 2712200"/>
                <a:gd name="csY0" fmla="*/ 499667 h 676035"/>
                <a:gd name="csX1" fmla="*/ 38351 w 2712200"/>
                <a:gd name="csY1" fmla="*/ 676035 h 676035"/>
                <a:gd name="csX2" fmla="*/ 2712201 w 2712200"/>
                <a:gd name="csY2" fmla="*/ 0 h 676035"/>
                <a:gd name="csX3" fmla="*/ 0 w 2712200"/>
                <a:gd name="csY3" fmla="*/ 499667 h 676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5">
                  <a:moveTo>
                    <a:pt x="0" y="499667"/>
                  </a:moveTo>
                  <a:cubicBezTo>
                    <a:pt x="10870" y="558782"/>
                    <a:pt x="23573" y="617653"/>
                    <a:pt x="38351" y="676035"/>
                  </a:cubicBezTo>
                  <a:lnTo>
                    <a:pt x="2712201" y="0"/>
                  </a:lnTo>
                  <a:lnTo>
                    <a:pt x="0" y="4996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584F609E-E1BE-B4C1-9566-EAEB149E9B3C}"/>
                </a:ext>
              </a:extLst>
            </p:cNvPr>
            <p:cNvSpPr/>
            <p:nvPr/>
          </p:nvSpPr>
          <p:spPr>
            <a:xfrm>
              <a:off x="-909885" y="3412708"/>
              <a:ext cx="2490764" cy="1345230"/>
            </a:xfrm>
            <a:custGeom>
              <a:avLst/>
              <a:gdLst>
                <a:gd name="csX0" fmla="*/ 122 w 2490764"/>
                <a:gd name="csY0" fmla="*/ 1184863 h 1345230"/>
                <a:gd name="csX1" fmla="*/ 82810 w 2490764"/>
                <a:gd name="csY1" fmla="*/ 1345230 h 1345230"/>
                <a:gd name="csX2" fmla="*/ 2490764 w 2490764"/>
                <a:gd name="csY2" fmla="*/ 0 h 1345230"/>
                <a:gd name="csX3" fmla="*/ 0 w 2490764"/>
                <a:gd name="csY3" fmla="*/ 1184741 h 1345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90764" h="1345230">
                  <a:moveTo>
                    <a:pt x="122" y="1184863"/>
                  </a:moveTo>
                  <a:cubicBezTo>
                    <a:pt x="25893" y="1239092"/>
                    <a:pt x="53374" y="1292589"/>
                    <a:pt x="82810" y="1345230"/>
                  </a:cubicBezTo>
                  <a:lnTo>
                    <a:pt x="2490764" y="0"/>
                  </a:lnTo>
                  <a:lnTo>
                    <a:pt x="0" y="11847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A0325FB1-B1FF-6703-C226-5B1EC56C154A}"/>
                </a:ext>
              </a:extLst>
            </p:cNvPr>
            <p:cNvSpPr/>
            <p:nvPr/>
          </p:nvSpPr>
          <p:spPr>
            <a:xfrm>
              <a:off x="-981825" y="3412830"/>
              <a:ext cx="2562825" cy="1184740"/>
            </a:xfrm>
            <a:custGeom>
              <a:avLst/>
              <a:gdLst>
                <a:gd name="csX0" fmla="*/ 0 w 2562825"/>
                <a:gd name="csY0" fmla="*/ 1019243 h 1184740"/>
                <a:gd name="csX1" fmla="*/ 72062 w 2562825"/>
                <a:gd name="csY1" fmla="*/ 1184741 h 1184740"/>
                <a:gd name="csX2" fmla="*/ 2562826 w 2562825"/>
                <a:gd name="csY2" fmla="*/ 0 h 1184740"/>
                <a:gd name="csX3" fmla="*/ 0 w 2562825"/>
                <a:gd name="csY3" fmla="*/ 1019365 h 1184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62825" h="1184740">
                  <a:moveTo>
                    <a:pt x="0" y="1019243"/>
                  </a:moveTo>
                  <a:cubicBezTo>
                    <a:pt x="22107" y="1075060"/>
                    <a:pt x="46168" y="1130267"/>
                    <a:pt x="72062" y="1184741"/>
                  </a:cubicBezTo>
                  <a:lnTo>
                    <a:pt x="2562826" y="0"/>
                  </a:lnTo>
                  <a:lnTo>
                    <a:pt x="0" y="101936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2561914C-AA17-22D7-EC13-8844C75BCB5F}"/>
                </a:ext>
              </a:extLst>
            </p:cNvPr>
            <p:cNvSpPr/>
            <p:nvPr/>
          </p:nvSpPr>
          <p:spPr>
            <a:xfrm>
              <a:off x="-1158070" y="3412830"/>
              <a:ext cx="2739071" cy="499667"/>
            </a:xfrm>
            <a:custGeom>
              <a:avLst/>
              <a:gdLst>
                <a:gd name="csX0" fmla="*/ 0 w 2739071"/>
                <a:gd name="csY0" fmla="*/ 321224 h 499667"/>
                <a:gd name="csX1" fmla="*/ 26870 w 2739071"/>
                <a:gd name="csY1" fmla="*/ 499667 h 499667"/>
                <a:gd name="csX2" fmla="*/ 2739071 w 2739071"/>
                <a:gd name="csY2" fmla="*/ 0 h 499667"/>
                <a:gd name="csX3" fmla="*/ 0 w 2739071"/>
                <a:gd name="csY3" fmla="*/ 32122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0" y="321224"/>
                  </a:moveTo>
                  <a:cubicBezTo>
                    <a:pt x="6962" y="380949"/>
                    <a:pt x="16000" y="440430"/>
                    <a:pt x="26870" y="499667"/>
                  </a:cubicBezTo>
                  <a:lnTo>
                    <a:pt x="2739071" y="0"/>
                  </a:lnTo>
                  <a:lnTo>
                    <a:pt x="0" y="32122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" name="Freeform 106">
            <a:extLst>
              <a:ext uri="{FF2B5EF4-FFF2-40B4-BE49-F238E27FC236}">
                <a16:creationId xmlns:a16="http://schemas.microsoft.com/office/drawing/2014/main" id="{92D1A89C-F867-4C12-4DAE-B23EB00A6701}"/>
              </a:ext>
            </a:extLst>
          </p:cNvPr>
          <p:cNvSpPr/>
          <p:nvPr/>
        </p:nvSpPr>
        <p:spPr>
          <a:xfrm>
            <a:off x="-1264697" y="3132767"/>
            <a:ext cx="5591364" cy="3013637"/>
          </a:xfrm>
          <a:custGeom>
            <a:avLst/>
            <a:gdLst>
              <a:gd name="csX0" fmla="*/ 5591365 w 5591364"/>
              <a:gd name="csY0" fmla="*/ 0 h 3013637"/>
              <a:gd name="csX1" fmla="*/ 2805515 w 5591364"/>
              <a:gd name="csY1" fmla="*/ 3013638 h 3013637"/>
              <a:gd name="csX2" fmla="*/ 0 w 5591364"/>
              <a:gd name="csY2" fmla="*/ 39329 h 3013637"/>
              <a:gd name="csX3" fmla="*/ 2805759 w 5591364"/>
              <a:gd name="csY3" fmla="*/ 247208 h 3013637"/>
              <a:gd name="csX4" fmla="*/ 5591365 w 5591364"/>
              <a:gd name="csY4" fmla="*/ 122 h 3013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1364" h="3013637">
                <a:moveTo>
                  <a:pt x="5591365" y="0"/>
                </a:moveTo>
                <a:cubicBezTo>
                  <a:pt x="5579396" y="1961417"/>
                  <a:pt x="4185066" y="3013882"/>
                  <a:pt x="2805515" y="3013638"/>
                </a:cubicBezTo>
                <a:cubicBezTo>
                  <a:pt x="1425964" y="3013394"/>
                  <a:pt x="11481" y="1999647"/>
                  <a:pt x="0" y="39329"/>
                </a:cubicBezTo>
                <a:cubicBezTo>
                  <a:pt x="931792" y="245131"/>
                  <a:pt x="1886791" y="245864"/>
                  <a:pt x="2805759" y="247208"/>
                </a:cubicBezTo>
                <a:cubicBezTo>
                  <a:pt x="3724727" y="248551"/>
                  <a:pt x="4657374" y="210933"/>
                  <a:pt x="5591365" y="122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8" name="Graphic 5">
            <a:extLst>
              <a:ext uri="{FF2B5EF4-FFF2-40B4-BE49-F238E27FC236}">
                <a16:creationId xmlns:a16="http://schemas.microsoft.com/office/drawing/2014/main" id="{DB8C836F-BDE9-2B72-730B-92016CDC185C}"/>
              </a:ext>
            </a:extLst>
          </p:cNvPr>
          <p:cNvGrpSpPr/>
          <p:nvPr/>
        </p:nvGrpSpPr>
        <p:grpSpPr>
          <a:xfrm>
            <a:off x="-1616089" y="222580"/>
            <a:ext cx="6314544" cy="7714981"/>
            <a:chOff x="-1616089" y="222580"/>
            <a:chExt cx="6314544" cy="7714981"/>
          </a:xfrm>
        </p:grpSpPr>
        <p:grpSp>
          <p:nvGrpSpPr>
            <p:cNvPr id="109" name="Graphic 5">
              <a:extLst>
                <a:ext uri="{FF2B5EF4-FFF2-40B4-BE49-F238E27FC236}">
                  <a16:creationId xmlns:a16="http://schemas.microsoft.com/office/drawing/2014/main" id="{EF71C076-D529-020A-3D0B-764D396CDBD2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  <a:solidFill>
              <a:srgbClr val="01253E"/>
            </a:solidFill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FED891F3-4CCB-E5ED-C0C3-D96F72515D27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CA6C74AD-9782-A632-3F3D-3FDD1DA60F81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2" name="Graphic 5">
                <a:extLst>
                  <a:ext uri="{FF2B5EF4-FFF2-40B4-BE49-F238E27FC236}">
                    <a16:creationId xmlns:a16="http://schemas.microsoft.com/office/drawing/2014/main" id="{3EBC5D38-8C7D-CBBE-51ED-819E30EA788C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53" cy="7546675"/>
                <a:chOff x="-1544393" y="356077"/>
                <a:chExt cx="6108253" cy="7546675"/>
              </a:xfrm>
              <a:solidFill>
                <a:srgbClr val="01253E"/>
              </a:solidFill>
            </p:grpSpPr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1EBC14F2-AF02-94D5-4383-1CB1EA917465}"/>
                    </a:ext>
                  </a:extLst>
                </p:cNvPr>
                <p:cNvSpPr/>
                <p:nvPr/>
              </p:nvSpPr>
              <p:spPr>
                <a:xfrm>
                  <a:off x="-680754" y="33449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9CF36829-9FB3-65A0-0F92-99164D97817F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85FF3CE3-8BA4-0F3B-C28C-66125087B857}"/>
                    </a:ext>
                  </a:extLst>
                </p:cNvPr>
                <p:cNvSpPr/>
                <p:nvPr/>
              </p:nvSpPr>
              <p:spPr>
                <a:xfrm>
                  <a:off x="-95468" y="35806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9C8DBEE7-30CF-83EB-7EEF-273F0A6C6CE2}"/>
                    </a:ext>
                  </a:extLst>
                </p:cNvPr>
                <p:cNvSpPr/>
                <p:nvPr/>
              </p:nvSpPr>
              <p:spPr>
                <a:xfrm>
                  <a:off x="-317882" y="3918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9C9323C8-E113-404A-9AD1-C27C16D1A1B2}"/>
                    </a:ext>
                  </a:extLst>
                </p:cNvPr>
                <p:cNvSpPr/>
                <p:nvPr/>
              </p:nvSpPr>
              <p:spPr>
                <a:xfrm>
                  <a:off x="-352813" y="37379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B1680D46-B496-0660-11DD-9116898A1239}"/>
                    </a:ext>
                  </a:extLst>
                </p:cNvPr>
                <p:cNvSpPr/>
                <p:nvPr/>
              </p:nvSpPr>
              <p:spPr>
                <a:xfrm>
                  <a:off x="299160" y="39514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AB968593-40D5-F419-2167-7D5C094C6573}"/>
                    </a:ext>
                  </a:extLst>
                </p:cNvPr>
                <p:cNvSpPr/>
                <p:nvPr/>
              </p:nvSpPr>
              <p:spPr>
                <a:xfrm>
                  <a:off x="-67498" y="42232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98DF4170-149A-562A-F7C3-A779E0552F19}"/>
                    </a:ext>
                  </a:extLst>
                </p:cNvPr>
                <p:cNvSpPr/>
                <p:nvPr/>
              </p:nvSpPr>
              <p:spPr>
                <a:xfrm>
                  <a:off x="-173270" y="374138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A8A8EECC-688E-9B08-118C-646EFF9CC21E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F9A28650-C768-C705-10AD-BBC4D96E281B}"/>
                    </a:ext>
                  </a:extLst>
                </p:cNvPr>
                <p:cNvSpPr/>
                <p:nvPr/>
              </p:nvSpPr>
              <p:spPr>
                <a:xfrm>
                  <a:off x="-950557" y="3862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ADA4F6A6-7E21-5C4A-584C-12F35A10EAC1}"/>
                    </a:ext>
                  </a:extLst>
                </p:cNvPr>
                <p:cNvSpPr/>
                <p:nvPr/>
              </p:nvSpPr>
              <p:spPr>
                <a:xfrm>
                  <a:off x="-1097123" y="38439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42E07F90-48A4-53C7-20B7-98852F6D945F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EEC508F3-5B7E-6C51-FDA1-29357CB557BD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42A192E4-1F27-EDE3-8917-914DE9282920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958873E8-B541-7372-0B26-50517E21A940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A341F04A-EFA2-D24E-C32F-F0C33A344876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74021B97-F568-9F90-95BB-280041ED1435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4BC9A948-48C4-D0C0-CC04-886ABF6AEBBE}"/>
                    </a:ext>
                  </a:extLst>
                </p:cNvPr>
                <p:cNvSpPr/>
                <p:nvPr/>
              </p:nvSpPr>
              <p:spPr>
                <a:xfrm>
                  <a:off x="-433180" y="49350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55302A7A-56D1-8C05-9E7A-1F45DD7B48F5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404CFAD3-ABC7-30C5-F0FF-95C14B09580F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9CEF866B-E866-3C6F-EA70-5A0E0F6EA9F4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5860F795-FE18-13C6-6BB2-CA1EC58885D1}"/>
                    </a:ext>
                  </a:extLst>
                </p:cNvPr>
                <p:cNvSpPr/>
                <p:nvPr/>
              </p:nvSpPr>
              <p:spPr>
                <a:xfrm>
                  <a:off x="741056" y="56207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B95A9687-9530-02D6-489E-2E8708F4F604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429273DF-9457-BEB6-7C6D-9CF910B234CD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F486183D-2537-B93C-E22C-A88812D7702F}"/>
                    </a:ext>
                  </a:extLst>
                </p:cNvPr>
                <p:cNvSpPr/>
                <p:nvPr/>
              </p:nvSpPr>
              <p:spPr>
                <a:xfrm>
                  <a:off x="-19620" y="53510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5B29FE7F-F6F5-60D4-6094-E699B45D6DCA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31CCCA20-318E-B73E-B3BE-B4523BA331DD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54475C70-E85B-FDAC-8249-D578EDFC1A6B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128555EA-FC6A-E03B-5ADF-827DBFE511BC}"/>
                    </a:ext>
                  </a:extLst>
                </p:cNvPr>
                <p:cNvSpPr/>
                <p:nvPr/>
              </p:nvSpPr>
              <p:spPr>
                <a:xfrm>
                  <a:off x="-757701" y="50789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A345574D-D09B-9A6B-8324-7A2C099F2250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AFD09ADD-C299-DD3B-58E8-0D344CB3BCCC}"/>
                    </a:ext>
                  </a:extLst>
                </p:cNvPr>
                <p:cNvSpPr/>
                <p:nvPr/>
              </p:nvSpPr>
              <p:spPr>
                <a:xfrm>
                  <a:off x="-1158925" y="43342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20B9C23B-A038-3AB8-F373-75E0F654BF00}"/>
                    </a:ext>
                  </a:extLst>
                </p:cNvPr>
                <p:cNvSpPr/>
                <p:nvPr/>
              </p:nvSpPr>
              <p:spPr>
                <a:xfrm>
                  <a:off x="-733029" y="528374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F9CD9A30-D186-42F4-70D4-D4EE30470425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00824226-4BC2-FFE9-8FAD-4794B5CED21F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931C29CF-5590-D195-DB43-DA695EED35AA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F05E898A-FE0C-9163-71E5-956589E3BFE1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46E133FA-31B0-8C9B-2D9C-200B0084E3E3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005043FE-0EA7-D87B-4565-691D7A76F087}"/>
                    </a:ext>
                  </a:extLst>
                </p:cNvPr>
                <p:cNvSpPr/>
                <p:nvPr/>
              </p:nvSpPr>
              <p:spPr>
                <a:xfrm>
                  <a:off x="919988" y="65151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F653A328-3C83-42CC-9F6A-AE84E43D6647}"/>
                    </a:ext>
                  </a:extLst>
                </p:cNvPr>
                <p:cNvSpPr/>
                <p:nvPr/>
              </p:nvSpPr>
              <p:spPr>
                <a:xfrm>
                  <a:off x="451832" y="61871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80193541-534C-07C5-1212-66543F704EA8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0E7CEDEA-3EFE-05E5-387E-D2F8C590C136}"/>
                    </a:ext>
                  </a:extLst>
                </p:cNvPr>
                <p:cNvSpPr/>
                <p:nvPr/>
              </p:nvSpPr>
              <p:spPr>
                <a:xfrm>
                  <a:off x="120960" y="61773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4414E51E-3293-2D86-6A47-E6D382038D66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88D76BC7-D5FF-8D39-7921-07EDDE36D884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DEC579D3-9EDD-687A-86E5-5FDC7A026869}"/>
                    </a:ext>
                  </a:extLst>
                </p:cNvPr>
                <p:cNvSpPr/>
                <p:nvPr/>
              </p:nvSpPr>
              <p:spPr>
                <a:xfrm>
                  <a:off x="-248263" y="542346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9D7D5E72-8F90-97A1-A5A5-E069308FAB58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42A683FB-8BD2-1251-2F27-903697CD0D0F}"/>
                    </a:ext>
                  </a:extLst>
                </p:cNvPr>
                <p:cNvSpPr/>
                <p:nvPr/>
              </p:nvSpPr>
              <p:spPr>
                <a:xfrm>
                  <a:off x="-293332" y="563574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04A80297-6532-5590-577C-92A5456F3A53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E13E9F6B-B1E7-3FE4-7D5C-0F629E6EFC0C}"/>
                    </a:ext>
                  </a:extLst>
                </p:cNvPr>
                <p:cNvSpPr/>
                <p:nvPr/>
              </p:nvSpPr>
              <p:spPr>
                <a:xfrm>
                  <a:off x="407252" y="38624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FF04F9A0-7D74-BC95-0690-544D54B36FF0}"/>
                    </a:ext>
                  </a:extLst>
                </p:cNvPr>
                <p:cNvSpPr/>
                <p:nvPr/>
              </p:nvSpPr>
              <p:spPr>
                <a:xfrm>
                  <a:off x="583864" y="357063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7C97ABDB-730C-5951-B745-BE40E6B6FBD9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4EB77F58-0DE1-F5C6-D315-0BDF4CB1E9FF}"/>
                    </a:ext>
                  </a:extLst>
                </p:cNvPr>
                <p:cNvSpPr/>
                <p:nvPr/>
              </p:nvSpPr>
              <p:spPr>
                <a:xfrm>
                  <a:off x="562978" y="36842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3D3FE209-5FE5-0FCD-9831-83C9862F30F1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437A2549-7A3B-9E90-AE73-5B98FB8B1A69}"/>
                    </a:ext>
                  </a:extLst>
                </p:cNvPr>
                <p:cNvSpPr/>
                <p:nvPr/>
              </p:nvSpPr>
              <p:spPr>
                <a:xfrm>
                  <a:off x="988996" y="38108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133EB381-83D1-2F27-DB2E-9E993C30FE7E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BDD075F0-7B43-4559-A9FE-6EC05F95172C}"/>
                    </a:ext>
                  </a:extLst>
                </p:cNvPr>
                <p:cNvSpPr/>
                <p:nvPr/>
              </p:nvSpPr>
              <p:spPr>
                <a:xfrm>
                  <a:off x="263129" y="34781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F7CAED71-E8B9-9B31-5CFD-58BE49594302}"/>
                    </a:ext>
                  </a:extLst>
                </p:cNvPr>
                <p:cNvSpPr/>
                <p:nvPr/>
              </p:nvSpPr>
              <p:spPr>
                <a:xfrm>
                  <a:off x="-224690" y="40828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5D679564-272E-9A96-AAF9-2049624993D3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006E1C68-CF4B-F516-2F97-ABB3FE52DE9A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F769C282-22BB-60E6-F815-07A6DDA3355C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C99FDEB5-D09B-B2EA-40F3-CBA8BC397F7B}"/>
                    </a:ext>
                  </a:extLst>
                </p:cNvPr>
                <p:cNvSpPr/>
                <p:nvPr/>
              </p:nvSpPr>
              <p:spPr>
                <a:xfrm>
                  <a:off x="1301426" y="48470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12249BCD-D437-0127-196E-1842C77D817D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Oval 173">
                  <a:extLst>
                    <a:ext uri="{FF2B5EF4-FFF2-40B4-BE49-F238E27FC236}">
                      <a16:creationId xmlns:a16="http://schemas.microsoft.com/office/drawing/2014/main" id="{CC1FE35F-5188-F685-8245-CF812A5A840F}"/>
                    </a:ext>
                  </a:extLst>
                </p:cNvPr>
                <p:cNvSpPr/>
                <p:nvPr/>
              </p:nvSpPr>
              <p:spPr>
                <a:xfrm>
                  <a:off x="2650931" y="4728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4C019BAB-F61F-38C8-8298-1852DB93107A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31AF780B-5DCF-35F5-BB8B-B5106656F8AA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Oval 176">
                  <a:extLst>
                    <a:ext uri="{FF2B5EF4-FFF2-40B4-BE49-F238E27FC236}">
                      <a16:creationId xmlns:a16="http://schemas.microsoft.com/office/drawing/2014/main" id="{1214F90D-A063-043F-A33C-3335122B8AD7}"/>
                    </a:ext>
                  </a:extLst>
                </p:cNvPr>
                <p:cNvSpPr/>
                <p:nvPr/>
              </p:nvSpPr>
              <p:spPr>
                <a:xfrm>
                  <a:off x="2210012" y="40968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D29FB195-DF66-81DA-AB00-1FB64A0D0912}"/>
                    </a:ext>
                  </a:extLst>
                </p:cNvPr>
                <p:cNvSpPr/>
                <p:nvPr/>
              </p:nvSpPr>
              <p:spPr>
                <a:xfrm>
                  <a:off x="2749985" y="3796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4374573A-1A39-9511-0167-DE17F78446FC}"/>
                    </a:ext>
                  </a:extLst>
                </p:cNvPr>
                <p:cNvSpPr/>
                <p:nvPr/>
              </p:nvSpPr>
              <p:spPr>
                <a:xfrm>
                  <a:off x="2038163" y="4342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94DCD842-621F-CFD3-8B32-740797E1330A}"/>
                    </a:ext>
                  </a:extLst>
                </p:cNvPr>
                <p:cNvSpPr/>
                <p:nvPr/>
              </p:nvSpPr>
              <p:spPr>
                <a:xfrm>
                  <a:off x="2441952" y="3503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368EB666-58FA-F5F4-CE07-8D21CBA8F521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6963967A-C072-AC36-22DE-C7D40464313A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4A94F325-5BE1-16C3-74A6-4555A271F753}"/>
                    </a:ext>
                  </a:extLst>
                </p:cNvPr>
                <p:cNvSpPr/>
                <p:nvPr/>
              </p:nvSpPr>
              <p:spPr>
                <a:xfrm>
                  <a:off x="2087996" y="5131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56AC9856-F2BF-A9F3-6B9F-BE23FC7B75FA}"/>
                    </a:ext>
                  </a:extLst>
                </p:cNvPr>
                <p:cNvSpPr/>
                <p:nvPr/>
              </p:nvSpPr>
              <p:spPr>
                <a:xfrm>
                  <a:off x="2898383" y="46356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78B2E259-253E-8024-1E41-8FC71ADBA093}"/>
                    </a:ext>
                  </a:extLst>
                </p:cNvPr>
                <p:cNvSpPr/>
                <p:nvPr/>
              </p:nvSpPr>
              <p:spPr>
                <a:xfrm>
                  <a:off x="2202073" y="548930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54E8C451-C3AC-D92D-AA64-E44A7420F5F4}"/>
                    </a:ext>
                  </a:extLst>
                </p:cNvPr>
                <p:cNvSpPr/>
                <p:nvPr/>
              </p:nvSpPr>
              <p:spPr>
                <a:xfrm>
                  <a:off x="1848116" y="439701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D5983303-4F27-CCFD-2B08-6DC7F5DB805B}"/>
                    </a:ext>
                  </a:extLst>
                </p:cNvPr>
                <p:cNvSpPr/>
                <p:nvPr/>
              </p:nvSpPr>
              <p:spPr>
                <a:xfrm>
                  <a:off x="1679932" y="49976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0F64F658-7253-5ADE-41BF-F97E5797B416}"/>
                    </a:ext>
                  </a:extLst>
                </p:cNvPr>
                <p:cNvSpPr/>
                <p:nvPr/>
              </p:nvSpPr>
              <p:spPr>
                <a:xfrm>
                  <a:off x="1232540" y="53097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550738BA-64E5-CB6C-3D5A-A27D628900B5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83D131B8-C708-4462-D54F-597CA6723813}"/>
                    </a:ext>
                  </a:extLst>
                </p:cNvPr>
                <p:cNvSpPr/>
                <p:nvPr/>
              </p:nvSpPr>
              <p:spPr>
                <a:xfrm>
                  <a:off x="381359" y="45001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72390AEF-14BD-BF89-E4F8-8D63407AA291}"/>
                    </a:ext>
                  </a:extLst>
                </p:cNvPr>
                <p:cNvSpPr/>
                <p:nvPr/>
              </p:nvSpPr>
              <p:spPr>
                <a:xfrm>
                  <a:off x="1444572" y="5067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3EE1C6D8-1C7B-BAEB-0633-1DCA08598060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ECC3FF3F-4C61-1C63-18D1-000E8A8E2CBE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914D2478-E427-C304-DAE2-41B7EF79A0F9}"/>
                    </a:ext>
                  </a:extLst>
                </p:cNvPr>
                <p:cNvSpPr/>
                <p:nvPr/>
              </p:nvSpPr>
              <p:spPr>
                <a:xfrm>
                  <a:off x="1845551" y="66747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14E93534-5349-BF3D-AAA1-F7CFFA182326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FF7E9026-978E-7CFB-7BCA-5E728D8397E4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5A426B19-A21B-0E03-B727-ED8462B53DC5}"/>
                    </a:ext>
                  </a:extLst>
                </p:cNvPr>
                <p:cNvSpPr/>
                <p:nvPr/>
              </p:nvSpPr>
              <p:spPr>
                <a:xfrm>
                  <a:off x="914370" y="63987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88D1209B-AF3C-CC83-81A7-C9F9533FC355}"/>
                    </a:ext>
                  </a:extLst>
                </p:cNvPr>
                <p:cNvSpPr/>
                <p:nvPr/>
              </p:nvSpPr>
              <p:spPr>
                <a:xfrm>
                  <a:off x="409695" y="72951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D092E49F-D14F-DA38-A271-BAA5C9143EDE}"/>
                    </a:ext>
                  </a:extLst>
                </p:cNvPr>
                <p:cNvSpPr/>
                <p:nvPr/>
              </p:nvSpPr>
              <p:spPr>
                <a:xfrm>
                  <a:off x="560413" y="64425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A29F0303-347F-1D79-6A8E-8EC1FB8C66C5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FD6C404A-C806-1381-B086-546961911DE6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7B57981B-8109-89FD-7C0C-8050B72BCDC4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5E0DFAAA-52EB-8C3C-9441-3F5F03BCD62E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58B883CC-F5DB-D922-9C15-4B5F2572D151}"/>
                    </a:ext>
                  </a:extLst>
                </p:cNvPr>
                <p:cNvSpPr/>
                <p:nvPr/>
              </p:nvSpPr>
              <p:spPr>
                <a:xfrm>
                  <a:off x="-360874" y="76173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4AE70436-3E39-96C7-F008-D7A83BCA01D6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59AC46E9-59FB-A461-9B23-028590ECD5FE}"/>
                    </a:ext>
                  </a:extLst>
                </p:cNvPr>
                <p:cNvSpPr/>
                <p:nvPr/>
              </p:nvSpPr>
              <p:spPr>
                <a:xfrm>
                  <a:off x="23494" y="71299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8A7619EC-C534-C978-D098-A8DDE3651AC1}"/>
                    </a:ext>
                  </a:extLst>
                </p:cNvPr>
                <p:cNvSpPr/>
                <p:nvPr/>
              </p:nvSpPr>
              <p:spPr>
                <a:xfrm>
                  <a:off x="-237026" y="69228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0173E52B-5E22-6D23-A982-8EC4A99C4A96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A37EB48A-483A-A14D-58E8-DA2ADC02A8F2}"/>
                    </a:ext>
                  </a:extLst>
                </p:cNvPr>
                <p:cNvSpPr/>
                <p:nvPr/>
              </p:nvSpPr>
              <p:spPr>
                <a:xfrm>
                  <a:off x="-90949" y="7303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BF92AFC6-04CE-6892-00FC-03A477BDA78F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Oval 210">
                  <a:extLst>
                    <a:ext uri="{FF2B5EF4-FFF2-40B4-BE49-F238E27FC236}">
                      <a16:creationId xmlns:a16="http://schemas.microsoft.com/office/drawing/2014/main" id="{1A7FB01B-E9C2-A73E-ED98-0C733F388744}"/>
                    </a:ext>
                  </a:extLst>
                </p:cNvPr>
                <p:cNvSpPr/>
                <p:nvPr/>
              </p:nvSpPr>
              <p:spPr>
                <a:xfrm>
                  <a:off x="771712" y="77074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Oval 211">
                  <a:extLst>
                    <a:ext uri="{FF2B5EF4-FFF2-40B4-BE49-F238E27FC236}">
                      <a16:creationId xmlns:a16="http://schemas.microsoft.com/office/drawing/2014/main" id="{2E7EDD96-9736-BC35-8A47-2CE505D04D92}"/>
                    </a:ext>
                  </a:extLst>
                </p:cNvPr>
                <p:cNvSpPr/>
                <p:nvPr/>
              </p:nvSpPr>
              <p:spPr>
                <a:xfrm>
                  <a:off x="469542" y="78080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B71C7F53-6C90-F3A7-9986-DF5CF105AE8C}"/>
                    </a:ext>
                  </a:extLst>
                </p:cNvPr>
                <p:cNvSpPr/>
                <p:nvPr/>
              </p:nvSpPr>
              <p:spPr>
                <a:xfrm>
                  <a:off x="338977" y="75111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Oval 213">
                  <a:extLst>
                    <a:ext uri="{FF2B5EF4-FFF2-40B4-BE49-F238E27FC236}">
                      <a16:creationId xmlns:a16="http://schemas.microsoft.com/office/drawing/2014/main" id="{D7DE3750-16E5-3A90-8C32-41929AF34B6E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5F0AB7A3-7072-B7CB-AEE4-EFAE9B2299C5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id="{E271ACB8-7DF1-1AA7-6A8A-870A093CD1F9}"/>
                    </a:ext>
                  </a:extLst>
                </p:cNvPr>
                <p:cNvSpPr/>
                <p:nvPr/>
              </p:nvSpPr>
              <p:spPr>
                <a:xfrm>
                  <a:off x="929515" y="747197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59AF38A7-D492-26CE-C1E1-815C871DD4E1}"/>
                    </a:ext>
                  </a:extLst>
                </p:cNvPr>
                <p:cNvSpPr/>
                <p:nvPr/>
              </p:nvSpPr>
              <p:spPr>
                <a:xfrm>
                  <a:off x="1439808" y="70917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B8207F1A-552F-1552-B428-D9C5C5D20085}"/>
                    </a:ext>
                  </a:extLst>
                </p:cNvPr>
                <p:cNvSpPr/>
                <p:nvPr/>
              </p:nvSpPr>
              <p:spPr>
                <a:xfrm>
                  <a:off x="1948636" y="76362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03FF07AC-073A-12C1-EFF1-ED6FF39E1B67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0C9C534A-07EC-96F2-65D8-7D72223E952F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2B106C4C-E801-AE8C-9497-3ADE3A044167}"/>
                    </a:ext>
                  </a:extLst>
                </p:cNvPr>
                <p:cNvSpPr/>
                <p:nvPr/>
              </p:nvSpPr>
              <p:spPr>
                <a:xfrm>
                  <a:off x="1776421" y="7635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E0BD8E41-0947-F457-E85A-28E4C2983BED}"/>
                    </a:ext>
                  </a:extLst>
                </p:cNvPr>
                <p:cNvSpPr/>
                <p:nvPr/>
              </p:nvSpPr>
              <p:spPr>
                <a:xfrm>
                  <a:off x="1989552" y="72876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0ED42EE9-C014-F8F2-1418-029EBCBE5091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5F9ECE96-F8D4-87CD-DE18-220793E33658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84D5002E-EEFA-8024-F5E2-D4D97B1BA723}"/>
                    </a:ext>
                  </a:extLst>
                </p:cNvPr>
                <p:cNvSpPr/>
                <p:nvPr/>
              </p:nvSpPr>
              <p:spPr>
                <a:xfrm>
                  <a:off x="3276156" y="7699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308EA7F8-81C9-3D0E-A6BA-1DE2944FDAFC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14CEB67B-B940-2C0D-0A62-BAA0EB50F879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6B9552CF-38D6-D96E-CD2E-BBBFCE665935}"/>
                    </a:ext>
                  </a:extLst>
                </p:cNvPr>
                <p:cNvSpPr/>
                <p:nvPr/>
              </p:nvSpPr>
              <p:spPr>
                <a:xfrm>
                  <a:off x="2057705" y="77105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4C8C9CC6-EC26-CA44-F43F-105D1BBBCF0C}"/>
                    </a:ext>
                  </a:extLst>
                </p:cNvPr>
                <p:cNvSpPr/>
                <p:nvPr/>
              </p:nvSpPr>
              <p:spPr>
                <a:xfrm>
                  <a:off x="1611412" y="7731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" name="Oval 229">
                  <a:extLst>
                    <a:ext uri="{FF2B5EF4-FFF2-40B4-BE49-F238E27FC236}">
                      <a16:creationId xmlns:a16="http://schemas.microsoft.com/office/drawing/2014/main" id="{0BCFE25E-C57A-04F8-9B56-376CF8CFD363}"/>
                    </a:ext>
                  </a:extLst>
                </p:cNvPr>
                <p:cNvSpPr/>
                <p:nvPr/>
              </p:nvSpPr>
              <p:spPr>
                <a:xfrm>
                  <a:off x="740079" y="72543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1" name="Oval 230">
                  <a:extLst>
                    <a:ext uri="{FF2B5EF4-FFF2-40B4-BE49-F238E27FC236}">
                      <a16:creationId xmlns:a16="http://schemas.microsoft.com/office/drawing/2014/main" id="{43AB91F5-D368-120A-D224-9803B5864648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2" name="Oval 231">
                  <a:extLst>
                    <a:ext uri="{FF2B5EF4-FFF2-40B4-BE49-F238E27FC236}">
                      <a16:creationId xmlns:a16="http://schemas.microsoft.com/office/drawing/2014/main" id="{F3298450-0B2E-526F-0B4A-3C45849C94FD}"/>
                    </a:ext>
                  </a:extLst>
                </p:cNvPr>
                <p:cNvSpPr/>
                <p:nvPr/>
              </p:nvSpPr>
              <p:spPr>
                <a:xfrm>
                  <a:off x="1236448" y="67484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3" name="Oval 232">
                  <a:extLst>
                    <a:ext uri="{FF2B5EF4-FFF2-40B4-BE49-F238E27FC236}">
                      <a16:creationId xmlns:a16="http://schemas.microsoft.com/office/drawing/2014/main" id="{4C3C2962-51E0-536A-7EC8-E38585DD50E1}"/>
                    </a:ext>
                  </a:extLst>
                </p:cNvPr>
                <p:cNvSpPr/>
                <p:nvPr/>
              </p:nvSpPr>
              <p:spPr>
                <a:xfrm>
                  <a:off x="1741123" y="6844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4" name="Oval 233">
                  <a:extLst>
                    <a:ext uri="{FF2B5EF4-FFF2-40B4-BE49-F238E27FC236}">
                      <a16:creationId xmlns:a16="http://schemas.microsoft.com/office/drawing/2014/main" id="{B7CE80A2-E6F0-4203-5437-1004C5020C31}"/>
                    </a:ext>
                  </a:extLst>
                </p:cNvPr>
                <p:cNvSpPr/>
                <p:nvPr/>
              </p:nvSpPr>
              <p:spPr>
                <a:xfrm>
                  <a:off x="1260876" y="682353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" name="Oval 234">
                  <a:extLst>
                    <a:ext uri="{FF2B5EF4-FFF2-40B4-BE49-F238E27FC236}">
                      <a16:creationId xmlns:a16="http://schemas.microsoft.com/office/drawing/2014/main" id="{4DA05A85-0DDD-EF7F-78C6-038A58E755B6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" name="Oval 235">
                  <a:extLst>
                    <a:ext uri="{FF2B5EF4-FFF2-40B4-BE49-F238E27FC236}">
                      <a16:creationId xmlns:a16="http://schemas.microsoft.com/office/drawing/2014/main" id="{18EAB5FB-8557-283E-B966-4043956F5889}"/>
                    </a:ext>
                  </a:extLst>
                </p:cNvPr>
                <p:cNvSpPr/>
                <p:nvPr/>
              </p:nvSpPr>
              <p:spPr>
                <a:xfrm>
                  <a:off x="2274012" y="69914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FDF6D7E5-C154-3C43-6671-2F968B263DDC}"/>
                    </a:ext>
                  </a:extLst>
                </p:cNvPr>
                <p:cNvSpPr/>
                <p:nvPr/>
              </p:nvSpPr>
              <p:spPr>
                <a:xfrm>
                  <a:off x="1176723" y="57598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" name="Oval 237">
                  <a:extLst>
                    <a:ext uri="{FF2B5EF4-FFF2-40B4-BE49-F238E27FC236}">
                      <a16:creationId xmlns:a16="http://schemas.microsoft.com/office/drawing/2014/main" id="{06CFA58D-9625-F614-43F4-C94885DB8608}"/>
                    </a:ext>
                  </a:extLst>
                </p:cNvPr>
                <p:cNvSpPr/>
                <p:nvPr/>
              </p:nvSpPr>
              <p:spPr>
                <a:xfrm>
                  <a:off x="2653862" y="623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" name="Oval 238">
                  <a:extLst>
                    <a:ext uri="{FF2B5EF4-FFF2-40B4-BE49-F238E27FC236}">
                      <a16:creationId xmlns:a16="http://schemas.microsoft.com/office/drawing/2014/main" id="{8C30F84B-71FE-6696-55DD-C5A57FFA3409}"/>
                    </a:ext>
                  </a:extLst>
                </p:cNvPr>
                <p:cNvSpPr/>
                <p:nvPr/>
              </p:nvSpPr>
              <p:spPr>
                <a:xfrm>
                  <a:off x="2245310" y="6663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0" name="Oval 239">
                  <a:extLst>
                    <a:ext uri="{FF2B5EF4-FFF2-40B4-BE49-F238E27FC236}">
                      <a16:creationId xmlns:a16="http://schemas.microsoft.com/office/drawing/2014/main" id="{AC3ABF89-7672-E2B0-8D91-19A6C30E7717}"/>
                    </a:ext>
                  </a:extLst>
                </p:cNvPr>
                <p:cNvSpPr/>
                <p:nvPr/>
              </p:nvSpPr>
              <p:spPr>
                <a:xfrm>
                  <a:off x="2446838" y="58169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id="{26DF0741-ACD2-3CA6-AA08-BC6B0997C4FE}"/>
                    </a:ext>
                  </a:extLst>
                </p:cNvPr>
                <p:cNvSpPr/>
                <p:nvPr/>
              </p:nvSpPr>
              <p:spPr>
                <a:xfrm>
                  <a:off x="2094225" y="56892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id="{4488C32F-03E2-C1AB-BD65-030ABBAE7DF5}"/>
                    </a:ext>
                  </a:extLst>
                </p:cNvPr>
                <p:cNvSpPr/>
                <p:nvPr/>
              </p:nvSpPr>
              <p:spPr>
                <a:xfrm>
                  <a:off x="1541427" y="65418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" name="Oval 242">
                  <a:extLst>
                    <a:ext uri="{FF2B5EF4-FFF2-40B4-BE49-F238E27FC236}">
                      <a16:creationId xmlns:a16="http://schemas.microsoft.com/office/drawing/2014/main" id="{CD28779D-F313-E395-CF16-F30AD7E07877}"/>
                    </a:ext>
                  </a:extLst>
                </p:cNvPr>
                <p:cNvSpPr/>
                <p:nvPr/>
              </p:nvSpPr>
              <p:spPr>
                <a:xfrm>
                  <a:off x="2240546" y="52135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" name="Oval 243">
                  <a:extLst>
                    <a:ext uri="{FF2B5EF4-FFF2-40B4-BE49-F238E27FC236}">
                      <a16:creationId xmlns:a16="http://schemas.microsoft.com/office/drawing/2014/main" id="{7CAD62ED-5342-116B-6F94-E9CC24B5445B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" name="Oval 244">
                  <a:extLst>
                    <a:ext uri="{FF2B5EF4-FFF2-40B4-BE49-F238E27FC236}">
                      <a16:creationId xmlns:a16="http://schemas.microsoft.com/office/drawing/2014/main" id="{2B21F65C-E0A3-6C90-77D7-96D8AAB05811}"/>
                    </a:ext>
                  </a:extLst>
                </p:cNvPr>
                <p:cNvSpPr/>
                <p:nvPr/>
              </p:nvSpPr>
              <p:spPr>
                <a:xfrm>
                  <a:off x="3402569" y="51377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A6A5CB10-7D39-BA6E-2AE2-2EC4410DB877}"/>
                    </a:ext>
                  </a:extLst>
                </p:cNvPr>
                <p:cNvSpPr/>
                <p:nvPr/>
              </p:nvSpPr>
              <p:spPr>
                <a:xfrm>
                  <a:off x="3682021" y="49187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7" name="Oval 246">
                  <a:extLst>
                    <a:ext uri="{FF2B5EF4-FFF2-40B4-BE49-F238E27FC236}">
                      <a16:creationId xmlns:a16="http://schemas.microsoft.com/office/drawing/2014/main" id="{0F44CD66-0C16-3C35-8C70-8BBDC0484777}"/>
                    </a:ext>
                  </a:extLst>
                </p:cNvPr>
                <p:cNvSpPr/>
                <p:nvPr/>
              </p:nvSpPr>
              <p:spPr>
                <a:xfrm>
                  <a:off x="3748587" y="48799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B4187EBA-ED57-98F1-3560-1CE85A2B3C08}"/>
                    </a:ext>
                  </a:extLst>
                </p:cNvPr>
                <p:cNvSpPr/>
                <p:nvPr/>
              </p:nvSpPr>
              <p:spPr>
                <a:xfrm>
                  <a:off x="3036032" y="55420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9" name="Oval 248">
                  <a:extLst>
                    <a:ext uri="{FF2B5EF4-FFF2-40B4-BE49-F238E27FC236}">
                      <a16:creationId xmlns:a16="http://schemas.microsoft.com/office/drawing/2014/main" id="{44681AB4-A9F9-AE25-BB7B-653C09DBBD2B}"/>
                    </a:ext>
                  </a:extLst>
                </p:cNvPr>
                <p:cNvSpPr/>
                <p:nvPr/>
              </p:nvSpPr>
              <p:spPr>
                <a:xfrm>
                  <a:off x="2685007" y="58860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17A902FB-A390-E999-7FC6-0B115F1184A4}"/>
                    </a:ext>
                  </a:extLst>
                </p:cNvPr>
                <p:cNvSpPr/>
                <p:nvPr/>
              </p:nvSpPr>
              <p:spPr>
                <a:xfrm>
                  <a:off x="3249530" y="48282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1" name="Oval 250">
                  <a:extLst>
                    <a:ext uri="{FF2B5EF4-FFF2-40B4-BE49-F238E27FC236}">
                      <a16:creationId xmlns:a16="http://schemas.microsoft.com/office/drawing/2014/main" id="{F349223B-3DC7-B65A-213F-92F4F88A42B6}"/>
                    </a:ext>
                  </a:extLst>
                </p:cNvPr>
                <p:cNvSpPr/>
                <p:nvPr/>
              </p:nvSpPr>
              <p:spPr>
                <a:xfrm>
                  <a:off x="3395730" y="47887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2" name="Oval 251">
                  <a:extLst>
                    <a:ext uri="{FF2B5EF4-FFF2-40B4-BE49-F238E27FC236}">
                      <a16:creationId xmlns:a16="http://schemas.microsoft.com/office/drawing/2014/main" id="{BFE9AF1A-10A4-D855-77E3-07CFEA0FEC5D}"/>
                    </a:ext>
                  </a:extLst>
                </p:cNvPr>
                <p:cNvSpPr/>
                <p:nvPr/>
              </p:nvSpPr>
              <p:spPr>
                <a:xfrm>
                  <a:off x="2535754" y="56577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B56E113F-D7AC-D9B4-78D1-13749C64AE9E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EE2980A7-559C-43C5-473F-BB9DD8C4BCEE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9D711CC8-0EF9-EBC8-238A-C4515F7FDF47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" name="Oval 255">
                  <a:extLst>
                    <a:ext uri="{FF2B5EF4-FFF2-40B4-BE49-F238E27FC236}">
                      <a16:creationId xmlns:a16="http://schemas.microsoft.com/office/drawing/2014/main" id="{BC5C5C1E-9C46-40CA-1600-DDDDEEEAADC5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Oval 256">
                  <a:extLst>
                    <a:ext uri="{FF2B5EF4-FFF2-40B4-BE49-F238E27FC236}">
                      <a16:creationId xmlns:a16="http://schemas.microsoft.com/office/drawing/2014/main" id="{289A6DE8-538E-A009-BBA2-D3A127251FCE}"/>
                    </a:ext>
                  </a:extLst>
                </p:cNvPr>
                <p:cNvSpPr/>
                <p:nvPr/>
              </p:nvSpPr>
              <p:spPr>
                <a:xfrm>
                  <a:off x="2333982" y="59551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" name="Oval 257">
                  <a:extLst>
                    <a:ext uri="{FF2B5EF4-FFF2-40B4-BE49-F238E27FC236}">
                      <a16:creationId xmlns:a16="http://schemas.microsoft.com/office/drawing/2014/main" id="{DA57CBC9-E07D-F273-2A6D-27FAE83EEC63}"/>
                    </a:ext>
                  </a:extLst>
                </p:cNvPr>
                <p:cNvSpPr/>
                <p:nvPr/>
              </p:nvSpPr>
              <p:spPr>
                <a:xfrm>
                  <a:off x="1956697" y="59624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" name="Oval 258">
                  <a:extLst>
                    <a:ext uri="{FF2B5EF4-FFF2-40B4-BE49-F238E27FC236}">
                      <a16:creationId xmlns:a16="http://schemas.microsoft.com/office/drawing/2014/main" id="{CE2A76A9-BDF8-F759-6F91-051B22B90B47}"/>
                    </a:ext>
                  </a:extLst>
                </p:cNvPr>
                <p:cNvSpPr/>
                <p:nvPr/>
              </p:nvSpPr>
              <p:spPr>
                <a:xfrm>
                  <a:off x="2575083" y="48197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F131B0E5-1315-CA3F-D45B-743D56408152}"/>
                    </a:ext>
                  </a:extLst>
                </p:cNvPr>
                <p:cNvSpPr/>
                <p:nvPr/>
              </p:nvSpPr>
              <p:spPr>
                <a:xfrm>
                  <a:off x="1387900" y="60251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1" name="Oval 260">
                  <a:extLst>
                    <a:ext uri="{FF2B5EF4-FFF2-40B4-BE49-F238E27FC236}">
                      <a16:creationId xmlns:a16="http://schemas.microsoft.com/office/drawing/2014/main" id="{E7E2CD30-7C7F-D9B0-E271-CEC4806547C3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2" name="Oval 261">
                  <a:extLst>
                    <a:ext uri="{FF2B5EF4-FFF2-40B4-BE49-F238E27FC236}">
                      <a16:creationId xmlns:a16="http://schemas.microsoft.com/office/drawing/2014/main" id="{57867073-F9E0-9819-2683-05C7F3B60695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D31C13C4-19B3-76A1-7E98-CFBBC7969790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id="{6B1D3DD7-6D9D-E39A-72EA-1EE87D6FB4A6}"/>
                    </a:ext>
                  </a:extLst>
                </p:cNvPr>
                <p:cNvSpPr/>
                <p:nvPr/>
              </p:nvSpPr>
              <p:spPr>
                <a:xfrm>
                  <a:off x="3465470" y="36784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5" name="Oval 264">
                  <a:extLst>
                    <a:ext uri="{FF2B5EF4-FFF2-40B4-BE49-F238E27FC236}">
                      <a16:creationId xmlns:a16="http://schemas.microsoft.com/office/drawing/2014/main" id="{AB18BC33-408B-204D-EE97-AAB243264269}"/>
                    </a:ext>
                  </a:extLst>
                </p:cNvPr>
                <p:cNvSpPr/>
                <p:nvPr/>
              </p:nvSpPr>
              <p:spPr>
                <a:xfrm>
                  <a:off x="3311821" y="35297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" name="Oval 265">
                  <a:extLst>
                    <a:ext uri="{FF2B5EF4-FFF2-40B4-BE49-F238E27FC236}">
                      <a16:creationId xmlns:a16="http://schemas.microsoft.com/office/drawing/2014/main" id="{F130644A-4783-8E20-C005-E94855BD4383}"/>
                    </a:ext>
                  </a:extLst>
                </p:cNvPr>
                <p:cNvSpPr/>
                <p:nvPr/>
              </p:nvSpPr>
              <p:spPr>
                <a:xfrm>
                  <a:off x="3055208" y="36444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" name="Oval 266">
                  <a:extLst>
                    <a:ext uri="{FF2B5EF4-FFF2-40B4-BE49-F238E27FC236}">
                      <a16:creationId xmlns:a16="http://schemas.microsoft.com/office/drawing/2014/main" id="{9D92BC8F-0072-8EE9-4E84-5978AAF389AC}"/>
                    </a:ext>
                  </a:extLst>
                </p:cNvPr>
                <p:cNvSpPr/>
                <p:nvPr/>
              </p:nvSpPr>
              <p:spPr>
                <a:xfrm>
                  <a:off x="3226080" y="36943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" name="Oval 267">
                  <a:extLst>
                    <a:ext uri="{FF2B5EF4-FFF2-40B4-BE49-F238E27FC236}">
                      <a16:creationId xmlns:a16="http://schemas.microsoft.com/office/drawing/2014/main" id="{52DFE79A-94A9-6063-96EE-5F924E063C14}"/>
                    </a:ext>
                  </a:extLst>
                </p:cNvPr>
                <p:cNvSpPr/>
                <p:nvPr/>
              </p:nvSpPr>
              <p:spPr>
                <a:xfrm>
                  <a:off x="3553776" y="34450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2A294687-A2F4-3206-4C26-58D42594C709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17E13554-AF30-B93B-C7C6-13CE015C8E89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20A5EE47-3D7A-2ECB-1C24-B590958F2E18}"/>
                    </a:ext>
                  </a:extLst>
                </p:cNvPr>
                <p:cNvSpPr/>
                <p:nvPr/>
              </p:nvSpPr>
              <p:spPr>
                <a:xfrm>
                  <a:off x="1654649" y="400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" name="Oval 271">
                  <a:extLst>
                    <a:ext uri="{FF2B5EF4-FFF2-40B4-BE49-F238E27FC236}">
                      <a16:creationId xmlns:a16="http://schemas.microsoft.com/office/drawing/2014/main" id="{9F33D672-41F7-1C75-FC6E-BEFEB189580E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4D09B07A-DEB1-7D90-E169-26F81ACA0B8F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7B4CCBEC-E1C3-DEC6-416F-084364481B60}"/>
                    </a:ext>
                  </a:extLst>
                </p:cNvPr>
                <p:cNvSpPr/>
                <p:nvPr/>
              </p:nvSpPr>
              <p:spPr>
                <a:xfrm>
                  <a:off x="4016436" y="402388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5" name="Oval 274">
                  <a:extLst>
                    <a:ext uri="{FF2B5EF4-FFF2-40B4-BE49-F238E27FC236}">
                      <a16:creationId xmlns:a16="http://schemas.microsoft.com/office/drawing/2014/main" id="{DAEA9B3C-F04D-1B7D-355D-11499B319E15}"/>
                    </a:ext>
                  </a:extLst>
                </p:cNvPr>
                <p:cNvSpPr/>
                <p:nvPr/>
              </p:nvSpPr>
              <p:spPr>
                <a:xfrm>
                  <a:off x="4478851" y="35708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6" name="Oval 275">
                  <a:extLst>
                    <a:ext uri="{FF2B5EF4-FFF2-40B4-BE49-F238E27FC236}">
                      <a16:creationId xmlns:a16="http://schemas.microsoft.com/office/drawing/2014/main" id="{AD9A7B29-0E41-FB13-5097-3055C9DD4745}"/>
                    </a:ext>
                  </a:extLst>
                </p:cNvPr>
                <p:cNvSpPr/>
                <p:nvPr/>
              </p:nvSpPr>
              <p:spPr>
                <a:xfrm>
                  <a:off x="4321171" y="44638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562C444F-0235-9F94-554D-EA72B8335E85}"/>
                    </a:ext>
                  </a:extLst>
                </p:cNvPr>
                <p:cNvSpPr/>
                <p:nvPr/>
              </p:nvSpPr>
              <p:spPr>
                <a:xfrm>
                  <a:off x="4122940" y="46688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11194B2E-D76E-793C-6633-8A957F5E5DF0}"/>
                    </a:ext>
                  </a:extLst>
                </p:cNvPr>
                <p:cNvSpPr/>
                <p:nvPr/>
              </p:nvSpPr>
              <p:spPr>
                <a:xfrm>
                  <a:off x="3885626" y="48887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9" name="Oval 278">
                  <a:extLst>
                    <a:ext uri="{FF2B5EF4-FFF2-40B4-BE49-F238E27FC236}">
                      <a16:creationId xmlns:a16="http://schemas.microsoft.com/office/drawing/2014/main" id="{24AB8D22-A992-1F30-DA3C-5AD8501F3D83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" name="Oval 279">
                  <a:extLst>
                    <a:ext uri="{FF2B5EF4-FFF2-40B4-BE49-F238E27FC236}">
                      <a16:creationId xmlns:a16="http://schemas.microsoft.com/office/drawing/2014/main" id="{A720FCC6-F847-8530-0F6B-7EF4A364F623}"/>
                    </a:ext>
                  </a:extLst>
                </p:cNvPr>
                <p:cNvSpPr/>
                <p:nvPr/>
              </p:nvSpPr>
              <p:spPr>
                <a:xfrm>
                  <a:off x="3599456" y="55247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1" name="Oval 280">
                  <a:extLst>
                    <a:ext uri="{FF2B5EF4-FFF2-40B4-BE49-F238E27FC236}">
                      <a16:creationId xmlns:a16="http://schemas.microsoft.com/office/drawing/2014/main" id="{89A7E0B3-AAC7-BA54-A1E5-6A545589BDA9}"/>
                    </a:ext>
                  </a:extLst>
                </p:cNvPr>
                <p:cNvSpPr/>
                <p:nvPr/>
              </p:nvSpPr>
              <p:spPr>
                <a:xfrm>
                  <a:off x="3326355" y="562646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70C43F24-AD16-8DD9-4FE7-CE7E08263E06}"/>
                    </a:ext>
                  </a:extLst>
                </p:cNvPr>
                <p:cNvSpPr/>
                <p:nvPr/>
              </p:nvSpPr>
              <p:spPr>
                <a:xfrm>
                  <a:off x="3331729" y="5797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3" name="Oval 282">
                  <a:extLst>
                    <a:ext uri="{FF2B5EF4-FFF2-40B4-BE49-F238E27FC236}">
                      <a16:creationId xmlns:a16="http://schemas.microsoft.com/office/drawing/2014/main" id="{205D0151-DF7D-108B-D4C8-CE93517E303C}"/>
                    </a:ext>
                  </a:extLst>
                </p:cNvPr>
                <p:cNvSpPr/>
                <p:nvPr/>
              </p:nvSpPr>
              <p:spPr>
                <a:xfrm>
                  <a:off x="3038720" y="59338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4" name="Oval 283">
                  <a:extLst>
                    <a:ext uri="{FF2B5EF4-FFF2-40B4-BE49-F238E27FC236}">
                      <a16:creationId xmlns:a16="http://schemas.microsoft.com/office/drawing/2014/main" id="{75C2731C-100C-E886-E55B-0D44119F7160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id="{2B601139-1008-8FC3-5255-34DD33075AE6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" name="Oval 285">
                  <a:extLst>
                    <a:ext uri="{FF2B5EF4-FFF2-40B4-BE49-F238E27FC236}">
                      <a16:creationId xmlns:a16="http://schemas.microsoft.com/office/drawing/2014/main" id="{64F1F5B2-484A-6BF9-B8F2-C734B5EDBBC5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" name="Oval 286">
                  <a:extLst>
                    <a:ext uri="{FF2B5EF4-FFF2-40B4-BE49-F238E27FC236}">
                      <a16:creationId xmlns:a16="http://schemas.microsoft.com/office/drawing/2014/main" id="{EBE93CD5-3724-B5BB-9795-AE5C8E8F6E24}"/>
                    </a:ext>
                  </a:extLst>
                </p:cNvPr>
                <p:cNvSpPr/>
                <p:nvPr/>
              </p:nvSpPr>
              <p:spPr>
                <a:xfrm>
                  <a:off x="4440255" y="23336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CF1EF32C-F277-A94E-2FF3-89300C2DFB35}"/>
                    </a:ext>
                  </a:extLst>
                </p:cNvPr>
                <p:cNvSpPr/>
                <p:nvPr/>
              </p:nvSpPr>
              <p:spPr>
                <a:xfrm>
                  <a:off x="4247033" y="21223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DD0F7A2E-8F86-05E8-5346-5892C346C24F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B95ECF43-3CE3-64D8-0C3E-528D216E944C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413759E1-75D6-F72A-212D-3B893BDCB8FA}"/>
                    </a:ext>
                  </a:extLst>
                </p:cNvPr>
                <p:cNvSpPr/>
                <p:nvPr/>
              </p:nvSpPr>
              <p:spPr>
                <a:xfrm>
                  <a:off x="3947916" y="18015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89DB9F5C-BBC9-D66F-CCCD-617AE8B72ADC}"/>
                    </a:ext>
                  </a:extLst>
                </p:cNvPr>
                <p:cNvSpPr/>
                <p:nvPr/>
              </p:nvSpPr>
              <p:spPr>
                <a:xfrm>
                  <a:off x="3653685" y="14659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0CF0FB48-F59A-5BFF-DB94-B9EC1778CF55}"/>
                    </a:ext>
                  </a:extLst>
                </p:cNvPr>
                <p:cNvSpPr/>
                <p:nvPr/>
              </p:nvSpPr>
              <p:spPr>
                <a:xfrm>
                  <a:off x="3903214" y="14523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4FBC0B0E-590D-805D-CEDB-4055292CA1E1}"/>
                    </a:ext>
                  </a:extLst>
                </p:cNvPr>
                <p:cNvSpPr/>
                <p:nvPr/>
              </p:nvSpPr>
              <p:spPr>
                <a:xfrm>
                  <a:off x="3717686" y="124280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id="{B2FCF0AB-F561-DDF6-EA4C-560F94199838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50EF3EE2-5261-F2AD-FAA9-C209AD03E87A}"/>
                    </a:ext>
                  </a:extLst>
                </p:cNvPr>
                <p:cNvSpPr/>
                <p:nvPr/>
              </p:nvSpPr>
              <p:spPr>
                <a:xfrm>
                  <a:off x="2800428" y="688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798D36E0-699A-8010-6F3C-007FDF70028D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4653B23C-B70C-EEB5-63FE-B99E9FD4D37F}"/>
                    </a:ext>
                  </a:extLst>
                </p:cNvPr>
                <p:cNvSpPr/>
                <p:nvPr/>
              </p:nvSpPr>
              <p:spPr>
                <a:xfrm>
                  <a:off x="1843109" y="41531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id="{163AB9F4-A462-0384-878E-8BF3FF29B1CE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2D740F5C-C910-4B15-46DA-8B413C1E0E62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1" name="Oval 300">
                  <a:extLst>
                    <a:ext uri="{FF2B5EF4-FFF2-40B4-BE49-F238E27FC236}">
                      <a16:creationId xmlns:a16="http://schemas.microsoft.com/office/drawing/2014/main" id="{EF0CCFB2-7237-2B4C-DA62-1BC8A2C7F25A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AC30C82F-8EED-85A9-1575-1AF74B545AAF}"/>
                    </a:ext>
                  </a:extLst>
                </p:cNvPr>
                <p:cNvSpPr/>
                <p:nvPr/>
              </p:nvSpPr>
              <p:spPr>
                <a:xfrm>
                  <a:off x="80166" y="7160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3" name="Oval 302">
                  <a:extLst>
                    <a:ext uri="{FF2B5EF4-FFF2-40B4-BE49-F238E27FC236}">
                      <a16:creationId xmlns:a16="http://schemas.microsoft.com/office/drawing/2014/main" id="{7F257BC7-7493-F27B-0235-D7716AAD957E}"/>
                    </a:ext>
                  </a:extLst>
                </p:cNvPr>
                <p:cNvSpPr/>
                <p:nvPr/>
              </p:nvSpPr>
              <p:spPr>
                <a:xfrm>
                  <a:off x="397237" y="5543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04599BDE-28AA-010E-7E47-22A20AE8A425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FDF0ABB9-BF31-B0E7-B81F-27ED4A1C5D9B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969F5B81-D907-7DDC-4FC0-DDFA736CFC6F}"/>
                    </a:ext>
                  </a:extLst>
                </p:cNvPr>
                <p:cNvSpPr/>
                <p:nvPr/>
              </p:nvSpPr>
              <p:spPr>
                <a:xfrm>
                  <a:off x="-315927" y="11222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id="{7895848A-C452-95AA-E885-0D0FF769CFAA}"/>
                    </a:ext>
                  </a:extLst>
                </p:cNvPr>
                <p:cNvSpPr/>
                <p:nvPr/>
              </p:nvSpPr>
              <p:spPr>
                <a:xfrm>
                  <a:off x="-625059" y="14374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8" name="Oval 307">
                  <a:extLst>
                    <a:ext uri="{FF2B5EF4-FFF2-40B4-BE49-F238E27FC236}">
                      <a16:creationId xmlns:a16="http://schemas.microsoft.com/office/drawing/2014/main" id="{D8A2497C-2E6E-B324-AC4D-908EB35184E0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9" name="Oval 308">
                  <a:extLst>
                    <a:ext uri="{FF2B5EF4-FFF2-40B4-BE49-F238E27FC236}">
                      <a16:creationId xmlns:a16="http://schemas.microsoft.com/office/drawing/2014/main" id="{0F0C90B5-173D-EC22-4D1F-23E3EAA4E260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" name="Oval 309">
                  <a:extLst>
                    <a:ext uri="{FF2B5EF4-FFF2-40B4-BE49-F238E27FC236}">
                      <a16:creationId xmlns:a16="http://schemas.microsoft.com/office/drawing/2014/main" id="{8FF94D7A-3D8B-6F4E-73A9-69FE8B475679}"/>
                    </a:ext>
                  </a:extLst>
                </p:cNvPr>
                <p:cNvSpPr/>
                <p:nvPr/>
              </p:nvSpPr>
              <p:spPr>
                <a:xfrm>
                  <a:off x="-1300728" y="23499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1" name="Oval 310">
                  <a:extLst>
                    <a:ext uri="{FF2B5EF4-FFF2-40B4-BE49-F238E27FC236}">
                      <a16:creationId xmlns:a16="http://schemas.microsoft.com/office/drawing/2014/main" id="{1CAAC41F-D9B0-9681-4D46-6B1B27FF92A2}"/>
                    </a:ext>
                  </a:extLst>
                </p:cNvPr>
                <p:cNvSpPr/>
                <p:nvPr/>
              </p:nvSpPr>
              <p:spPr>
                <a:xfrm>
                  <a:off x="-1308911" y="28060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2" name="Oval 311">
                  <a:extLst>
                    <a:ext uri="{FF2B5EF4-FFF2-40B4-BE49-F238E27FC236}">
                      <a16:creationId xmlns:a16="http://schemas.microsoft.com/office/drawing/2014/main" id="{740237E9-DEB9-2528-57F3-20D15A2A3F46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59A76A2A-209E-9B51-0EB6-44109E10BA22}"/>
                    </a:ext>
                  </a:extLst>
                </p:cNvPr>
                <p:cNvSpPr/>
                <p:nvPr/>
              </p:nvSpPr>
              <p:spPr>
                <a:xfrm>
                  <a:off x="-1428240" y="34971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14" name="Graphic 5">
                <a:extLst>
                  <a:ext uri="{FF2B5EF4-FFF2-40B4-BE49-F238E27FC236}">
                    <a16:creationId xmlns:a16="http://schemas.microsoft.com/office/drawing/2014/main" id="{BEAA10DC-5F41-4A66-401F-475FAD854A09}"/>
                  </a:ext>
                </a:extLst>
              </p:cNvPr>
              <p:cNvGrpSpPr/>
              <p:nvPr/>
            </p:nvGrpSpPr>
            <p:grpSpPr>
              <a:xfrm>
                <a:off x="2454166" y="6616881"/>
                <a:ext cx="622049" cy="678599"/>
                <a:chOff x="2454166" y="6616881"/>
                <a:chExt cx="622049" cy="678599"/>
              </a:xfrm>
              <a:solidFill>
                <a:srgbClr val="01253E"/>
              </a:solidFill>
            </p:grpSpPr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60BEA82B-253F-54B1-40B6-40F2C6AC2D80}"/>
                    </a:ext>
                  </a:extLst>
                </p:cNvPr>
                <p:cNvSpPr/>
                <p:nvPr/>
              </p:nvSpPr>
              <p:spPr>
                <a:xfrm>
                  <a:off x="2454166" y="67978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id="{F276D5E1-842B-D8EF-5116-35EF5867EFB2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4F256FA9-5156-9F16-2150-A7CBF841DB05}"/>
                    </a:ext>
                  </a:extLst>
                </p:cNvPr>
                <p:cNvSpPr/>
                <p:nvPr/>
              </p:nvSpPr>
              <p:spPr>
                <a:xfrm>
                  <a:off x="2689649" y="70635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B404E85D-1A54-8AF1-9128-7DEBC6A9D039}"/>
                    </a:ext>
                  </a:extLst>
                </p:cNvPr>
                <p:cNvSpPr/>
                <p:nvPr/>
              </p:nvSpPr>
              <p:spPr>
                <a:xfrm>
                  <a:off x="2749496" y="7182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1D3A66C1-BB50-FE0E-F297-D4F98C09C03A}"/>
                    </a:ext>
                  </a:extLst>
                </p:cNvPr>
                <p:cNvSpPr/>
                <p:nvPr/>
              </p:nvSpPr>
              <p:spPr>
                <a:xfrm>
                  <a:off x="2854291" y="72659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884020EC-496C-4B07-E3A8-571352EC7D5D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id="{2722779E-1619-6707-80E3-A039229B4906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22" name="Graphic 5">
              <a:extLst>
                <a:ext uri="{FF2B5EF4-FFF2-40B4-BE49-F238E27FC236}">
                  <a16:creationId xmlns:a16="http://schemas.microsoft.com/office/drawing/2014/main" id="{E284C103-6432-0CC4-2242-78EA612474D1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</p:grpSpPr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7C41D977-7F27-8D10-9083-3B52E91FB7D1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5E0B346F-37CA-68A3-AFBF-E3A4B2033C7F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25" name="Graphic 5">
                <a:extLst>
                  <a:ext uri="{FF2B5EF4-FFF2-40B4-BE49-F238E27FC236}">
                    <a16:creationId xmlns:a16="http://schemas.microsoft.com/office/drawing/2014/main" id="{EBAC363A-A8FA-95B1-8198-DF8123799375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14" cy="7546636"/>
                <a:chOff x="-1544393" y="356077"/>
                <a:chExt cx="6108214" cy="7546636"/>
              </a:xfrm>
            </p:grpSpPr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441FC0E8-651A-90A0-7B47-72A15DDF58F4}"/>
                    </a:ext>
                  </a:extLst>
                </p:cNvPr>
                <p:cNvSpPr/>
                <p:nvPr/>
              </p:nvSpPr>
              <p:spPr>
                <a:xfrm>
                  <a:off x="-680876" y="33447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984B5C45-D53A-7731-CD50-989D6D00F2E7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7913492E-BAA0-DA13-A39C-9CBE7EB09ABE}"/>
                    </a:ext>
                  </a:extLst>
                </p:cNvPr>
                <p:cNvSpPr/>
                <p:nvPr/>
              </p:nvSpPr>
              <p:spPr>
                <a:xfrm>
                  <a:off x="-95468" y="35805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9" name="Oval 328">
                  <a:extLst>
                    <a:ext uri="{FF2B5EF4-FFF2-40B4-BE49-F238E27FC236}">
                      <a16:creationId xmlns:a16="http://schemas.microsoft.com/office/drawing/2014/main" id="{C5FFF73D-7090-B776-2B1D-86A8F7B25638}"/>
                    </a:ext>
                  </a:extLst>
                </p:cNvPr>
                <p:cNvSpPr/>
                <p:nvPr/>
              </p:nvSpPr>
              <p:spPr>
                <a:xfrm>
                  <a:off x="-318004" y="3918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0" name="Oval 329">
                  <a:extLst>
                    <a:ext uri="{FF2B5EF4-FFF2-40B4-BE49-F238E27FC236}">
                      <a16:creationId xmlns:a16="http://schemas.microsoft.com/office/drawing/2014/main" id="{A7C48CC3-7502-02BE-FBDD-A67EFAE11AE9}"/>
                    </a:ext>
                  </a:extLst>
                </p:cNvPr>
                <p:cNvSpPr/>
                <p:nvPr/>
              </p:nvSpPr>
              <p:spPr>
                <a:xfrm>
                  <a:off x="-352935" y="37378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1" name="Oval 330">
                  <a:extLst>
                    <a:ext uri="{FF2B5EF4-FFF2-40B4-BE49-F238E27FC236}">
                      <a16:creationId xmlns:a16="http://schemas.microsoft.com/office/drawing/2014/main" id="{05BC7EC6-6899-4ACB-7808-4AE82595DA28}"/>
                    </a:ext>
                  </a:extLst>
                </p:cNvPr>
                <p:cNvSpPr/>
                <p:nvPr/>
              </p:nvSpPr>
              <p:spPr>
                <a:xfrm>
                  <a:off x="299038" y="395133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" name="Oval 331">
                  <a:extLst>
                    <a:ext uri="{FF2B5EF4-FFF2-40B4-BE49-F238E27FC236}">
                      <a16:creationId xmlns:a16="http://schemas.microsoft.com/office/drawing/2014/main" id="{42C05F9F-5678-D8AD-8F61-07E274701F56}"/>
                    </a:ext>
                  </a:extLst>
                </p:cNvPr>
                <p:cNvSpPr/>
                <p:nvPr/>
              </p:nvSpPr>
              <p:spPr>
                <a:xfrm>
                  <a:off x="-67620" y="422321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7BEC64C9-BC9E-4B57-9FD9-007036365C2B}"/>
                    </a:ext>
                  </a:extLst>
                </p:cNvPr>
                <p:cNvSpPr/>
                <p:nvPr/>
              </p:nvSpPr>
              <p:spPr>
                <a:xfrm>
                  <a:off x="-173270" y="37412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0D5D6A51-B1D1-BF34-9630-68A5CDA300AC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5" name="Oval 334">
                  <a:extLst>
                    <a:ext uri="{FF2B5EF4-FFF2-40B4-BE49-F238E27FC236}">
                      <a16:creationId xmlns:a16="http://schemas.microsoft.com/office/drawing/2014/main" id="{DCADE878-5F5E-BDA7-C5CD-AB04F7E11BD1}"/>
                    </a:ext>
                  </a:extLst>
                </p:cNvPr>
                <p:cNvSpPr/>
                <p:nvPr/>
              </p:nvSpPr>
              <p:spPr>
                <a:xfrm>
                  <a:off x="-950680" y="38622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22C9607F-7430-2AB1-51F6-233525029AF6}"/>
                    </a:ext>
                  </a:extLst>
                </p:cNvPr>
                <p:cNvSpPr/>
                <p:nvPr/>
              </p:nvSpPr>
              <p:spPr>
                <a:xfrm>
                  <a:off x="-1097245" y="38439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78A01807-8E8C-465E-98A7-AB704AF252BF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1CF69764-5E53-3EF3-D7E0-88BAD72EE549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B89FCC74-87D8-68BE-8C46-68DC9F495CC7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1AB80222-8BA6-C84A-774C-83E9BAA2613E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8D64B69D-10F0-2C3F-083F-83890C8584C3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2" name="Oval 341">
                  <a:extLst>
                    <a:ext uri="{FF2B5EF4-FFF2-40B4-BE49-F238E27FC236}">
                      <a16:creationId xmlns:a16="http://schemas.microsoft.com/office/drawing/2014/main" id="{08FE4EE4-F0BE-D9D8-26EB-5E33C461704E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3" name="Oval 342">
                  <a:extLst>
                    <a:ext uri="{FF2B5EF4-FFF2-40B4-BE49-F238E27FC236}">
                      <a16:creationId xmlns:a16="http://schemas.microsoft.com/office/drawing/2014/main" id="{CC811DED-3EB7-6444-DE1C-F4A1BB0410CF}"/>
                    </a:ext>
                  </a:extLst>
                </p:cNvPr>
                <p:cNvSpPr/>
                <p:nvPr/>
              </p:nvSpPr>
              <p:spPr>
                <a:xfrm>
                  <a:off x="-433302" y="49350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4" name="Oval 343">
                  <a:extLst>
                    <a:ext uri="{FF2B5EF4-FFF2-40B4-BE49-F238E27FC236}">
                      <a16:creationId xmlns:a16="http://schemas.microsoft.com/office/drawing/2014/main" id="{339D9030-60C1-EE0E-5F8B-CEA353327E45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id="{1B3902A6-85D2-5220-81B2-230A46EA451E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6" name="Oval 345">
                  <a:extLst>
                    <a:ext uri="{FF2B5EF4-FFF2-40B4-BE49-F238E27FC236}">
                      <a16:creationId xmlns:a16="http://schemas.microsoft.com/office/drawing/2014/main" id="{082E7B01-C431-8493-4759-732D682F801C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01ABA7C6-BDED-0B3E-8168-E8B97EF32ABF}"/>
                    </a:ext>
                  </a:extLst>
                </p:cNvPr>
                <p:cNvSpPr/>
                <p:nvPr/>
              </p:nvSpPr>
              <p:spPr>
                <a:xfrm>
                  <a:off x="740934" y="562060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73B36190-B64E-7DE1-A59D-09A751BCBF92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" name="Oval 348">
                  <a:extLst>
                    <a:ext uri="{FF2B5EF4-FFF2-40B4-BE49-F238E27FC236}">
                      <a16:creationId xmlns:a16="http://schemas.microsoft.com/office/drawing/2014/main" id="{5B9971D6-8D40-3DF7-4940-8D7C825064FE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id="{23E4EDD2-9A30-E3B8-1D2F-38AB7B6329E8}"/>
                    </a:ext>
                  </a:extLst>
                </p:cNvPr>
                <p:cNvSpPr/>
                <p:nvPr/>
              </p:nvSpPr>
              <p:spPr>
                <a:xfrm>
                  <a:off x="-19620" y="53509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" name="Oval 350">
                  <a:extLst>
                    <a:ext uri="{FF2B5EF4-FFF2-40B4-BE49-F238E27FC236}">
                      <a16:creationId xmlns:a16="http://schemas.microsoft.com/office/drawing/2014/main" id="{A8E77D26-88CD-4B64-416D-C74264653084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" name="Oval 351">
                  <a:extLst>
                    <a:ext uri="{FF2B5EF4-FFF2-40B4-BE49-F238E27FC236}">
                      <a16:creationId xmlns:a16="http://schemas.microsoft.com/office/drawing/2014/main" id="{AAF0865A-95E0-5EF6-A3DC-C7815B626D21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3" name="Oval 352">
                  <a:extLst>
                    <a:ext uri="{FF2B5EF4-FFF2-40B4-BE49-F238E27FC236}">
                      <a16:creationId xmlns:a16="http://schemas.microsoft.com/office/drawing/2014/main" id="{BDC4454E-FD74-F4AE-2DCD-D8884B778087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06970D9A-618D-72D4-29EF-2B9785DE5451}"/>
                    </a:ext>
                  </a:extLst>
                </p:cNvPr>
                <p:cNvSpPr/>
                <p:nvPr/>
              </p:nvSpPr>
              <p:spPr>
                <a:xfrm>
                  <a:off x="-757823" y="5078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5" name="Oval 354">
                  <a:extLst>
                    <a:ext uri="{FF2B5EF4-FFF2-40B4-BE49-F238E27FC236}">
                      <a16:creationId xmlns:a16="http://schemas.microsoft.com/office/drawing/2014/main" id="{7E5F2E05-B726-40F3-9FFD-A879ECA95B1A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4746BAC9-78B0-8F32-B313-6AFCC752986C}"/>
                    </a:ext>
                  </a:extLst>
                </p:cNvPr>
                <p:cNvSpPr/>
                <p:nvPr/>
              </p:nvSpPr>
              <p:spPr>
                <a:xfrm>
                  <a:off x="-1158925" y="43341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307691F5-1692-B18E-5BB9-8845D4505F1A}"/>
                    </a:ext>
                  </a:extLst>
                </p:cNvPr>
                <p:cNvSpPr/>
                <p:nvPr/>
              </p:nvSpPr>
              <p:spPr>
                <a:xfrm>
                  <a:off x="-733029" y="52836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" name="Oval 357">
                  <a:extLst>
                    <a:ext uri="{FF2B5EF4-FFF2-40B4-BE49-F238E27FC236}">
                      <a16:creationId xmlns:a16="http://schemas.microsoft.com/office/drawing/2014/main" id="{367484EE-F754-FB8A-EBAF-4CCB4D5D29E1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" name="Oval 358">
                  <a:extLst>
                    <a:ext uri="{FF2B5EF4-FFF2-40B4-BE49-F238E27FC236}">
                      <a16:creationId xmlns:a16="http://schemas.microsoft.com/office/drawing/2014/main" id="{88EF5A27-63A8-08F8-7FDE-F3E230515A04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0" name="Oval 359">
                  <a:extLst>
                    <a:ext uri="{FF2B5EF4-FFF2-40B4-BE49-F238E27FC236}">
                      <a16:creationId xmlns:a16="http://schemas.microsoft.com/office/drawing/2014/main" id="{F274DDEC-AACC-BC84-48B3-A06E7514A263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BDAEC6AC-1350-D81D-B8A0-AE8636DEBCC8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2" name="Oval 361">
                  <a:extLst>
                    <a:ext uri="{FF2B5EF4-FFF2-40B4-BE49-F238E27FC236}">
                      <a16:creationId xmlns:a16="http://schemas.microsoft.com/office/drawing/2014/main" id="{04A97B69-E033-BA0F-6BF3-7DA7EBB29D62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422B932C-2FD0-5D80-4CEC-FCE20C24DC4E}"/>
                    </a:ext>
                  </a:extLst>
                </p:cNvPr>
                <p:cNvSpPr/>
                <p:nvPr/>
              </p:nvSpPr>
              <p:spPr>
                <a:xfrm>
                  <a:off x="919988" y="65150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4" name="Oval 363">
                  <a:extLst>
                    <a:ext uri="{FF2B5EF4-FFF2-40B4-BE49-F238E27FC236}">
                      <a16:creationId xmlns:a16="http://schemas.microsoft.com/office/drawing/2014/main" id="{7EF70E72-43E3-7735-A4AF-84E84CDE637E}"/>
                    </a:ext>
                  </a:extLst>
                </p:cNvPr>
                <p:cNvSpPr/>
                <p:nvPr/>
              </p:nvSpPr>
              <p:spPr>
                <a:xfrm>
                  <a:off x="451710" y="61871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5" name="Oval 364">
                  <a:extLst>
                    <a:ext uri="{FF2B5EF4-FFF2-40B4-BE49-F238E27FC236}">
                      <a16:creationId xmlns:a16="http://schemas.microsoft.com/office/drawing/2014/main" id="{29DBFAC5-7172-993C-6156-957335871343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F23DA37F-EAE8-52E0-716C-9E78B778098A}"/>
                    </a:ext>
                  </a:extLst>
                </p:cNvPr>
                <p:cNvSpPr/>
                <p:nvPr/>
              </p:nvSpPr>
              <p:spPr>
                <a:xfrm>
                  <a:off x="120960" y="61771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5510DDA3-4075-2BBF-25C6-4313DB33846F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A3FC7829-56C0-0AE5-0D04-D6A379A4B0E7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1C2B0905-68B7-ED30-42B0-E05D718377AF}"/>
                    </a:ext>
                  </a:extLst>
                </p:cNvPr>
                <p:cNvSpPr/>
                <p:nvPr/>
              </p:nvSpPr>
              <p:spPr>
                <a:xfrm>
                  <a:off x="-248385" y="542346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" name="Oval 369">
                  <a:extLst>
                    <a:ext uri="{FF2B5EF4-FFF2-40B4-BE49-F238E27FC236}">
                      <a16:creationId xmlns:a16="http://schemas.microsoft.com/office/drawing/2014/main" id="{EDF2919E-8361-4BCF-1C63-9A61F3B19640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75378E92-0117-9DF0-35C6-03B204CCBDCD}"/>
                    </a:ext>
                  </a:extLst>
                </p:cNvPr>
                <p:cNvSpPr/>
                <p:nvPr/>
              </p:nvSpPr>
              <p:spPr>
                <a:xfrm>
                  <a:off x="-293454" y="563574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2" name="Oval 371">
                  <a:extLst>
                    <a:ext uri="{FF2B5EF4-FFF2-40B4-BE49-F238E27FC236}">
                      <a16:creationId xmlns:a16="http://schemas.microsoft.com/office/drawing/2014/main" id="{D537A9D2-F3D4-BFF6-81CE-F53355F17D66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F0D98AFE-4B13-FBEB-6DD1-B7EA0BA5E0EC}"/>
                    </a:ext>
                  </a:extLst>
                </p:cNvPr>
                <p:cNvSpPr/>
                <p:nvPr/>
              </p:nvSpPr>
              <p:spPr>
                <a:xfrm>
                  <a:off x="407130" y="38624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4" name="Oval 373">
                  <a:extLst>
                    <a:ext uri="{FF2B5EF4-FFF2-40B4-BE49-F238E27FC236}">
                      <a16:creationId xmlns:a16="http://schemas.microsoft.com/office/drawing/2014/main" id="{71ECE732-DB47-2A51-998F-9DEB70A8D7A0}"/>
                    </a:ext>
                  </a:extLst>
                </p:cNvPr>
                <p:cNvSpPr/>
                <p:nvPr/>
              </p:nvSpPr>
              <p:spPr>
                <a:xfrm>
                  <a:off x="583742" y="3570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4F43545B-1FCE-1B20-3164-F10A54570B33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6" name="Oval 375">
                  <a:extLst>
                    <a:ext uri="{FF2B5EF4-FFF2-40B4-BE49-F238E27FC236}">
                      <a16:creationId xmlns:a16="http://schemas.microsoft.com/office/drawing/2014/main" id="{BD7C78C0-C706-1C14-B61D-380FB2E038F5}"/>
                    </a:ext>
                  </a:extLst>
                </p:cNvPr>
                <p:cNvSpPr/>
                <p:nvPr/>
              </p:nvSpPr>
              <p:spPr>
                <a:xfrm>
                  <a:off x="562856" y="36842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3A6D64A8-AF71-6177-22D0-2B0E4887A49C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5532506F-43DC-8E4F-981C-B877A45A7C8B}"/>
                    </a:ext>
                  </a:extLst>
                </p:cNvPr>
                <p:cNvSpPr/>
                <p:nvPr/>
              </p:nvSpPr>
              <p:spPr>
                <a:xfrm>
                  <a:off x="988874" y="38108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488E931C-D8C1-64AE-D82B-E1DEDFAC8BAC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" name="Oval 379">
                  <a:extLst>
                    <a:ext uri="{FF2B5EF4-FFF2-40B4-BE49-F238E27FC236}">
                      <a16:creationId xmlns:a16="http://schemas.microsoft.com/office/drawing/2014/main" id="{F17ADA89-3DD6-91B7-A069-619F4DA6B8B9}"/>
                    </a:ext>
                  </a:extLst>
                </p:cNvPr>
                <p:cNvSpPr/>
                <p:nvPr/>
              </p:nvSpPr>
              <p:spPr>
                <a:xfrm>
                  <a:off x="263007" y="34781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" name="Oval 380">
                  <a:extLst>
                    <a:ext uri="{FF2B5EF4-FFF2-40B4-BE49-F238E27FC236}">
                      <a16:creationId xmlns:a16="http://schemas.microsoft.com/office/drawing/2014/main" id="{15FCA534-DF76-E75A-A787-ADB8032A63A2}"/>
                    </a:ext>
                  </a:extLst>
                </p:cNvPr>
                <p:cNvSpPr/>
                <p:nvPr/>
              </p:nvSpPr>
              <p:spPr>
                <a:xfrm>
                  <a:off x="-224812" y="40828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2" name="Oval 381">
                  <a:extLst>
                    <a:ext uri="{FF2B5EF4-FFF2-40B4-BE49-F238E27FC236}">
                      <a16:creationId xmlns:a16="http://schemas.microsoft.com/office/drawing/2014/main" id="{420FBAB9-DF94-D32F-5E29-9BD1047DCC15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3" name="Oval 382">
                  <a:extLst>
                    <a:ext uri="{FF2B5EF4-FFF2-40B4-BE49-F238E27FC236}">
                      <a16:creationId xmlns:a16="http://schemas.microsoft.com/office/drawing/2014/main" id="{99AF07B9-2871-84F1-657A-C3351E4CB307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6A920D76-2973-E1A8-1C2C-F2BC9F43F05D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5" name="Oval 384">
                  <a:extLst>
                    <a:ext uri="{FF2B5EF4-FFF2-40B4-BE49-F238E27FC236}">
                      <a16:creationId xmlns:a16="http://schemas.microsoft.com/office/drawing/2014/main" id="{B5DAD5A4-82AB-2F66-C0C7-D345FFEAF914}"/>
                    </a:ext>
                  </a:extLst>
                </p:cNvPr>
                <p:cNvSpPr/>
                <p:nvPr/>
              </p:nvSpPr>
              <p:spPr>
                <a:xfrm>
                  <a:off x="1301304" y="48470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8434A9AE-E02F-EE86-0DDB-F10C8D6929F6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7" name="Oval 386">
                  <a:extLst>
                    <a:ext uri="{FF2B5EF4-FFF2-40B4-BE49-F238E27FC236}">
                      <a16:creationId xmlns:a16="http://schemas.microsoft.com/office/drawing/2014/main" id="{54AB5C04-BAD5-5D8D-929D-4BCD3CBFF273}"/>
                    </a:ext>
                  </a:extLst>
                </p:cNvPr>
                <p:cNvSpPr/>
                <p:nvPr/>
              </p:nvSpPr>
              <p:spPr>
                <a:xfrm>
                  <a:off x="2650931" y="47283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856C2388-8507-C261-6D16-3DB41C0E9863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590C88FC-CC8A-6A5C-4DC4-EA2BE6954014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439EEB6F-5040-A410-94AC-A4158544A275}"/>
                    </a:ext>
                  </a:extLst>
                </p:cNvPr>
                <p:cNvSpPr/>
                <p:nvPr/>
              </p:nvSpPr>
              <p:spPr>
                <a:xfrm>
                  <a:off x="2209890" y="40966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002A1EC5-BA1B-4DBE-C38E-791E906EEC48}"/>
                    </a:ext>
                  </a:extLst>
                </p:cNvPr>
                <p:cNvSpPr/>
                <p:nvPr/>
              </p:nvSpPr>
              <p:spPr>
                <a:xfrm>
                  <a:off x="2749863" y="3796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" name="Oval 391">
                  <a:extLst>
                    <a:ext uri="{FF2B5EF4-FFF2-40B4-BE49-F238E27FC236}">
                      <a16:creationId xmlns:a16="http://schemas.microsoft.com/office/drawing/2014/main" id="{F63C5F52-120F-B538-D2B5-CC0C5708053C}"/>
                    </a:ext>
                  </a:extLst>
                </p:cNvPr>
                <p:cNvSpPr/>
                <p:nvPr/>
              </p:nvSpPr>
              <p:spPr>
                <a:xfrm>
                  <a:off x="2038041" y="4342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" name="Oval 392">
                  <a:extLst>
                    <a:ext uri="{FF2B5EF4-FFF2-40B4-BE49-F238E27FC236}">
                      <a16:creationId xmlns:a16="http://schemas.microsoft.com/office/drawing/2014/main" id="{E4D3011C-2252-13AC-DD76-215FC4592FD3}"/>
                    </a:ext>
                  </a:extLst>
                </p:cNvPr>
                <p:cNvSpPr/>
                <p:nvPr/>
              </p:nvSpPr>
              <p:spPr>
                <a:xfrm>
                  <a:off x="2441952" y="3503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" name="Oval 393">
                  <a:extLst>
                    <a:ext uri="{FF2B5EF4-FFF2-40B4-BE49-F238E27FC236}">
                      <a16:creationId xmlns:a16="http://schemas.microsoft.com/office/drawing/2014/main" id="{B70CF7E1-D469-E6D8-8B86-1EA7B19C4801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8DC2F1F2-CD44-95D4-0F31-29FB5E1EC219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6" name="Oval 395">
                  <a:extLst>
                    <a:ext uri="{FF2B5EF4-FFF2-40B4-BE49-F238E27FC236}">
                      <a16:creationId xmlns:a16="http://schemas.microsoft.com/office/drawing/2014/main" id="{20AFAA9C-F204-1EA8-ED21-74C49C8F2770}"/>
                    </a:ext>
                  </a:extLst>
                </p:cNvPr>
                <p:cNvSpPr/>
                <p:nvPr/>
              </p:nvSpPr>
              <p:spPr>
                <a:xfrm>
                  <a:off x="2087874" y="5131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4B392EC3-6BA5-0501-DB64-8198F4D4E71B}"/>
                    </a:ext>
                  </a:extLst>
                </p:cNvPr>
                <p:cNvSpPr/>
                <p:nvPr/>
              </p:nvSpPr>
              <p:spPr>
                <a:xfrm>
                  <a:off x="2898383" y="463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8" name="Oval 397">
                  <a:extLst>
                    <a:ext uri="{FF2B5EF4-FFF2-40B4-BE49-F238E27FC236}">
                      <a16:creationId xmlns:a16="http://schemas.microsoft.com/office/drawing/2014/main" id="{7513AD65-2575-4C26-9342-E847952610CB}"/>
                    </a:ext>
                  </a:extLst>
                </p:cNvPr>
                <p:cNvSpPr/>
                <p:nvPr/>
              </p:nvSpPr>
              <p:spPr>
                <a:xfrm>
                  <a:off x="2202073" y="5489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" name="Oval 398">
                  <a:extLst>
                    <a:ext uri="{FF2B5EF4-FFF2-40B4-BE49-F238E27FC236}">
                      <a16:creationId xmlns:a16="http://schemas.microsoft.com/office/drawing/2014/main" id="{67FF38D0-32EF-8666-E96E-3E00428B753E}"/>
                    </a:ext>
                  </a:extLst>
                </p:cNvPr>
                <p:cNvSpPr/>
                <p:nvPr/>
              </p:nvSpPr>
              <p:spPr>
                <a:xfrm>
                  <a:off x="1847994" y="43970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" name="Oval 399">
                  <a:extLst>
                    <a:ext uri="{FF2B5EF4-FFF2-40B4-BE49-F238E27FC236}">
                      <a16:creationId xmlns:a16="http://schemas.microsoft.com/office/drawing/2014/main" id="{1ADC2F04-D07C-35C3-D306-41132B92ECA3}"/>
                    </a:ext>
                  </a:extLst>
                </p:cNvPr>
                <p:cNvSpPr/>
                <p:nvPr/>
              </p:nvSpPr>
              <p:spPr>
                <a:xfrm>
                  <a:off x="1679810" y="49976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1" name="Oval 400">
                  <a:extLst>
                    <a:ext uri="{FF2B5EF4-FFF2-40B4-BE49-F238E27FC236}">
                      <a16:creationId xmlns:a16="http://schemas.microsoft.com/office/drawing/2014/main" id="{567DF11F-8899-3835-9212-28C4B196DD89}"/>
                    </a:ext>
                  </a:extLst>
                </p:cNvPr>
                <p:cNvSpPr/>
                <p:nvPr/>
              </p:nvSpPr>
              <p:spPr>
                <a:xfrm>
                  <a:off x="1232418" y="53097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2" name="Oval 401">
                  <a:extLst>
                    <a:ext uri="{FF2B5EF4-FFF2-40B4-BE49-F238E27FC236}">
                      <a16:creationId xmlns:a16="http://schemas.microsoft.com/office/drawing/2014/main" id="{90AB5F45-3E64-879F-2D10-59A78DFB94BB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" name="Oval 402">
                  <a:extLst>
                    <a:ext uri="{FF2B5EF4-FFF2-40B4-BE49-F238E27FC236}">
                      <a16:creationId xmlns:a16="http://schemas.microsoft.com/office/drawing/2014/main" id="{CDC30F11-3A67-FF35-B716-42B0C3663ACA}"/>
                    </a:ext>
                  </a:extLst>
                </p:cNvPr>
                <p:cNvSpPr/>
                <p:nvPr/>
              </p:nvSpPr>
              <p:spPr>
                <a:xfrm>
                  <a:off x="381359" y="44999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4" name="Oval 403">
                  <a:extLst>
                    <a:ext uri="{FF2B5EF4-FFF2-40B4-BE49-F238E27FC236}">
                      <a16:creationId xmlns:a16="http://schemas.microsoft.com/office/drawing/2014/main" id="{59BFA55E-2CC9-41EF-61B3-F803EC56EC8C}"/>
                    </a:ext>
                  </a:extLst>
                </p:cNvPr>
                <p:cNvSpPr/>
                <p:nvPr/>
              </p:nvSpPr>
              <p:spPr>
                <a:xfrm>
                  <a:off x="1444450" y="5067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5" name="Oval 404">
                  <a:extLst>
                    <a:ext uri="{FF2B5EF4-FFF2-40B4-BE49-F238E27FC236}">
                      <a16:creationId xmlns:a16="http://schemas.microsoft.com/office/drawing/2014/main" id="{3EA34675-8F90-ADCB-D7C5-524DD390E7D5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6" name="Oval 405">
                  <a:extLst>
                    <a:ext uri="{FF2B5EF4-FFF2-40B4-BE49-F238E27FC236}">
                      <a16:creationId xmlns:a16="http://schemas.microsoft.com/office/drawing/2014/main" id="{2BF8B7D2-A8E3-99B7-752B-82153315496E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C7D27767-9061-A9C7-5D50-CCAE3B582A2C}"/>
                    </a:ext>
                  </a:extLst>
                </p:cNvPr>
                <p:cNvSpPr/>
                <p:nvPr/>
              </p:nvSpPr>
              <p:spPr>
                <a:xfrm>
                  <a:off x="1845551" y="66746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8" name="Oval 407">
                  <a:extLst>
                    <a:ext uri="{FF2B5EF4-FFF2-40B4-BE49-F238E27FC236}">
                      <a16:creationId xmlns:a16="http://schemas.microsoft.com/office/drawing/2014/main" id="{4AE3C192-5E94-A513-E9D7-758D17B4D198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BD1206D7-7C0C-077D-90EF-FA2BDDE0A203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" name="Oval 409">
                  <a:extLst>
                    <a:ext uri="{FF2B5EF4-FFF2-40B4-BE49-F238E27FC236}">
                      <a16:creationId xmlns:a16="http://schemas.microsoft.com/office/drawing/2014/main" id="{F94629E4-5C4A-EBA0-B42A-4158F0B00B57}"/>
                    </a:ext>
                  </a:extLst>
                </p:cNvPr>
                <p:cNvSpPr/>
                <p:nvPr/>
              </p:nvSpPr>
              <p:spPr>
                <a:xfrm>
                  <a:off x="914248" y="63987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" name="Oval 410">
                  <a:extLst>
                    <a:ext uri="{FF2B5EF4-FFF2-40B4-BE49-F238E27FC236}">
                      <a16:creationId xmlns:a16="http://schemas.microsoft.com/office/drawing/2014/main" id="{1C863982-6D6D-9654-AA35-1C4574CA6108}"/>
                    </a:ext>
                  </a:extLst>
                </p:cNvPr>
                <p:cNvSpPr/>
                <p:nvPr/>
              </p:nvSpPr>
              <p:spPr>
                <a:xfrm>
                  <a:off x="409695" y="72949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" name="Oval 411">
                  <a:extLst>
                    <a:ext uri="{FF2B5EF4-FFF2-40B4-BE49-F238E27FC236}">
                      <a16:creationId xmlns:a16="http://schemas.microsoft.com/office/drawing/2014/main" id="{9C16D894-5BD3-FA83-35E7-C2909BF25299}"/>
                    </a:ext>
                  </a:extLst>
                </p:cNvPr>
                <p:cNvSpPr/>
                <p:nvPr/>
              </p:nvSpPr>
              <p:spPr>
                <a:xfrm>
                  <a:off x="560291" y="64425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" name="Oval 412">
                  <a:extLst>
                    <a:ext uri="{FF2B5EF4-FFF2-40B4-BE49-F238E27FC236}">
                      <a16:creationId xmlns:a16="http://schemas.microsoft.com/office/drawing/2014/main" id="{2E51D500-0BEC-D4E9-F5E6-EF2D0F882C7E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" name="Oval 413">
                  <a:extLst>
                    <a:ext uri="{FF2B5EF4-FFF2-40B4-BE49-F238E27FC236}">
                      <a16:creationId xmlns:a16="http://schemas.microsoft.com/office/drawing/2014/main" id="{0FA7CA74-47B9-3AF7-A717-ADB491D99337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5" name="Oval 414">
                  <a:extLst>
                    <a:ext uri="{FF2B5EF4-FFF2-40B4-BE49-F238E27FC236}">
                      <a16:creationId xmlns:a16="http://schemas.microsoft.com/office/drawing/2014/main" id="{95FAD51D-303E-3E80-C442-2A528E34375A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id="{0A48EE27-2C46-6700-EC08-AD6ADB303692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7" name="Oval 416">
                  <a:extLst>
                    <a:ext uri="{FF2B5EF4-FFF2-40B4-BE49-F238E27FC236}">
                      <a16:creationId xmlns:a16="http://schemas.microsoft.com/office/drawing/2014/main" id="{FA711EF8-3B52-E019-B0BB-93BB1F746C19}"/>
                    </a:ext>
                  </a:extLst>
                </p:cNvPr>
                <p:cNvSpPr/>
                <p:nvPr/>
              </p:nvSpPr>
              <p:spPr>
                <a:xfrm>
                  <a:off x="-360874" y="76171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id="{E6383612-257D-99AF-AC14-1FCFD5CF2F21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" name="Oval 418">
                  <a:extLst>
                    <a:ext uri="{FF2B5EF4-FFF2-40B4-BE49-F238E27FC236}">
                      <a16:creationId xmlns:a16="http://schemas.microsoft.com/office/drawing/2014/main" id="{68679EFB-F990-382B-1533-5198FB535FF7}"/>
                    </a:ext>
                  </a:extLst>
                </p:cNvPr>
                <p:cNvSpPr/>
                <p:nvPr/>
              </p:nvSpPr>
              <p:spPr>
                <a:xfrm>
                  <a:off x="23372" y="71299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" name="Oval 419">
                  <a:extLst>
                    <a:ext uri="{FF2B5EF4-FFF2-40B4-BE49-F238E27FC236}">
                      <a16:creationId xmlns:a16="http://schemas.microsoft.com/office/drawing/2014/main" id="{85C86A16-8F6F-92B1-96C2-9E0152320B82}"/>
                    </a:ext>
                  </a:extLst>
                </p:cNvPr>
                <p:cNvSpPr/>
                <p:nvPr/>
              </p:nvSpPr>
              <p:spPr>
                <a:xfrm>
                  <a:off x="-237148" y="69227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1" name="Oval 420">
                  <a:extLst>
                    <a:ext uri="{FF2B5EF4-FFF2-40B4-BE49-F238E27FC236}">
                      <a16:creationId xmlns:a16="http://schemas.microsoft.com/office/drawing/2014/main" id="{C6D8DD51-2B61-1AEB-E6D3-A75E117543B7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2" name="Oval 421">
                  <a:extLst>
                    <a:ext uri="{FF2B5EF4-FFF2-40B4-BE49-F238E27FC236}">
                      <a16:creationId xmlns:a16="http://schemas.microsoft.com/office/drawing/2014/main" id="{FF6BCF69-28B7-61DD-02FF-C23B386BE24A}"/>
                    </a:ext>
                  </a:extLst>
                </p:cNvPr>
                <p:cNvSpPr/>
                <p:nvPr/>
              </p:nvSpPr>
              <p:spPr>
                <a:xfrm>
                  <a:off x="-90949" y="73031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3" name="Oval 422">
                  <a:extLst>
                    <a:ext uri="{FF2B5EF4-FFF2-40B4-BE49-F238E27FC236}">
                      <a16:creationId xmlns:a16="http://schemas.microsoft.com/office/drawing/2014/main" id="{3B6CB324-F4C6-2F76-1884-998DFD2F8937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4" name="Oval 423">
                  <a:extLst>
                    <a:ext uri="{FF2B5EF4-FFF2-40B4-BE49-F238E27FC236}">
                      <a16:creationId xmlns:a16="http://schemas.microsoft.com/office/drawing/2014/main" id="{787FCF21-F601-B6EA-CBF0-C816002C9132}"/>
                    </a:ext>
                  </a:extLst>
                </p:cNvPr>
                <p:cNvSpPr/>
                <p:nvPr/>
              </p:nvSpPr>
              <p:spPr>
                <a:xfrm>
                  <a:off x="771712" y="770733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" name="Oval 424">
                  <a:extLst>
                    <a:ext uri="{FF2B5EF4-FFF2-40B4-BE49-F238E27FC236}">
                      <a16:creationId xmlns:a16="http://schemas.microsoft.com/office/drawing/2014/main" id="{9E63AE3B-8248-F436-12AD-D17952599728}"/>
                    </a:ext>
                  </a:extLst>
                </p:cNvPr>
                <p:cNvSpPr/>
                <p:nvPr/>
              </p:nvSpPr>
              <p:spPr>
                <a:xfrm>
                  <a:off x="469420" y="78080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" name="Oval 425">
                  <a:extLst>
                    <a:ext uri="{FF2B5EF4-FFF2-40B4-BE49-F238E27FC236}">
                      <a16:creationId xmlns:a16="http://schemas.microsoft.com/office/drawing/2014/main" id="{280DEB87-FA46-1DF7-2976-E28897D096F3}"/>
                    </a:ext>
                  </a:extLst>
                </p:cNvPr>
                <p:cNvSpPr/>
                <p:nvPr/>
              </p:nvSpPr>
              <p:spPr>
                <a:xfrm>
                  <a:off x="338855" y="75110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7" name="Oval 426">
                  <a:extLst>
                    <a:ext uri="{FF2B5EF4-FFF2-40B4-BE49-F238E27FC236}">
                      <a16:creationId xmlns:a16="http://schemas.microsoft.com/office/drawing/2014/main" id="{37745FA1-3D72-48F8-EDA8-B9B027A78D45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8" name="Oval 427">
                  <a:extLst>
                    <a:ext uri="{FF2B5EF4-FFF2-40B4-BE49-F238E27FC236}">
                      <a16:creationId xmlns:a16="http://schemas.microsoft.com/office/drawing/2014/main" id="{1440629C-1920-6DBB-3CF4-F51B23EF7DCA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9" name="Oval 428">
                  <a:extLst>
                    <a:ext uri="{FF2B5EF4-FFF2-40B4-BE49-F238E27FC236}">
                      <a16:creationId xmlns:a16="http://schemas.microsoft.com/office/drawing/2014/main" id="{E728A11D-D62D-B28B-993E-C542868D5A1C}"/>
                    </a:ext>
                  </a:extLst>
                </p:cNvPr>
                <p:cNvSpPr/>
                <p:nvPr/>
              </p:nvSpPr>
              <p:spPr>
                <a:xfrm>
                  <a:off x="929515" y="747184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" name="Oval 429">
                  <a:extLst>
                    <a:ext uri="{FF2B5EF4-FFF2-40B4-BE49-F238E27FC236}">
                      <a16:creationId xmlns:a16="http://schemas.microsoft.com/office/drawing/2014/main" id="{96B0D5F8-28A0-44FB-BDE2-A14A883B3162}"/>
                    </a:ext>
                  </a:extLst>
                </p:cNvPr>
                <p:cNvSpPr/>
                <p:nvPr/>
              </p:nvSpPr>
              <p:spPr>
                <a:xfrm>
                  <a:off x="1439686" y="7091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1" name="Oval 430">
                  <a:extLst>
                    <a:ext uri="{FF2B5EF4-FFF2-40B4-BE49-F238E27FC236}">
                      <a16:creationId xmlns:a16="http://schemas.microsoft.com/office/drawing/2014/main" id="{C3F2AE18-61B5-69E1-EE74-EFF0D77B2350}"/>
                    </a:ext>
                  </a:extLst>
                </p:cNvPr>
                <p:cNvSpPr/>
                <p:nvPr/>
              </p:nvSpPr>
              <p:spPr>
                <a:xfrm>
                  <a:off x="1948514" y="76362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2" name="Oval 431">
                  <a:extLst>
                    <a:ext uri="{FF2B5EF4-FFF2-40B4-BE49-F238E27FC236}">
                      <a16:creationId xmlns:a16="http://schemas.microsoft.com/office/drawing/2014/main" id="{7C3E4454-8E54-9A5C-66C0-1092406FF888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3" name="Oval 432">
                  <a:extLst>
                    <a:ext uri="{FF2B5EF4-FFF2-40B4-BE49-F238E27FC236}">
                      <a16:creationId xmlns:a16="http://schemas.microsoft.com/office/drawing/2014/main" id="{5A6B6E51-0861-53E0-E8A3-8630DE39E235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4" name="Oval 433">
                  <a:extLst>
                    <a:ext uri="{FF2B5EF4-FFF2-40B4-BE49-F238E27FC236}">
                      <a16:creationId xmlns:a16="http://schemas.microsoft.com/office/drawing/2014/main" id="{FA35C171-12D4-56D9-AE41-E0217AF5E8EC}"/>
                    </a:ext>
                  </a:extLst>
                </p:cNvPr>
                <p:cNvSpPr/>
                <p:nvPr/>
              </p:nvSpPr>
              <p:spPr>
                <a:xfrm>
                  <a:off x="1776299" y="7635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5" name="Oval 434">
                  <a:extLst>
                    <a:ext uri="{FF2B5EF4-FFF2-40B4-BE49-F238E27FC236}">
                      <a16:creationId xmlns:a16="http://schemas.microsoft.com/office/drawing/2014/main" id="{E89444AC-0932-6E73-C409-C9C265E86F34}"/>
                    </a:ext>
                  </a:extLst>
                </p:cNvPr>
                <p:cNvSpPr/>
                <p:nvPr/>
              </p:nvSpPr>
              <p:spPr>
                <a:xfrm>
                  <a:off x="1989552" y="72875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6" name="Oval 435">
                  <a:extLst>
                    <a:ext uri="{FF2B5EF4-FFF2-40B4-BE49-F238E27FC236}">
                      <a16:creationId xmlns:a16="http://schemas.microsoft.com/office/drawing/2014/main" id="{28E3FCF7-6F37-D3BB-47B0-25FE4E6F9F84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" name="Oval 436">
                  <a:extLst>
                    <a:ext uri="{FF2B5EF4-FFF2-40B4-BE49-F238E27FC236}">
                      <a16:creationId xmlns:a16="http://schemas.microsoft.com/office/drawing/2014/main" id="{913E75F1-EA66-123B-9AAC-EA1EF9DCFACE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" name="Oval 437">
                  <a:extLst>
                    <a:ext uri="{FF2B5EF4-FFF2-40B4-BE49-F238E27FC236}">
                      <a16:creationId xmlns:a16="http://schemas.microsoft.com/office/drawing/2014/main" id="{10679D7E-BB11-5C56-624A-1CBEF499173D}"/>
                    </a:ext>
                  </a:extLst>
                </p:cNvPr>
                <p:cNvSpPr/>
                <p:nvPr/>
              </p:nvSpPr>
              <p:spPr>
                <a:xfrm>
                  <a:off x="3276156" y="76997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" name="Oval 438">
                  <a:extLst>
                    <a:ext uri="{FF2B5EF4-FFF2-40B4-BE49-F238E27FC236}">
                      <a16:creationId xmlns:a16="http://schemas.microsoft.com/office/drawing/2014/main" id="{5E0C5C04-1D21-0739-377F-610A265429A8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8D6991C0-95C0-6821-04D0-8C5CBBD2C240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" name="Oval 440">
                  <a:extLst>
                    <a:ext uri="{FF2B5EF4-FFF2-40B4-BE49-F238E27FC236}">
                      <a16:creationId xmlns:a16="http://schemas.microsoft.com/office/drawing/2014/main" id="{2AE76EE5-03D8-9219-1CB9-46D99310F9B0}"/>
                    </a:ext>
                  </a:extLst>
                </p:cNvPr>
                <p:cNvSpPr/>
                <p:nvPr/>
              </p:nvSpPr>
              <p:spPr>
                <a:xfrm>
                  <a:off x="2057705" y="77103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" name="Oval 441">
                  <a:extLst>
                    <a:ext uri="{FF2B5EF4-FFF2-40B4-BE49-F238E27FC236}">
                      <a16:creationId xmlns:a16="http://schemas.microsoft.com/office/drawing/2014/main" id="{DB05077E-2407-5BAE-D4F8-81BC4A82C179}"/>
                    </a:ext>
                  </a:extLst>
                </p:cNvPr>
                <p:cNvSpPr/>
                <p:nvPr/>
              </p:nvSpPr>
              <p:spPr>
                <a:xfrm>
                  <a:off x="1611290" y="7731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" name="Oval 442">
                  <a:extLst>
                    <a:ext uri="{FF2B5EF4-FFF2-40B4-BE49-F238E27FC236}">
                      <a16:creationId xmlns:a16="http://schemas.microsoft.com/office/drawing/2014/main" id="{F2738D4B-5748-447D-769B-45AE3B215BAA}"/>
                    </a:ext>
                  </a:extLst>
                </p:cNvPr>
                <p:cNvSpPr/>
                <p:nvPr/>
              </p:nvSpPr>
              <p:spPr>
                <a:xfrm>
                  <a:off x="740079" y="72541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" name="Oval 443">
                  <a:extLst>
                    <a:ext uri="{FF2B5EF4-FFF2-40B4-BE49-F238E27FC236}">
                      <a16:creationId xmlns:a16="http://schemas.microsoft.com/office/drawing/2014/main" id="{0159EB86-D8DA-8EAC-E3E8-192D93A1C904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5" name="Oval 444">
                  <a:extLst>
                    <a:ext uri="{FF2B5EF4-FFF2-40B4-BE49-F238E27FC236}">
                      <a16:creationId xmlns:a16="http://schemas.microsoft.com/office/drawing/2014/main" id="{C030A937-B996-5EBE-D08C-94966BE47CF8}"/>
                    </a:ext>
                  </a:extLst>
                </p:cNvPr>
                <p:cNvSpPr/>
                <p:nvPr/>
              </p:nvSpPr>
              <p:spPr>
                <a:xfrm>
                  <a:off x="1236448" y="67483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6" name="Oval 445">
                  <a:extLst>
                    <a:ext uri="{FF2B5EF4-FFF2-40B4-BE49-F238E27FC236}">
                      <a16:creationId xmlns:a16="http://schemas.microsoft.com/office/drawing/2014/main" id="{455DC22B-BECB-7B25-EF66-F0ABCD4E2BE1}"/>
                    </a:ext>
                  </a:extLst>
                </p:cNvPr>
                <p:cNvSpPr/>
                <p:nvPr/>
              </p:nvSpPr>
              <p:spPr>
                <a:xfrm>
                  <a:off x="1741001" y="6844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7" name="Oval 446">
                  <a:extLst>
                    <a:ext uri="{FF2B5EF4-FFF2-40B4-BE49-F238E27FC236}">
                      <a16:creationId xmlns:a16="http://schemas.microsoft.com/office/drawing/2014/main" id="{F728032C-C06A-9D68-7415-631ADC05756C}"/>
                    </a:ext>
                  </a:extLst>
                </p:cNvPr>
                <p:cNvSpPr/>
                <p:nvPr/>
              </p:nvSpPr>
              <p:spPr>
                <a:xfrm>
                  <a:off x="1260754" y="682353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8" name="Oval 447">
                  <a:extLst>
                    <a:ext uri="{FF2B5EF4-FFF2-40B4-BE49-F238E27FC236}">
                      <a16:creationId xmlns:a16="http://schemas.microsoft.com/office/drawing/2014/main" id="{9E7BD01B-C823-806C-3659-0CB3ACECA80A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C94791F5-5B04-9388-33BA-50C8CA6E38D8}"/>
                    </a:ext>
                  </a:extLst>
                </p:cNvPr>
                <p:cNvSpPr/>
                <p:nvPr/>
              </p:nvSpPr>
              <p:spPr>
                <a:xfrm>
                  <a:off x="2274012" y="69913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0" name="Oval 449">
                  <a:extLst>
                    <a:ext uri="{FF2B5EF4-FFF2-40B4-BE49-F238E27FC236}">
                      <a16:creationId xmlns:a16="http://schemas.microsoft.com/office/drawing/2014/main" id="{3B7A9B72-D970-C003-E708-93DF0FAF1B7E}"/>
                    </a:ext>
                  </a:extLst>
                </p:cNvPr>
                <p:cNvSpPr/>
                <p:nvPr/>
              </p:nvSpPr>
              <p:spPr>
                <a:xfrm>
                  <a:off x="1176600" y="57598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" name="Oval 450">
                  <a:extLst>
                    <a:ext uri="{FF2B5EF4-FFF2-40B4-BE49-F238E27FC236}">
                      <a16:creationId xmlns:a16="http://schemas.microsoft.com/office/drawing/2014/main" id="{A521B977-CBD1-BED4-8131-414EC484F622}"/>
                    </a:ext>
                  </a:extLst>
                </p:cNvPr>
                <p:cNvSpPr/>
                <p:nvPr/>
              </p:nvSpPr>
              <p:spPr>
                <a:xfrm>
                  <a:off x="2653862" y="6229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" name="Oval 451">
                  <a:extLst>
                    <a:ext uri="{FF2B5EF4-FFF2-40B4-BE49-F238E27FC236}">
                      <a16:creationId xmlns:a16="http://schemas.microsoft.com/office/drawing/2014/main" id="{CCF15BEE-97D3-0857-9115-1CC424F879A7}"/>
                    </a:ext>
                  </a:extLst>
                </p:cNvPr>
                <p:cNvSpPr/>
                <p:nvPr/>
              </p:nvSpPr>
              <p:spPr>
                <a:xfrm>
                  <a:off x="2245188" y="666390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" name="Oval 452">
                  <a:extLst>
                    <a:ext uri="{FF2B5EF4-FFF2-40B4-BE49-F238E27FC236}">
                      <a16:creationId xmlns:a16="http://schemas.microsoft.com/office/drawing/2014/main" id="{6D12C925-6985-1F8B-7E51-E0653D3B463E}"/>
                    </a:ext>
                  </a:extLst>
                </p:cNvPr>
                <p:cNvSpPr/>
                <p:nvPr/>
              </p:nvSpPr>
              <p:spPr>
                <a:xfrm>
                  <a:off x="2446838" y="58168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12492C22-DA7E-43E2-567C-17F9481378DB}"/>
                    </a:ext>
                  </a:extLst>
                </p:cNvPr>
                <p:cNvSpPr/>
                <p:nvPr/>
              </p:nvSpPr>
              <p:spPr>
                <a:xfrm>
                  <a:off x="2094225" y="56891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BB510F70-0718-B280-F18F-026959753D64}"/>
                    </a:ext>
                  </a:extLst>
                </p:cNvPr>
                <p:cNvSpPr/>
                <p:nvPr/>
              </p:nvSpPr>
              <p:spPr>
                <a:xfrm>
                  <a:off x="1541427" y="654176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FBB6947D-984B-48BD-919B-F53B4AFCD575}"/>
                    </a:ext>
                  </a:extLst>
                </p:cNvPr>
                <p:cNvSpPr/>
                <p:nvPr/>
              </p:nvSpPr>
              <p:spPr>
                <a:xfrm>
                  <a:off x="2240424" y="52135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2137226D-69DD-C5E1-193D-CA4FF8AFBAF6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8" name="Oval 457">
                  <a:extLst>
                    <a:ext uri="{FF2B5EF4-FFF2-40B4-BE49-F238E27FC236}">
                      <a16:creationId xmlns:a16="http://schemas.microsoft.com/office/drawing/2014/main" id="{A614B819-C389-5ED5-1142-D95CA1822B30}"/>
                    </a:ext>
                  </a:extLst>
                </p:cNvPr>
                <p:cNvSpPr/>
                <p:nvPr/>
              </p:nvSpPr>
              <p:spPr>
                <a:xfrm>
                  <a:off x="3402447" y="51377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id="{1792B6D4-8B0F-04E4-6936-B6EF02450DDC}"/>
                    </a:ext>
                  </a:extLst>
                </p:cNvPr>
                <p:cNvSpPr/>
                <p:nvPr/>
              </p:nvSpPr>
              <p:spPr>
                <a:xfrm>
                  <a:off x="3682021" y="49186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52D36879-0CF3-D54C-7BD0-6B5B72E18511}"/>
                    </a:ext>
                  </a:extLst>
                </p:cNvPr>
                <p:cNvSpPr/>
                <p:nvPr/>
              </p:nvSpPr>
              <p:spPr>
                <a:xfrm>
                  <a:off x="3748587" y="48798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" name="Oval 460">
                  <a:extLst>
                    <a:ext uri="{FF2B5EF4-FFF2-40B4-BE49-F238E27FC236}">
                      <a16:creationId xmlns:a16="http://schemas.microsoft.com/office/drawing/2014/main" id="{B175CFB8-8103-18F2-1B11-02B916969602}"/>
                    </a:ext>
                  </a:extLst>
                </p:cNvPr>
                <p:cNvSpPr/>
                <p:nvPr/>
              </p:nvSpPr>
              <p:spPr>
                <a:xfrm>
                  <a:off x="3035910" y="554206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" name="Oval 461">
                  <a:extLst>
                    <a:ext uri="{FF2B5EF4-FFF2-40B4-BE49-F238E27FC236}">
                      <a16:creationId xmlns:a16="http://schemas.microsoft.com/office/drawing/2014/main" id="{B785D13C-7DDE-61D2-443B-67B883E61312}"/>
                    </a:ext>
                  </a:extLst>
                </p:cNvPr>
                <p:cNvSpPr/>
                <p:nvPr/>
              </p:nvSpPr>
              <p:spPr>
                <a:xfrm>
                  <a:off x="2685007" y="5885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" name="Oval 462">
                  <a:extLst>
                    <a:ext uri="{FF2B5EF4-FFF2-40B4-BE49-F238E27FC236}">
                      <a16:creationId xmlns:a16="http://schemas.microsoft.com/office/drawing/2014/main" id="{F645B44A-BF7E-297A-040A-9A57C5A6A9F9}"/>
                    </a:ext>
                  </a:extLst>
                </p:cNvPr>
                <p:cNvSpPr/>
                <p:nvPr/>
              </p:nvSpPr>
              <p:spPr>
                <a:xfrm>
                  <a:off x="3249530" y="48281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75C5A265-80F6-A3CB-EF04-65AEFC7B6962}"/>
                    </a:ext>
                  </a:extLst>
                </p:cNvPr>
                <p:cNvSpPr/>
                <p:nvPr/>
              </p:nvSpPr>
              <p:spPr>
                <a:xfrm>
                  <a:off x="3395730" y="47885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5" name="Oval 464">
                  <a:extLst>
                    <a:ext uri="{FF2B5EF4-FFF2-40B4-BE49-F238E27FC236}">
                      <a16:creationId xmlns:a16="http://schemas.microsoft.com/office/drawing/2014/main" id="{F06DB4B9-7575-297B-53E7-6973D7E87C93}"/>
                    </a:ext>
                  </a:extLst>
                </p:cNvPr>
                <p:cNvSpPr/>
                <p:nvPr/>
              </p:nvSpPr>
              <p:spPr>
                <a:xfrm>
                  <a:off x="2535632" y="56577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6" name="Oval 465">
                  <a:extLst>
                    <a:ext uri="{FF2B5EF4-FFF2-40B4-BE49-F238E27FC236}">
                      <a16:creationId xmlns:a16="http://schemas.microsoft.com/office/drawing/2014/main" id="{D5B4EC08-253A-E12D-C970-89393DD63C3D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7" name="Oval 466">
                  <a:extLst>
                    <a:ext uri="{FF2B5EF4-FFF2-40B4-BE49-F238E27FC236}">
                      <a16:creationId xmlns:a16="http://schemas.microsoft.com/office/drawing/2014/main" id="{33C1FDB7-67F6-94A6-E16A-2E4219AFCFE1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8" name="Oval 467">
                  <a:extLst>
                    <a:ext uri="{FF2B5EF4-FFF2-40B4-BE49-F238E27FC236}">
                      <a16:creationId xmlns:a16="http://schemas.microsoft.com/office/drawing/2014/main" id="{F9FBA9B9-C783-92E8-BD43-1DD07D3BFE55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9" name="Oval 468">
                  <a:extLst>
                    <a:ext uri="{FF2B5EF4-FFF2-40B4-BE49-F238E27FC236}">
                      <a16:creationId xmlns:a16="http://schemas.microsoft.com/office/drawing/2014/main" id="{76FDA2AE-A662-9BF3-8D1F-8FED4C3C2387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0" name="Oval 469">
                  <a:extLst>
                    <a:ext uri="{FF2B5EF4-FFF2-40B4-BE49-F238E27FC236}">
                      <a16:creationId xmlns:a16="http://schemas.microsoft.com/office/drawing/2014/main" id="{91487CF0-2936-5A6A-64D6-A8A5FF4EF50E}"/>
                    </a:ext>
                  </a:extLst>
                </p:cNvPr>
                <p:cNvSpPr/>
                <p:nvPr/>
              </p:nvSpPr>
              <p:spPr>
                <a:xfrm>
                  <a:off x="2333982" y="595501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" name="Oval 470">
                  <a:extLst>
                    <a:ext uri="{FF2B5EF4-FFF2-40B4-BE49-F238E27FC236}">
                      <a16:creationId xmlns:a16="http://schemas.microsoft.com/office/drawing/2014/main" id="{0AE145DB-1499-2177-F686-54EA0294048C}"/>
                    </a:ext>
                  </a:extLst>
                </p:cNvPr>
                <p:cNvSpPr/>
                <p:nvPr/>
              </p:nvSpPr>
              <p:spPr>
                <a:xfrm>
                  <a:off x="1956697" y="596234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" name="Oval 471">
                  <a:extLst>
                    <a:ext uri="{FF2B5EF4-FFF2-40B4-BE49-F238E27FC236}">
                      <a16:creationId xmlns:a16="http://schemas.microsoft.com/office/drawing/2014/main" id="{4546080F-0C6F-6492-0A94-66F871D0280B}"/>
                    </a:ext>
                  </a:extLst>
                </p:cNvPr>
                <p:cNvSpPr/>
                <p:nvPr/>
              </p:nvSpPr>
              <p:spPr>
                <a:xfrm>
                  <a:off x="2574961" y="48196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id="{F3F9848F-8011-2FAA-F352-92F5B08EC4BC}"/>
                    </a:ext>
                  </a:extLst>
                </p:cNvPr>
                <p:cNvSpPr/>
                <p:nvPr/>
              </p:nvSpPr>
              <p:spPr>
                <a:xfrm>
                  <a:off x="1387777" y="60251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4" name="Oval 473">
                  <a:extLst>
                    <a:ext uri="{FF2B5EF4-FFF2-40B4-BE49-F238E27FC236}">
                      <a16:creationId xmlns:a16="http://schemas.microsoft.com/office/drawing/2014/main" id="{291A8633-AB31-8611-618F-65D1F9D1C35B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5" name="Oval 474">
                  <a:extLst>
                    <a:ext uri="{FF2B5EF4-FFF2-40B4-BE49-F238E27FC236}">
                      <a16:creationId xmlns:a16="http://schemas.microsoft.com/office/drawing/2014/main" id="{2DF58EAF-4C64-41A1-A01C-9980C5BF7815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6" name="Oval 475">
                  <a:extLst>
                    <a:ext uri="{FF2B5EF4-FFF2-40B4-BE49-F238E27FC236}">
                      <a16:creationId xmlns:a16="http://schemas.microsoft.com/office/drawing/2014/main" id="{2A0838AC-D94D-9397-6B62-12A8373AC3A6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7" name="Oval 476">
                  <a:extLst>
                    <a:ext uri="{FF2B5EF4-FFF2-40B4-BE49-F238E27FC236}">
                      <a16:creationId xmlns:a16="http://schemas.microsoft.com/office/drawing/2014/main" id="{983D821D-AD9D-0426-6B89-8F0AE320E344}"/>
                    </a:ext>
                  </a:extLst>
                </p:cNvPr>
                <p:cNvSpPr/>
                <p:nvPr/>
              </p:nvSpPr>
              <p:spPr>
                <a:xfrm>
                  <a:off x="3465470" y="3678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8" name="Oval 477">
                  <a:extLst>
                    <a:ext uri="{FF2B5EF4-FFF2-40B4-BE49-F238E27FC236}">
                      <a16:creationId xmlns:a16="http://schemas.microsoft.com/office/drawing/2014/main" id="{EE07DC39-F31A-6B54-9955-16C2736F9C1C}"/>
                    </a:ext>
                  </a:extLst>
                </p:cNvPr>
                <p:cNvSpPr/>
                <p:nvPr/>
              </p:nvSpPr>
              <p:spPr>
                <a:xfrm>
                  <a:off x="3311821" y="35295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9" name="Oval 478">
                  <a:extLst>
                    <a:ext uri="{FF2B5EF4-FFF2-40B4-BE49-F238E27FC236}">
                      <a16:creationId xmlns:a16="http://schemas.microsoft.com/office/drawing/2014/main" id="{6041FF4A-A93F-6B17-29BA-98B5CC2B4AA1}"/>
                    </a:ext>
                  </a:extLst>
                </p:cNvPr>
                <p:cNvSpPr/>
                <p:nvPr/>
              </p:nvSpPr>
              <p:spPr>
                <a:xfrm>
                  <a:off x="3055208" y="36442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0" name="Oval 479">
                  <a:extLst>
                    <a:ext uri="{FF2B5EF4-FFF2-40B4-BE49-F238E27FC236}">
                      <a16:creationId xmlns:a16="http://schemas.microsoft.com/office/drawing/2014/main" id="{7E571B9B-BC84-45E8-E97A-F8B6640417C1}"/>
                    </a:ext>
                  </a:extLst>
                </p:cNvPr>
                <p:cNvSpPr/>
                <p:nvPr/>
              </p:nvSpPr>
              <p:spPr>
                <a:xfrm>
                  <a:off x="3225957" y="3694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" name="Oval 480">
                  <a:extLst>
                    <a:ext uri="{FF2B5EF4-FFF2-40B4-BE49-F238E27FC236}">
                      <a16:creationId xmlns:a16="http://schemas.microsoft.com/office/drawing/2014/main" id="{D69326AD-C96B-6E9F-6502-D37500090707}"/>
                    </a:ext>
                  </a:extLst>
                </p:cNvPr>
                <p:cNvSpPr/>
                <p:nvPr/>
              </p:nvSpPr>
              <p:spPr>
                <a:xfrm>
                  <a:off x="3553654" y="34450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2" name="Oval 481">
                  <a:extLst>
                    <a:ext uri="{FF2B5EF4-FFF2-40B4-BE49-F238E27FC236}">
                      <a16:creationId xmlns:a16="http://schemas.microsoft.com/office/drawing/2014/main" id="{CD032F55-EBF1-5CDA-EF3E-5495C0FE35F0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" name="Oval 482">
                  <a:extLst>
                    <a:ext uri="{FF2B5EF4-FFF2-40B4-BE49-F238E27FC236}">
                      <a16:creationId xmlns:a16="http://schemas.microsoft.com/office/drawing/2014/main" id="{0FEB7CFC-9AB4-C316-D545-1F49D85C6606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4" name="Oval 483">
                  <a:extLst>
                    <a:ext uri="{FF2B5EF4-FFF2-40B4-BE49-F238E27FC236}">
                      <a16:creationId xmlns:a16="http://schemas.microsoft.com/office/drawing/2014/main" id="{AE314E1E-9930-182C-631E-29B680EE24C5}"/>
                    </a:ext>
                  </a:extLst>
                </p:cNvPr>
                <p:cNvSpPr/>
                <p:nvPr/>
              </p:nvSpPr>
              <p:spPr>
                <a:xfrm>
                  <a:off x="1654527" y="4000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5" name="Oval 484">
                  <a:extLst>
                    <a:ext uri="{FF2B5EF4-FFF2-40B4-BE49-F238E27FC236}">
                      <a16:creationId xmlns:a16="http://schemas.microsoft.com/office/drawing/2014/main" id="{E1E27FD5-B6A0-1F6C-DEC5-353582779BF0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6" name="Oval 485">
                  <a:extLst>
                    <a:ext uri="{FF2B5EF4-FFF2-40B4-BE49-F238E27FC236}">
                      <a16:creationId xmlns:a16="http://schemas.microsoft.com/office/drawing/2014/main" id="{C3A38C20-0767-9DA2-FA48-A2C8B6979A27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7" name="Oval 486">
                  <a:extLst>
                    <a:ext uri="{FF2B5EF4-FFF2-40B4-BE49-F238E27FC236}">
                      <a16:creationId xmlns:a16="http://schemas.microsoft.com/office/drawing/2014/main" id="{0EE52FB3-32E7-EF6C-FB99-1CE088C87BCC}"/>
                    </a:ext>
                  </a:extLst>
                </p:cNvPr>
                <p:cNvSpPr/>
                <p:nvPr/>
              </p:nvSpPr>
              <p:spPr>
                <a:xfrm>
                  <a:off x="4016314" y="402388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8" name="Oval 487">
                  <a:extLst>
                    <a:ext uri="{FF2B5EF4-FFF2-40B4-BE49-F238E27FC236}">
                      <a16:creationId xmlns:a16="http://schemas.microsoft.com/office/drawing/2014/main" id="{B08A6EE9-60C2-F571-1DE2-98B40E96DED7}"/>
                    </a:ext>
                  </a:extLst>
                </p:cNvPr>
                <p:cNvSpPr/>
                <p:nvPr/>
              </p:nvSpPr>
              <p:spPr>
                <a:xfrm>
                  <a:off x="4478851" y="35707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9" name="Oval 488">
                  <a:extLst>
                    <a:ext uri="{FF2B5EF4-FFF2-40B4-BE49-F238E27FC236}">
                      <a16:creationId xmlns:a16="http://schemas.microsoft.com/office/drawing/2014/main" id="{346623CD-3AD4-CC1B-5F66-B78E96763912}"/>
                    </a:ext>
                  </a:extLst>
                </p:cNvPr>
                <p:cNvSpPr/>
                <p:nvPr/>
              </p:nvSpPr>
              <p:spPr>
                <a:xfrm>
                  <a:off x="4321171" y="446370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0" name="Oval 489">
                  <a:extLst>
                    <a:ext uri="{FF2B5EF4-FFF2-40B4-BE49-F238E27FC236}">
                      <a16:creationId xmlns:a16="http://schemas.microsoft.com/office/drawing/2014/main" id="{5FBDB7B9-4D18-0CD3-FA5D-E631F3253EC0}"/>
                    </a:ext>
                  </a:extLst>
                </p:cNvPr>
                <p:cNvSpPr/>
                <p:nvPr/>
              </p:nvSpPr>
              <p:spPr>
                <a:xfrm>
                  <a:off x="4122818" y="46688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1" name="Oval 490">
                  <a:extLst>
                    <a:ext uri="{FF2B5EF4-FFF2-40B4-BE49-F238E27FC236}">
                      <a16:creationId xmlns:a16="http://schemas.microsoft.com/office/drawing/2014/main" id="{5AC74502-FAEC-D1E7-6C64-19488A01181A}"/>
                    </a:ext>
                  </a:extLst>
                </p:cNvPr>
                <p:cNvSpPr/>
                <p:nvPr/>
              </p:nvSpPr>
              <p:spPr>
                <a:xfrm>
                  <a:off x="3885626" y="4888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" name="Oval 491">
                  <a:extLst>
                    <a:ext uri="{FF2B5EF4-FFF2-40B4-BE49-F238E27FC236}">
                      <a16:creationId xmlns:a16="http://schemas.microsoft.com/office/drawing/2014/main" id="{7B487AD4-814C-88ED-C1AF-751F5259C1EA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" name="Oval 492">
                  <a:extLst>
                    <a:ext uri="{FF2B5EF4-FFF2-40B4-BE49-F238E27FC236}">
                      <a16:creationId xmlns:a16="http://schemas.microsoft.com/office/drawing/2014/main" id="{D07B6EA0-4654-DEFF-F4E1-60CC8A8F5377}"/>
                    </a:ext>
                  </a:extLst>
                </p:cNvPr>
                <p:cNvSpPr/>
                <p:nvPr/>
              </p:nvSpPr>
              <p:spPr>
                <a:xfrm>
                  <a:off x="3599334" y="55245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" name="Oval 493">
                  <a:extLst>
                    <a:ext uri="{FF2B5EF4-FFF2-40B4-BE49-F238E27FC236}">
                      <a16:creationId xmlns:a16="http://schemas.microsoft.com/office/drawing/2014/main" id="{4236BF73-7C93-C19A-1743-8EB52665FCB8}"/>
                    </a:ext>
                  </a:extLst>
                </p:cNvPr>
                <p:cNvSpPr/>
                <p:nvPr/>
              </p:nvSpPr>
              <p:spPr>
                <a:xfrm>
                  <a:off x="3326233" y="562646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5" name="Oval 494">
                  <a:extLst>
                    <a:ext uri="{FF2B5EF4-FFF2-40B4-BE49-F238E27FC236}">
                      <a16:creationId xmlns:a16="http://schemas.microsoft.com/office/drawing/2014/main" id="{48CFC5C1-F9F6-646F-0285-444ABEE00D76}"/>
                    </a:ext>
                  </a:extLst>
                </p:cNvPr>
                <p:cNvSpPr/>
                <p:nvPr/>
              </p:nvSpPr>
              <p:spPr>
                <a:xfrm>
                  <a:off x="3331607" y="5797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6" name="Oval 495">
                  <a:extLst>
                    <a:ext uri="{FF2B5EF4-FFF2-40B4-BE49-F238E27FC236}">
                      <a16:creationId xmlns:a16="http://schemas.microsoft.com/office/drawing/2014/main" id="{F01ADA3B-6AA5-379B-EAA8-3D92ED9BBF15}"/>
                    </a:ext>
                  </a:extLst>
                </p:cNvPr>
                <p:cNvSpPr/>
                <p:nvPr/>
              </p:nvSpPr>
              <p:spPr>
                <a:xfrm>
                  <a:off x="3038597" y="5933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7" name="Oval 496">
                  <a:extLst>
                    <a:ext uri="{FF2B5EF4-FFF2-40B4-BE49-F238E27FC236}">
                      <a16:creationId xmlns:a16="http://schemas.microsoft.com/office/drawing/2014/main" id="{F21545C9-E423-24EC-ACEA-502B95DAEE20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8" name="Oval 497">
                  <a:extLst>
                    <a:ext uri="{FF2B5EF4-FFF2-40B4-BE49-F238E27FC236}">
                      <a16:creationId xmlns:a16="http://schemas.microsoft.com/office/drawing/2014/main" id="{E99FE11C-F48E-956B-964E-94AC76797894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9" name="Oval 498">
                  <a:extLst>
                    <a:ext uri="{FF2B5EF4-FFF2-40B4-BE49-F238E27FC236}">
                      <a16:creationId xmlns:a16="http://schemas.microsoft.com/office/drawing/2014/main" id="{53727351-F5F1-9370-92FC-A4556511F760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0" name="Oval 499">
                  <a:extLst>
                    <a:ext uri="{FF2B5EF4-FFF2-40B4-BE49-F238E27FC236}">
                      <a16:creationId xmlns:a16="http://schemas.microsoft.com/office/drawing/2014/main" id="{112753E9-6A1F-71EC-44A1-FCFBE0BA4E7C}"/>
                    </a:ext>
                  </a:extLst>
                </p:cNvPr>
                <p:cNvSpPr/>
                <p:nvPr/>
              </p:nvSpPr>
              <p:spPr>
                <a:xfrm>
                  <a:off x="4440133" y="23334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1" name="Oval 500">
                  <a:extLst>
                    <a:ext uri="{FF2B5EF4-FFF2-40B4-BE49-F238E27FC236}">
                      <a16:creationId xmlns:a16="http://schemas.microsoft.com/office/drawing/2014/main" id="{E7AC8266-0FB9-FBDD-85F5-3A8E5988494B}"/>
                    </a:ext>
                  </a:extLst>
                </p:cNvPr>
                <p:cNvSpPr/>
                <p:nvPr/>
              </p:nvSpPr>
              <p:spPr>
                <a:xfrm>
                  <a:off x="4246911" y="2122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" name="Oval 501">
                  <a:extLst>
                    <a:ext uri="{FF2B5EF4-FFF2-40B4-BE49-F238E27FC236}">
                      <a16:creationId xmlns:a16="http://schemas.microsoft.com/office/drawing/2014/main" id="{3ADDC98D-6964-7B04-5C03-EE511B5C3250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3" name="Oval 502">
                  <a:extLst>
                    <a:ext uri="{FF2B5EF4-FFF2-40B4-BE49-F238E27FC236}">
                      <a16:creationId xmlns:a16="http://schemas.microsoft.com/office/drawing/2014/main" id="{3A667464-F7B5-47DF-0FAC-1A646E978BE0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4" name="Oval 503">
                  <a:extLst>
                    <a:ext uri="{FF2B5EF4-FFF2-40B4-BE49-F238E27FC236}">
                      <a16:creationId xmlns:a16="http://schemas.microsoft.com/office/drawing/2014/main" id="{C9EEF3F4-10BA-2F2B-35CB-2F249951557E}"/>
                    </a:ext>
                  </a:extLst>
                </p:cNvPr>
                <p:cNvSpPr/>
                <p:nvPr/>
              </p:nvSpPr>
              <p:spPr>
                <a:xfrm>
                  <a:off x="3947794" y="18015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5" name="Oval 504">
                  <a:extLst>
                    <a:ext uri="{FF2B5EF4-FFF2-40B4-BE49-F238E27FC236}">
                      <a16:creationId xmlns:a16="http://schemas.microsoft.com/office/drawing/2014/main" id="{5A9D195B-4DC4-1511-9FCD-DC56FD181B5C}"/>
                    </a:ext>
                  </a:extLst>
                </p:cNvPr>
                <p:cNvSpPr/>
                <p:nvPr/>
              </p:nvSpPr>
              <p:spPr>
                <a:xfrm>
                  <a:off x="3653563" y="1465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6" name="Oval 505">
                  <a:extLst>
                    <a:ext uri="{FF2B5EF4-FFF2-40B4-BE49-F238E27FC236}">
                      <a16:creationId xmlns:a16="http://schemas.microsoft.com/office/drawing/2014/main" id="{F7E81DEA-1158-107C-8388-3FF40489C79D}"/>
                    </a:ext>
                  </a:extLst>
                </p:cNvPr>
                <p:cNvSpPr/>
                <p:nvPr/>
              </p:nvSpPr>
              <p:spPr>
                <a:xfrm>
                  <a:off x="3903092" y="14523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7" name="Oval 506">
                  <a:extLst>
                    <a:ext uri="{FF2B5EF4-FFF2-40B4-BE49-F238E27FC236}">
                      <a16:creationId xmlns:a16="http://schemas.microsoft.com/office/drawing/2014/main" id="{12B0CA5B-8DA4-5954-2C03-28E217352357}"/>
                    </a:ext>
                  </a:extLst>
                </p:cNvPr>
                <p:cNvSpPr/>
                <p:nvPr/>
              </p:nvSpPr>
              <p:spPr>
                <a:xfrm>
                  <a:off x="3717564" y="12426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8" name="Oval 507">
                  <a:extLst>
                    <a:ext uri="{FF2B5EF4-FFF2-40B4-BE49-F238E27FC236}">
                      <a16:creationId xmlns:a16="http://schemas.microsoft.com/office/drawing/2014/main" id="{4043EB97-C369-1ED2-BB03-9354407FE8E7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9" name="Oval 508">
                  <a:extLst>
                    <a:ext uri="{FF2B5EF4-FFF2-40B4-BE49-F238E27FC236}">
                      <a16:creationId xmlns:a16="http://schemas.microsoft.com/office/drawing/2014/main" id="{96BB4ACA-50EA-53FF-9F10-4E8C6119E213}"/>
                    </a:ext>
                  </a:extLst>
                </p:cNvPr>
                <p:cNvSpPr/>
                <p:nvPr/>
              </p:nvSpPr>
              <p:spPr>
                <a:xfrm>
                  <a:off x="2800306" y="6887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0" name="Oval 509">
                  <a:extLst>
                    <a:ext uri="{FF2B5EF4-FFF2-40B4-BE49-F238E27FC236}">
                      <a16:creationId xmlns:a16="http://schemas.microsoft.com/office/drawing/2014/main" id="{8C8AB0DA-41A1-64CE-232A-E84B39E3993A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1" name="Oval 510">
                  <a:extLst>
                    <a:ext uri="{FF2B5EF4-FFF2-40B4-BE49-F238E27FC236}">
                      <a16:creationId xmlns:a16="http://schemas.microsoft.com/office/drawing/2014/main" id="{FC57F3D4-AADF-758D-3B40-3EDFAC5C558C}"/>
                    </a:ext>
                  </a:extLst>
                </p:cNvPr>
                <p:cNvSpPr/>
                <p:nvPr/>
              </p:nvSpPr>
              <p:spPr>
                <a:xfrm>
                  <a:off x="1842987" y="415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" name="Oval 511">
                  <a:extLst>
                    <a:ext uri="{FF2B5EF4-FFF2-40B4-BE49-F238E27FC236}">
                      <a16:creationId xmlns:a16="http://schemas.microsoft.com/office/drawing/2014/main" id="{A600C621-2BBC-06CA-538F-4817C7236DD6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3" name="Oval 512">
                  <a:extLst>
                    <a:ext uri="{FF2B5EF4-FFF2-40B4-BE49-F238E27FC236}">
                      <a16:creationId xmlns:a16="http://schemas.microsoft.com/office/drawing/2014/main" id="{6561DD9B-0FBE-09EC-B2F0-76197973BDD0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4" name="Oval 513">
                  <a:extLst>
                    <a:ext uri="{FF2B5EF4-FFF2-40B4-BE49-F238E27FC236}">
                      <a16:creationId xmlns:a16="http://schemas.microsoft.com/office/drawing/2014/main" id="{6EEB642C-4DA8-49F6-70BB-E40DA88A3D16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5" name="Oval 514">
                  <a:extLst>
                    <a:ext uri="{FF2B5EF4-FFF2-40B4-BE49-F238E27FC236}">
                      <a16:creationId xmlns:a16="http://schemas.microsoft.com/office/drawing/2014/main" id="{799FFFB2-D196-C65D-EEF5-CFBA64293BA5}"/>
                    </a:ext>
                  </a:extLst>
                </p:cNvPr>
                <p:cNvSpPr/>
                <p:nvPr/>
              </p:nvSpPr>
              <p:spPr>
                <a:xfrm>
                  <a:off x="80044" y="7158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" name="Oval 515">
                  <a:extLst>
                    <a:ext uri="{FF2B5EF4-FFF2-40B4-BE49-F238E27FC236}">
                      <a16:creationId xmlns:a16="http://schemas.microsoft.com/office/drawing/2014/main" id="{7FA1768C-92AC-EBAC-AD78-C6CFF2A7367D}"/>
                    </a:ext>
                  </a:extLst>
                </p:cNvPr>
                <p:cNvSpPr/>
                <p:nvPr/>
              </p:nvSpPr>
              <p:spPr>
                <a:xfrm>
                  <a:off x="397114" y="5541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" name="Oval 516">
                  <a:extLst>
                    <a:ext uri="{FF2B5EF4-FFF2-40B4-BE49-F238E27FC236}">
                      <a16:creationId xmlns:a16="http://schemas.microsoft.com/office/drawing/2014/main" id="{AD5354AD-737E-D335-C4D9-F7B52B03AB8A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8" name="Oval 517">
                  <a:extLst>
                    <a:ext uri="{FF2B5EF4-FFF2-40B4-BE49-F238E27FC236}">
                      <a16:creationId xmlns:a16="http://schemas.microsoft.com/office/drawing/2014/main" id="{A933F7A0-9973-D3E1-C587-549B0B33198C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9" name="Oval 518">
                  <a:extLst>
                    <a:ext uri="{FF2B5EF4-FFF2-40B4-BE49-F238E27FC236}">
                      <a16:creationId xmlns:a16="http://schemas.microsoft.com/office/drawing/2014/main" id="{AAFE9080-4675-E79B-072F-AD1B0F8E55D6}"/>
                    </a:ext>
                  </a:extLst>
                </p:cNvPr>
                <p:cNvSpPr/>
                <p:nvPr/>
              </p:nvSpPr>
              <p:spPr>
                <a:xfrm>
                  <a:off x="-316049" y="11222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0" name="Oval 519">
                  <a:extLst>
                    <a:ext uri="{FF2B5EF4-FFF2-40B4-BE49-F238E27FC236}">
                      <a16:creationId xmlns:a16="http://schemas.microsoft.com/office/drawing/2014/main" id="{5ED8F92D-82A6-AF73-0EBF-3ED0B4600BBB}"/>
                    </a:ext>
                  </a:extLst>
                </p:cNvPr>
                <p:cNvSpPr/>
                <p:nvPr/>
              </p:nvSpPr>
              <p:spPr>
                <a:xfrm>
                  <a:off x="-625059" y="14373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1" name="Oval 520">
                  <a:extLst>
                    <a:ext uri="{FF2B5EF4-FFF2-40B4-BE49-F238E27FC236}">
                      <a16:creationId xmlns:a16="http://schemas.microsoft.com/office/drawing/2014/main" id="{0EB9A7E5-B1B0-6025-809A-47894DA3C9B5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" name="Oval 521">
                  <a:extLst>
                    <a:ext uri="{FF2B5EF4-FFF2-40B4-BE49-F238E27FC236}">
                      <a16:creationId xmlns:a16="http://schemas.microsoft.com/office/drawing/2014/main" id="{3F784242-9E3E-F3B0-3F3E-7909A2DD2001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3" name="Oval 522">
                  <a:extLst>
                    <a:ext uri="{FF2B5EF4-FFF2-40B4-BE49-F238E27FC236}">
                      <a16:creationId xmlns:a16="http://schemas.microsoft.com/office/drawing/2014/main" id="{8D2BD0FC-2C22-4A99-F308-55AAEB364D98}"/>
                    </a:ext>
                  </a:extLst>
                </p:cNvPr>
                <p:cNvSpPr/>
                <p:nvPr/>
              </p:nvSpPr>
              <p:spPr>
                <a:xfrm>
                  <a:off x="-1300850" y="234986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4" name="Oval 523">
                  <a:extLst>
                    <a:ext uri="{FF2B5EF4-FFF2-40B4-BE49-F238E27FC236}">
                      <a16:creationId xmlns:a16="http://schemas.microsoft.com/office/drawing/2014/main" id="{45FC7DFC-FD6B-09EF-A5D3-85987A160905}"/>
                    </a:ext>
                  </a:extLst>
                </p:cNvPr>
                <p:cNvSpPr/>
                <p:nvPr/>
              </p:nvSpPr>
              <p:spPr>
                <a:xfrm>
                  <a:off x="-1308911" y="2805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5" name="Oval 524">
                  <a:extLst>
                    <a:ext uri="{FF2B5EF4-FFF2-40B4-BE49-F238E27FC236}">
                      <a16:creationId xmlns:a16="http://schemas.microsoft.com/office/drawing/2014/main" id="{4064DDC6-02AF-8AD8-AB8E-B0E91AAFA765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6" name="Oval 525">
                  <a:extLst>
                    <a:ext uri="{FF2B5EF4-FFF2-40B4-BE49-F238E27FC236}">
                      <a16:creationId xmlns:a16="http://schemas.microsoft.com/office/drawing/2014/main" id="{3C40B22C-0D26-02E3-FD16-0F428EC6FF8A}"/>
                    </a:ext>
                  </a:extLst>
                </p:cNvPr>
                <p:cNvSpPr/>
                <p:nvPr/>
              </p:nvSpPr>
              <p:spPr>
                <a:xfrm>
                  <a:off x="-1428240" y="34969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7" name="Graphic 5">
                <a:extLst>
                  <a:ext uri="{FF2B5EF4-FFF2-40B4-BE49-F238E27FC236}">
                    <a16:creationId xmlns:a16="http://schemas.microsoft.com/office/drawing/2014/main" id="{82D40C8E-AFF6-E4F1-6402-CFA2D92061C3}"/>
                  </a:ext>
                </a:extLst>
              </p:cNvPr>
              <p:cNvGrpSpPr/>
              <p:nvPr/>
            </p:nvGrpSpPr>
            <p:grpSpPr>
              <a:xfrm>
                <a:off x="2454044" y="6616881"/>
                <a:ext cx="622132" cy="678438"/>
                <a:chOff x="2454044" y="6616881"/>
                <a:chExt cx="622132" cy="678438"/>
              </a:xfrm>
            </p:grpSpPr>
            <p:sp>
              <p:nvSpPr>
                <p:cNvPr id="528" name="Oval 527">
                  <a:extLst>
                    <a:ext uri="{FF2B5EF4-FFF2-40B4-BE49-F238E27FC236}">
                      <a16:creationId xmlns:a16="http://schemas.microsoft.com/office/drawing/2014/main" id="{1745429F-50D5-6B8C-A94F-C3AA5F0A8C52}"/>
                    </a:ext>
                  </a:extLst>
                </p:cNvPr>
                <p:cNvSpPr/>
                <p:nvPr/>
              </p:nvSpPr>
              <p:spPr>
                <a:xfrm>
                  <a:off x="2454044" y="67978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9" name="Oval 528">
                  <a:extLst>
                    <a:ext uri="{FF2B5EF4-FFF2-40B4-BE49-F238E27FC236}">
                      <a16:creationId xmlns:a16="http://schemas.microsoft.com/office/drawing/2014/main" id="{66C15838-D7A1-EB16-D841-342CAB167780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0" name="Oval 529">
                  <a:extLst>
                    <a:ext uri="{FF2B5EF4-FFF2-40B4-BE49-F238E27FC236}">
                      <a16:creationId xmlns:a16="http://schemas.microsoft.com/office/drawing/2014/main" id="{A2426735-07FD-4004-3420-0D5EC1F18790}"/>
                    </a:ext>
                  </a:extLst>
                </p:cNvPr>
                <p:cNvSpPr/>
                <p:nvPr/>
              </p:nvSpPr>
              <p:spPr>
                <a:xfrm>
                  <a:off x="2689526" y="706354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1" name="Oval 530">
                  <a:extLst>
                    <a:ext uri="{FF2B5EF4-FFF2-40B4-BE49-F238E27FC236}">
                      <a16:creationId xmlns:a16="http://schemas.microsoft.com/office/drawing/2014/main" id="{0083AC3C-38E4-ECAD-6735-D70988562665}"/>
                    </a:ext>
                  </a:extLst>
                </p:cNvPr>
                <p:cNvSpPr/>
                <p:nvPr/>
              </p:nvSpPr>
              <p:spPr>
                <a:xfrm>
                  <a:off x="2749374" y="71823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2" name="Oval 531">
                  <a:extLst>
                    <a:ext uri="{FF2B5EF4-FFF2-40B4-BE49-F238E27FC236}">
                      <a16:creationId xmlns:a16="http://schemas.microsoft.com/office/drawing/2014/main" id="{75297F96-8C68-E35D-38AD-0C163F223CF8}"/>
                    </a:ext>
                  </a:extLst>
                </p:cNvPr>
                <p:cNvSpPr/>
                <p:nvPr/>
              </p:nvSpPr>
              <p:spPr>
                <a:xfrm>
                  <a:off x="2854291" y="72658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3" name="Oval 532">
                  <a:extLst>
                    <a:ext uri="{FF2B5EF4-FFF2-40B4-BE49-F238E27FC236}">
                      <a16:creationId xmlns:a16="http://schemas.microsoft.com/office/drawing/2014/main" id="{1E7E5F0A-4094-4E2F-4307-5DF49B20103E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4" name="Oval 533">
                  <a:extLst>
                    <a:ext uri="{FF2B5EF4-FFF2-40B4-BE49-F238E27FC236}">
                      <a16:creationId xmlns:a16="http://schemas.microsoft.com/office/drawing/2014/main" id="{8DDF4980-CDF5-EB49-25E2-9D02D5489DF1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35" name="Graphic 5">
            <a:extLst>
              <a:ext uri="{FF2B5EF4-FFF2-40B4-BE49-F238E27FC236}">
                <a16:creationId xmlns:a16="http://schemas.microsoft.com/office/drawing/2014/main" id="{E5FE085B-9B3E-851F-3641-AEFC6BA21716}"/>
              </a:ext>
            </a:extLst>
          </p:cNvPr>
          <p:cNvGrpSpPr/>
          <p:nvPr/>
        </p:nvGrpSpPr>
        <p:grpSpPr>
          <a:xfrm>
            <a:off x="1043103" y="1057028"/>
            <a:ext cx="996159" cy="2820904"/>
            <a:chOff x="1043103" y="1057028"/>
            <a:chExt cx="996159" cy="2820904"/>
          </a:xfrm>
        </p:grpSpPr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4C1D1917-7327-BF52-5150-5066C9ABE06B}"/>
                </a:ext>
              </a:extLst>
            </p:cNvPr>
            <p:cNvSpPr/>
            <p:nvPr/>
          </p:nvSpPr>
          <p:spPr>
            <a:xfrm>
              <a:off x="1043103" y="1057028"/>
              <a:ext cx="996159" cy="2820904"/>
            </a:xfrm>
            <a:custGeom>
              <a:avLst/>
              <a:gdLst>
                <a:gd name="csX0" fmla="*/ 570874 w 996159"/>
                <a:gd name="csY0" fmla="*/ 1830119 h 2820904"/>
                <a:gd name="csX1" fmla="*/ 548523 w 996159"/>
                <a:gd name="csY1" fmla="*/ 70107 h 2820904"/>
                <a:gd name="csX2" fmla="*/ 548279 w 996159"/>
                <a:gd name="csY2" fmla="*/ 70107 h 2820904"/>
                <a:gd name="csX3" fmla="*/ 500889 w 996159"/>
                <a:gd name="csY3" fmla="*/ 0 h 2820904"/>
                <a:gd name="csX4" fmla="*/ 453499 w 996159"/>
                <a:gd name="csY4" fmla="*/ 70107 h 2820904"/>
                <a:gd name="csX5" fmla="*/ 453255 w 996159"/>
                <a:gd name="csY5" fmla="*/ 70107 h 2820904"/>
                <a:gd name="csX6" fmla="*/ 425408 w 996159"/>
                <a:gd name="csY6" fmla="*/ 1830119 h 2820904"/>
                <a:gd name="csX7" fmla="*/ 0 w 996159"/>
                <a:gd name="csY7" fmla="*/ 2322825 h 2820904"/>
                <a:gd name="csX8" fmla="*/ 498080 w 996159"/>
                <a:gd name="csY8" fmla="*/ 2820904 h 2820904"/>
                <a:gd name="csX9" fmla="*/ 996159 w 996159"/>
                <a:gd name="csY9" fmla="*/ 2322825 h 2820904"/>
                <a:gd name="csX10" fmla="*/ 570874 w 996159"/>
                <a:gd name="csY10" fmla="*/ 1830119 h 2820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96159" h="2820904">
                  <a:moveTo>
                    <a:pt x="570874" y="1830119"/>
                  </a:moveTo>
                  <a:lnTo>
                    <a:pt x="548523" y="70107"/>
                  </a:lnTo>
                  <a:lnTo>
                    <a:pt x="548279" y="70107"/>
                  </a:lnTo>
                  <a:cubicBezTo>
                    <a:pt x="545836" y="15145"/>
                    <a:pt x="525561" y="0"/>
                    <a:pt x="500889" y="0"/>
                  </a:cubicBezTo>
                  <a:cubicBezTo>
                    <a:pt x="476217" y="0"/>
                    <a:pt x="456064" y="15145"/>
                    <a:pt x="453499" y="70107"/>
                  </a:cubicBezTo>
                  <a:lnTo>
                    <a:pt x="453255" y="70107"/>
                  </a:lnTo>
                  <a:lnTo>
                    <a:pt x="425408" y="1830119"/>
                  </a:lnTo>
                  <a:cubicBezTo>
                    <a:pt x="184795" y="1865295"/>
                    <a:pt x="0" y="2072441"/>
                    <a:pt x="0" y="2322825"/>
                  </a:cubicBezTo>
                  <a:cubicBezTo>
                    <a:pt x="0" y="2597880"/>
                    <a:pt x="223024" y="2820904"/>
                    <a:pt x="498080" y="2820904"/>
                  </a:cubicBezTo>
                  <a:cubicBezTo>
                    <a:pt x="773135" y="2820904"/>
                    <a:pt x="996159" y="2597880"/>
                    <a:pt x="996159" y="2322825"/>
                  </a:cubicBezTo>
                  <a:cubicBezTo>
                    <a:pt x="996159" y="2072441"/>
                    <a:pt x="811364" y="1865295"/>
                    <a:pt x="570874" y="1830119"/>
                  </a:cubicBezTo>
                  <a:close/>
                </a:path>
              </a:pathLst>
            </a:custGeom>
            <a:solidFill>
              <a:srgbClr val="A4282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16ABF7D0-D356-4CBA-23D6-8B5E1642CE74}"/>
                </a:ext>
              </a:extLst>
            </p:cNvPr>
            <p:cNvSpPr/>
            <p:nvPr/>
          </p:nvSpPr>
          <p:spPr>
            <a:xfrm>
              <a:off x="1174768" y="3013438"/>
              <a:ext cx="732829" cy="732829"/>
            </a:xfrm>
            <a:prstGeom prst="ellipse">
              <a:avLst/>
            </a:prstGeom>
            <a:noFill/>
            <a:ln w="48808" cap="flat">
              <a:solidFill>
                <a:srgbClr val="87151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11131C0D-563E-4456-BF9B-53129E6A6CEA}"/>
              </a:ext>
            </a:extLst>
          </p:cNvPr>
          <p:cNvSpPr/>
          <p:nvPr/>
        </p:nvSpPr>
        <p:spPr>
          <a:xfrm>
            <a:off x="-2467126" y="3105639"/>
            <a:ext cx="1543815" cy="340534"/>
          </a:xfrm>
          <a:custGeom>
            <a:avLst/>
            <a:gdLst>
              <a:gd name="csX0" fmla="*/ 1436568 w 1543815"/>
              <a:gd name="csY0" fmla="*/ 148534 h 340534"/>
              <a:gd name="csX1" fmla="*/ 1436568 w 1543815"/>
              <a:gd name="csY1" fmla="*/ 147923 h 340534"/>
              <a:gd name="csX2" fmla="*/ 1422888 w 1543815"/>
              <a:gd name="csY2" fmla="*/ 146335 h 340534"/>
              <a:gd name="csX3" fmla="*/ 1422888 w 1543815"/>
              <a:gd name="csY3" fmla="*/ 146335 h 340534"/>
              <a:gd name="csX4" fmla="*/ 130910 w 1543815"/>
              <a:gd name="csY4" fmla="*/ 869 h 340534"/>
              <a:gd name="csX5" fmla="*/ 711 w 1543815"/>
              <a:gd name="csY5" fmla="*/ 84045 h 340534"/>
              <a:gd name="csX6" fmla="*/ 104651 w 1543815"/>
              <a:gd name="csY6" fmla="*/ 193480 h 340534"/>
              <a:gd name="csX7" fmla="*/ 1410430 w 1543815"/>
              <a:gd name="csY7" fmla="*/ 340535 h 340534"/>
              <a:gd name="csX8" fmla="*/ 1410430 w 1543815"/>
              <a:gd name="csY8" fmla="*/ 339924 h 340534"/>
              <a:gd name="csX9" fmla="*/ 1543194 w 1543815"/>
              <a:gd name="csY9" fmla="*/ 257603 h 340534"/>
              <a:gd name="csX10" fmla="*/ 1436568 w 1543815"/>
              <a:gd name="csY10" fmla="*/ 148411 h 340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3815" h="340534">
                <a:moveTo>
                  <a:pt x="1436568" y="148534"/>
                </a:moveTo>
                <a:lnTo>
                  <a:pt x="1436568" y="147923"/>
                </a:lnTo>
                <a:cubicBezTo>
                  <a:pt x="1436568" y="147923"/>
                  <a:pt x="1422888" y="146335"/>
                  <a:pt x="1422888" y="146335"/>
                </a:cubicBezTo>
                <a:lnTo>
                  <a:pt x="1422888" y="146335"/>
                </a:lnTo>
                <a:cubicBezTo>
                  <a:pt x="1422888" y="146335"/>
                  <a:pt x="130910" y="869"/>
                  <a:pt x="130910" y="869"/>
                </a:cubicBezTo>
                <a:cubicBezTo>
                  <a:pt x="68253" y="-6216"/>
                  <a:pt x="7917" y="30792"/>
                  <a:pt x="711" y="84045"/>
                </a:cubicBezTo>
                <a:cubicBezTo>
                  <a:pt x="-6495" y="137175"/>
                  <a:pt x="41994" y="186519"/>
                  <a:pt x="104651" y="193480"/>
                </a:cubicBezTo>
                <a:lnTo>
                  <a:pt x="1410430" y="340535"/>
                </a:lnTo>
                <a:lnTo>
                  <a:pt x="1410430" y="339924"/>
                </a:lnTo>
                <a:cubicBezTo>
                  <a:pt x="1476629" y="342245"/>
                  <a:pt x="1536477" y="307435"/>
                  <a:pt x="1543194" y="257603"/>
                </a:cubicBezTo>
                <a:cubicBezTo>
                  <a:pt x="1549912" y="207893"/>
                  <a:pt x="1501301" y="160869"/>
                  <a:pt x="1436568" y="148411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49D9D82E-0C4A-A078-A76B-8097C8F56B7A}"/>
              </a:ext>
            </a:extLst>
          </p:cNvPr>
          <p:cNvGrpSpPr/>
          <p:nvPr/>
        </p:nvGrpSpPr>
        <p:grpSpPr>
          <a:xfrm>
            <a:off x="6366418" y="1652030"/>
            <a:ext cx="4688026" cy="3588286"/>
            <a:chOff x="6096000" y="1747159"/>
            <a:chExt cx="5874569" cy="358828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07ABB5F-C95E-E97C-7332-026398E36CAF}"/>
                </a:ext>
              </a:extLst>
            </p:cNvPr>
            <p:cNvSpPr txBox="1"/>
            <p:nvPr/>
          </p:nvSpPr>
          <p:spPr>
            <a:xfrm>
              <a:off x="6096000" y="1747159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Data Augmentation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0648D128-DAE3-B700-98F8-6895CF78B85D}"/>
                </a:ext>
              </a:extLst>
            </p:cNvPr>
            <p:cNvSpPr txBox="1"/>
            <p:nvPr/>
          </p:nvSpPr>
          <p:spPr>
            <a:xfrm>
              <a:off x="6405084" y="2780900"/>
              <a:ext cx="554502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Originally used the </a:t>
              </a:r>
              <a:r>
                <a:rPr lang="en-US" sz="2000" i="1" u="sng" dirty="0" err="1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WavelengthEval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 Dataset (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100 rows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).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Played and documented too many games (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1500 rows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).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30 word pairs. 50 clues per pair. </a:t>
              </a: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5 responses per clue.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AF7B2B9-CC1B-7305-B1D9-545D068E5A09}"/>
              </a:ext>
            </a:extLst>
          </p:cNvPr>
          <p:cNvGrpSpPr/>
          <p:nvPr/>
        </p:nvGrpSpPr>
        <p:grpSpPr>
          <a:xfrm rot="19765692">
            <a:off x="4326667" y="-5976256"/>
            <a:ext cx="5874569" cy="2908755"/>
            <a:chOff x="5802085" y="1730830"/>
            <a:chExt cx="5874569" cy="290875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8420DA3-794D-2673-EDBD-FDA9ACD1AED0}"/>
                </a:ext>
              </a:extLst>
            </p:cNvPr>
            <p:cNvSpPr txBox="1"/>
            <p:nvPr/>
          </p:nvSpPr>
          <p:spPr>
            <a:xfrm>
              <a:off x="5802085" y="1730830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How to Play Wavelength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BD2D545-28CC-CEBE-B3C3-FB0E0C79208D}"/>
                </a:ext>
              </a:extLst>
            </p:cNvPr>
            <p:cNvSpPr txBox="1"/>
            <p:nvPr/>
          </p:nvSpPr>
          <p:spPr>
            <a:xfrm>
              <a:off x="6987135" y="2700593"/>
              <a:ext cx="3903264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Draw a word pair.</a:t>
              </a:r>
            </a:p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Psychic gives a clue.</a:t>
              </a:r>
            </a:p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Guesser tries to deduce hidden range.</a:t>
              </a:r>
            </a:p>
            <a:p>
              <a:pPr marL="457200" indent="-457200">
                <a:buAutoNum type="arabicPeriod"/>
              </a:pP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Guesser gets more points when closer to middle.</a:t>
              </a:r>
            </a:p>
          </p:txBody>
        </p:sp>
      </p:grpSp>
      <p:grpSp>
        <p:nvGrpSpPr>
          <p:cNvPr id="540" name="Group 539">
            <a:extLst>
              <a:ext uri="{FF2B5EF4-FFF2-40B4-BE49-F238E27FC236}">
                <a16:creationId xmlns:a16="http://schemas.microsoft.com/office/drawing/2014/main" id="{F68FF56C-F2B5-E617-53D0-53D1782ACAB4}"/>
              </a:ext>
            </a:extLst>
          </p:cNvPr>
          <p:cNvGrpSpPr/>
          <p:nvPr/>
        </p:nvGrpSpPr>
        <p:grpSpPr>
          <a:xfrm rot="1155487">
            <a:off x="5281112" y="10217333"/>
            <a:ext cx="4688026" cy="4495288"/>
            <a:chOff x="6096000" y="1747159"/>
            <a:chExt cx="5874569" cy="4495288"/>
          </a:xfrm>
        </p:grpSpPr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id="{C9B2880F-507A-78F9-6C7A-0C402702B15B}"/>
                </a:ext>
              </a:extLst>
            </p:cNvPr>
            <p:cNvSpPr txBox="1"/>
            <p:nvPr/>
          </p:nvSpPr>
          <p:spPr>
            <a:xfrm>
              <a:off x="6096000" y="1747159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Model Architecture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8EAD0501-879D-7518-EC94-30242FA6EB9E}"/>
                </a:ext>
              </a:extLst>
            </p:cNvPr>
            <p:cNvSpPr txBox="1"/>
            <p:nvPr/>
          </p:nvSpPr>
          <p:spPr>
            <a:xfrm>
              <a:off x="6366648" y="2764572"/>
              <a:ext cx="5235615" cy="3477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Pretrained sentence embedder: Sentence Transformers’ </a:t>
              </a:r>
            </a:p>
            <a:p>
              <a:r>
                <a:rPr lang="en-US" sz="2000" i="1" dirty="0">
                  <a:solidFill>
                    <a:schemeClr val="bg2">
                      <a:lumMod val="7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all-mpnet-base-v2.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Unfroze the last 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four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layers to implicitly learn axis projection.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Applied a regression output node, to calculate a 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[0, 100]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guess.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23742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3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C1344-D82A-A1A1-4EDC-25B42AEB0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5">
            <a:extLst>
              <a:ext uri="{FF2B5EF4-FFF2-40B4-BE49-F238E27FC236}">
                <a16:creationId xmlns:a16="http://schemas.microsoft.com/office/drawing/2014/main" id="{F3348D39-306D-A1A6-F1C4-D9B17194D0D1}"/>
              </a:ext>
            </a:extLst>
          </p:cNvPr>
          <p:cNvGrpSpPr/>
          <p:nvPr/>
        </p:nvGrpSpPr>
        <p:grpSpPr>
          <a:xfrm rot="10344847">
            <a:off x="-1948160" y="-78388"/>
            <a:ext cx="6958167" cy="6980484"/>
            <a:chOff x="-1948160" y="-78388"/>
            <a:chExt cx="6958167" cy="698048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4B87DFA-22E0-E777-94B7-42D5F3FC9B8A}"/>
                </a:ext>
              </a:extLst>
            </p:cNvPr>
            <p:cNvSpPr/>
            <p:nvPr/>
          </p:nvSpPr>
          <p:spPr>
            <a:xfrm>
              <a:off x="-1948160" y="-78388"/>
              <a:ext cx="6958167" cy="6980484"/>
            </a:xfrm>
            <a:custGeom>
              <a:avLst/>
              <a:gdLst>
                <a:gd name="csX0" fmla="*/ 6119712 w 6958167"/>
                <a:gd name="csY0" fmla="*/ 5773616 h 6980484"/>
                <a:gd name="csX1" fmla="*/ 5722275 w 6958167"/>
                <a:gd name="csY1" fmla="*/ 5883418 h 6980484"/>
                <a:gd name="csX2" fmla="*/ 5587678 w 6958167"/>
                <a:gd name="csY2" fmla="*/ 6273161 h 6980484"/>
                <a:gd name="csX3" fmla="*/ 5176072 w 6958167"/>
                <a:gd name="csY3" fmla="*/ 6297955 h 6980484"/>
                <a:gd name="csX4" fmla="*/ 4962941 w 6958167"/>
                <a:gd name="csY4" fmla="*/ 6650934 h 6980484"/>
                <a:gd name="csX5" fmla="*/ 4555244 w 6958167"/>
                <a:gd name="csY5" fmla="*/ 6589010 h 6980484"/>
                <a:gd name="csX6" fmla="*/ 4273227 w 6958167"/>
                <a:gd name="csY6" fmla="*/ 6889837 h 6980484"/>
                <a:gd name="csX7" fmla="*/ 3887270 w 6958167"/>
                <a:gd name="csY7" fmla="*/ 6744615 h 6980484"/>
                <a:gd name="csX8" fmla="*/ 3549069 w 6958167"/>
                <a:gd name="csY8" fmla="*/ 6980464 h 6980484"/>
                <a:gd name="csX9" fmla="*/ 3201586 w 6958167"/>
                <a:gd name="csY9" fmla="*/ 6758538 h 6980484"/>
                <a:gd name="csX10" fmla="*/ 2821859 w 6958167"/>
                <a:gd name="csY10" fmla="*/ 6919272 h 6980484"/>
                <a:gd name="csX11" fmla="*/ 2527994 w 6958167"/>
                <a:gd name="csY11" fmla="*/ 6630049 h 6980484"/>
                <a:gd name="csX12" fmla="*/ 2123106 w 6958167"/>
                <a:gd name="csY12" fmla="*/ 6707973 h 6980484"/>
                <a:gd name="csX13" fmla="*/ 1896295 w 6958167"/>
                <a:gd name="csY13" fmla="*/ 6363666 h 6980484"/>
                <a:gd name="csX14" fmla="*/ 1484079 w 6958167"/>
                <a:gd name="csY14" fmla="*/ 6355238 h 6980484"/>
                <a:gd name="csX15" fmla="*/ 1333849 w 6958167"/>
                <a:gd name="csY15" fmla="*/ 5971236 h 6980484"/>
                <a:gd name="csX16" fmla="*/ 932136 w 6958167"/>
                <a:gd name="csY16" fmla="*/ 5878044 h 6980484"/>
                <a:gd name="csX17" fmla="*/ 864227 w 6958167"/>
                <a:gd name="csY17" fmla="*/ 5471324 h 6980484"/>
                <a:gd name="csX18" fmla="*/ 490729 w 6958167"/>
                <a:gd name="csY18" fmla="*/ 5296544 h 6980484"/>
                <a:gd name="csX19" fmla="*/ 509416 w 6958167"/>
                <a:gd name="csY19" fmla="*/ 4884572 h 6980484"/>
                <a:gd name="csX20" fmla="*/ 180742 w 6958167"/>
                <a:gd name="csY20" fmla="*/ 4635532 h 6980484"/>
                <a:gd name="csX21" fmla="*/ 284926 w 6958167"/>
                <a:gd name="csY21" fmla="*/ 4236629 h 6980484"/>
                <a:gd name="csX22" fmla="*/ 15245 w 6958167"/>
                <a:gd name="csY22" fmla="*/ 3924810 h 6980484"/>
                <a:gd name="csX23" fmla="*/ 199795 w 6958167"/>
                <a:gd name="csY23" fmla="*/ 3556074 h 6980484"/>
                <a:gd name="csX24" fmla="*/ 344 w 6958167"/>
                <a:gd name="csY24" fmla="*/ 3195156 h 6980484"/>
                <a:gd name="csX25" fmla="*/ 257200 w 6958167"/>
                <a:gd name="csY25" fmla="*/ 2872589 h 6980484"/>
                <a:gd name="csX26" fmla="*/ 137139 w 6958167"/>
                <a:gd name="csY26" fmla="*/ 2478083 h 6980484"/>
                <a:gd name="csX27" fmla="*/ 455675 w 6958167"/>
                <a:gd name="csY27" fmla="*/ 2216218 h 6980484"/>
                <a:gd name="csX28" fmla="*/ 420744 w 6958167"/>
                <a:gd name="csY28" fmla="*/ 1805345 h 6980484"/>
                <a:gd name="csX29" fmla="*/ 787036 w 6958167"/>
                <a:gd name="csY29" fmla="*/ 1615909 h 6980484"/>
                <a:gd name="csX30" fmla="*/ 838334 w 6958167"/>
                <a:gd name="csY30" fmla="*/ 1206746 h 6980484"/>
                <a:gd name="csX31" fmla="*/ 1235772 w 6958167"/>
                <a:gd name="csY31" fmla="*/ 1096944 h 6980484"/>
                <a:gd name="csX32" fmla="*/ 1370368 w 6958167"/>
                <a:gd name="csY32" fmla="*/ 707201 h 6980484"/>
                <a:gd name="csX33" fmla="*/ 1781974 w 6958167"/>
                <a:gd name="csY33" fmla="*/ 682407 h 6980484"/>
                <a:gd name="csX34" fmla="*/ 1995105 w 6958167"/>
                <a:gd name="csY34" fmla="*/ 329427 h 6980484"/>
                <a:gd name="csX35" fmla="*/ 2402802 w 6958167"/>
                <a:gd name="csY35" fmla="*/ 391352 h 6980484"/>
                <a:gd name="csX36" fmla="*/ 2684819 w 6958167"/>
                <a:gd name="csY36" fmla="*/ 90525 h 6980484"/>
                <a:gd name="csX37" fmla="*/ 3070776 w 6958167"/>
                <a:gd name="csY37" fmla="*/ 235747 h 6980484"/>
                <a:gd name="csX38" fmla="*/ 3409099 w 6958167"/>
                <a:gd name="csY38" fmla="*/ 21 h 6980484"/>
                <a:gd name="csX39" fmla="*/ 3756582 w 6958167"/>
                <a:gd name="csY39" fmla="*/ 221946 h 6980484"/>
                <a:gd name="csX40" fmla="*/ 4136310 w 6958167"/>
                <a:gd name="csY40" fmla="*/ 61212 h 6980484"/>
                <a:gd name="csX41" fmla="*/ 4430174 w 6958167"/>
                <a:gd name="csY41" fmla="*/ 350435 h 6980484"/>
                <a:gd name="csX42" fmla="*/ 4835062 w 6958167"/>
                <a:gd name="csY42" fmla="*/ 272511 h 6980484"/>
                <a:gd name="csX43" fmla="*/ 5061873 w 6958167"/>
                <a:gd name="csY43" fmla="*/ 616819 h 6980484"/>
                <a:gd name="csX44" fmla="*/ 5474090 w 6958167"/>
                <a:gd name="csY44" fmla="*/ 625246 h 6980484"/>
                <a:gd name="csX45" fmla="*/ 5624320 w 6958167"/>
                <a:gd name="csY45" fmla="*/ 1009249 h 6980484"/>
                <a:gd name="csX46" fmla="*/ 6026032 w 6958167"/>
                <a:gd name="csY46" fmla="*/ 1102440 h 6980484"/>
                <a:gd name="csX47" fmla="*/ 6093941 w 6958167"/>
                <a:gd name="csY47" fmla="*/ 1509160 h 6980484"/>
                <a:gd name="csX48" fmla="*/ 6467440 w 6958167"/>
                <a:gd name="csY48" fmla="*/ 1683940 h 6980484"/>
                <a:gd name="csX49" fmla="*/ 6448752 w 6958167"/>
                <a:gd name="csY49" fmla="*/ 2095912 h 6980484"/>
                <a:gd name="csX50" fmla="*/ 6777427 w 6958167"/>
                <a:gd name="csY50" fmla="*/ 2344952 h 6980484"/>
                <a:gd name="csX51" fmla="*/ 6673242 w 6958167"/>
                <a:gd name="csY51" fmla="*/ 2743855 h 6980484"/>
                <a:gd name="csX52" fmla="*/ 6942924 w 6958167"/>
                <a:gd name="csY52" fmla="*/ 3055674 h 6980484"/>
                <a:gd name="csX53" fmla="*/ 6758373 w 6958167"/>
                <a:gd name="csY53" fmla="*/ 3424410 h 6980484"/>
                <a:gd name="csX54" fmla="*/ 6957824 w 6958167"/>
                <a:gd name="csY54" fmla="*/ 3785328 h 6980484"/>
                <a:gd name="csX55" fmla="*/ 6700968 w 6958167"/>
                <a:gd name="csY55" fmla="*/ 4107895 h 6980484"/>
                <a:gd name="csX56" fmla="*/ 6821030 w 6958167"/>
                <a:gd name="csY56" fmla="*/ 4502402 h 6980484"/>
                <a:gd name="csX57" fmla="*/ 6502493 w 6958167"/>
                <a:gd name="csY57" fmla="*/ 4764266 h 6980484"/>
                <a:gd name="csX58" fmla="*/ 6537425 w 6958167"/>
                <a:gd name="csY58" fmla="*/ 5175139 h 6980484"/>
                <a:gd name="csX59" fmla="*/ 6171132 w 6958167"/>
                <a:gd name="csY59" fmla="*/ 5364575 h 6980484"/>
                <a:gd name="csX60" fmla="*/ 6119834 w 6958167"/>
                <a:gd name="csY60" fmla="*/ 5773738 h 6980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</a:cxnLst>
              <a:rect l="l" t="t" r="r" b="b"/>
              <a:pathLst>
                <a:path w="6958167" h="6980484">
                  <a:moveTo>
                    <a:pt x="6119712" y="5773616"/>
                  </a:moveTo>
                  <a:cubicBezTo>
                    <a:pt x="6041544" y="5863998"/>
                    <a:pt x="5807527" y="5803418"/>
                    <a:pt x="5722275" y="5883418"/>
                  </a:cubicBezTo>
                  <a:cubicBezTo>
                    <a:pt x="5635312" y="5965129"/>
                    <a:pt x="5681114" y="6202321"/>
                    <a:pt x="5587678" y="6273161"/>
                  </a:cubicBezTo>
                  <a:cubicBezTo>
                    <a:pt x="5494242" y="6344001"/>
                    <a:pt x="5276592" y="6237130"/>
                    <a:pt x="5176072" y="6297955"/>
                  </a:cubicBezTo>
                  <a:cubicBezTo>
                    <a:pt x="5074453" y="6359390"/>
                    <a:pt x="5069446" y="6600980"/>
                    <a:pt x="4962941" y="6650934"/>
                  </a:cubicBezTo>
                  <a:cubicBezTo>
                    <a:pt x="4855582" y="6701255"/>
                    <a:pt x="4666634" y="6550537"/>
                    <a:pt x="4555244" y="6589010"/>
                  </a:cubicBezTo>
                  <a:cubicBezTo>
                    <a:pt x="4443243" y="6627728"/>
                    <a:pt x="4388037" y="6863088"/>
                    <a:pt x="4273227" y="6889837"/>
                  </a:cubicBezTo>
                  <a:cubicBezTo>
                    <a:pt x="4157928" y="6916707"/>
                    <a:pt x="4004523" y="6729958"/>
                    <a:pt x="3887270" y="6744615"/>
                  </a:cubicBezTo>
                  <a:cubicBezTo>
                    <a:pt x="3770017" y="6759271"/>
                    <a:pt x="3667177" y="6978021"/>
                    <a:pt x="3549069" y="6980464"/>
                  </a:cubicBezTo>
                  <a:cubicBezTo>
                    <a:pt x="3430962" y="6982906"/>
                    <a:pt x="3319449" y="6768431"/>
                    <a:pt x="3201586" y="6758538"/>
                  </a:cubicBezTo>
                  <a:cubicBezTo>
                    <a:pt x="3083723" y="6748645"/>
                    <a:pt x="2938256" y="6941502"/>
                    <a:pt x="2821859" y="6919272"/>
                  </a:cubicBezTo>
                  <a:cubicBezTo>
                    <a:pt x="2705461" y="6897043"/>
                    <a:pt x="2641582" y="6664370"/>
                    <a:pt x="2527994" y="6630049"/>
                  </a:cubicBezTo>
                  <a:cubicBezTo>
                    <a:pt x="2415383" y="6595972"/>
                    <a:pt x="2232542" y="6754141"/>
                    <a:pt x="2123106" y="6707973"/>
                  </a:cubicBezTo>
                  <a:cubicBezTo>
                    <a:pt x="2014891" y="6662293"/>
                    <a:pt x="2000479" y="6421192"/>
                    <a:pt x="1896295" y="6363666"/>
                  </a:cubicBezTo>
                  <a:cubicBezTo>
                    <a:pt x="1793699" y="6306993"/>
                    <a:pt x="1581911" y="6423513"/>
                    <a:pt x="1484079" y="6355238"/>
                  </a:cubicBezTo>
                  <a:cubicBezTo>
                    <a:pt x="1386246" y="6286963"/>
                    <a:pt x="1424231" y="6049404"/>
                    <a:pt x="1333849" y="5971236"/>
                  </a:cubicBezTo>
                  <a:cubicBezTo>
                    <a:pt x="1243466" y="5893067"/>
                    <a:pt x="1012259" y="5963174"/>
                    <a:pt x="932136" y="5878044"/>
                  </a:cubicBezTo>
                  <a:cubicBezTo>
                    <a:pt x="850426" y="5791082"/>
                    <a:pt x="935068" y="5564637"/>
                    <a:pt x="864227" y="5471324"/>
                  </a:cubicBezTo>
                  <a:cubicBezTo>
                    <a:pt x="792288" y="5376545"/>
                    <a:pt x="551554" y="5397064"/>
                    <a:pt x="490729" y="5296544"/>
                  </a:cubicBezTo>
                  <a:cubicBezTo>
                    <a:pt x="429904" y="5196024"/>
                    <a:pt x="559370" y="4991198"/>
                    <a:pt x="509416" y="4884572"/>
                  </a:cubicBezTo>
                  <a:cubicBezTo>
                    <a:pt x="459095" y="4777212"/>
                    <a:pt x="219338" y="4746922"/>
                    <a:pt x="180742" y="4635532"/>
                  </a:cubicBezTo>
                  <a:cubicBezTo>
                    <a:pt x="142146" y="4524142"/>
                    <a:pt x="311674" y="4351439"/>
                    <a:pt x="284926" y="4236629"/>
                  </a:cubicBezTo>
                  <a:cubicBezTo>
                    <a:pt x="258178" y="4121819"/>
                    <a:pt x="29901" y="4041940"/>
                    <a:pt x="15245" y="3924810"/>
                  </a:cubicBezTo>
                  <a:cubicBezTo>
                    <a:pt x="588" y="3807679"/>
                    <a:pt x="202238" y="3674304"/>
                    <a:pt x="199795" y="3556074"/>
                  </a:cubicBezTo>
                  <a:cubicBezTo>
                    <a:pt x="197353" y="3437845"/>
                    <a:pt x="-9549" y="3313020"/>
                    <a:pt x="344" y="3195156"/>
                  </a:cubicBezTo>
                  <a:cubicBezTo>
                    <a:pt x="10237" y="3077293"/>
                    <a:pt x="235093" y="2988987"/>
                    <a:pt x="257200" y="2872589"/>
                  </a:cubicBezTo>
                  <a:cubicBezTo>
                    <a:pt x="279307" y="2756192"/>
                    <a:pt x="102818" y="2591671"/>
                    <a:pt x="137139" y="2478083"/>
                  </a:cubicBezTo>
                  <a:cubicBezTo>
                    <a:pt x="171459" y="2364494"/>
                    <a:pt x="409507" y="2325776"/>
                    <a:pt x="455675" y="2216218"/>
                  </a:cubicBezTo>
                  <a:cubicBezTo>
                    <a:pt x="501843" y="2106660"/>
                    <a:pt x="363216" y="1909529"/>
                    <a:pt x="420744" y="1805345"/>
                  </a:cubicBezTo>
                  <a:cubicBezTo>
                    <a:pt x="478271" y="1701162"/>
                    <a:pt x="718761" y="1713742"/>
                    <a:pt x="787036" y="1615909"/>
                  </a:cubicBezTo>
                  <a:cubicBezTo>
                    <a:pt x="855311" y="1518076"/>
                    <a:pt x="760166" y="1297251"/>
                    <a:pt x="838334" y="1206746"/>
                  </a:cubicBezTo>
                  <a:cubicBezTo>
                    <a:pt x="916502" y="1116242"/>
                    <a:pt x="1150519" y="1176944"/>
                    <a:pt x="1235772" y="1096944"/>
                  </a:cubicBezTo>
                  <a:cubicBezTo>
                    <a:pt x="1322734" y="1015234"/>
                    <a:pt x="1276932" y="778041"/>
                    <a:pt x="1370368" y="707201"/>
                  </a:cubicBezTo>
                  <a:cubicBezTo>
                    <a:pt x="1463804" y="636361"/>
                    <a:pt x="1681454" y="743232"/>
                    <a:pt x="1781974" y="682407"/>
                  </a:cubicBezTo>
                  <a:cubicBezTo>
                    <a:pt x="1882493" y="621582"/>
                    <a:pt x="1888600" y="379382"/>
                    <a:pt x="1995105" y="329427"/>
                  </a:cubicBezTo>
                  <a:cubicBezTo>
                    <a:pt x="2101610" y="279473"/>
                    <a:pt x="2291412" y="429825"/>
                    <a:pt x="2402802" y="391352"/>
                  </a:cubicBezTo>
                  <a:cubicBezTo>
                    <a:pt x="2514192" y="352878"/>
                    <a:pt x="2570010" y="117273"/>
                    <a:pt x="2684819" y="90525"/>
                  </a:cubicBezTo>
                  <a:cubicBezTo>
                    <a:pt x="2800118" y="63655"/>
                    <a:pt x="2953523" y="250404"/>
                    <a:pt x="3070776" y="235747"/>
                  </a:cubicBezTo>
                  <a:cubicBezTo>
                    <a:pt x="3188029" y="221091"/>
                    <a:pt x="3290991" y="2463"/>
                    <a:pt x="3409099" y="21"/>
                  </a:cubicBezTo>
                  <a:cubicBezTo>
                    <a:pt x="3527207" y="-2422"/>
                    <a:pt x="3638719" y="212053"/>
                    <a:pt x="3756582" y="221946"/>
                  </a:cubicBezTo>
                  <a:cubicBezTo>
                    <a:pt x="3874445" y="231839"/>
                    <a:pt x="4019912" y="38983"/>
                    <a:pt x="4136310" y="61212"/>
                  </a:cubicBezTo>
                  <a:cubicBezTo>
                    <a:pt x="4252708" y="83441"/>
                    <a:pt x="4316586" y="316114"/>
                    <a:pt x="4430174" y="350435"/>
                  </a:cubicBezTo>
                  <a:cubicBezTo>
                    <a:pt x="4543763" y="384756"/>
                    <a:pt x="4725627" y="226343"/>
                    <a:pt x="4835062" y="272511"/>
                  </a:cubicBezTo>
                  <a:cubicBezTo>
                    <a:pt x="4944499" y="318679"/>
                    <a:pt x="4957689" y="559292"/>
                    <a:pt x="5061873" y="616819"/>
                  </a:cubicBezTo>
                  <a:cubicBezTo>
                    <a:pt x="5166057" y="674346"/>
                    <a:pt x="5376257" y="556971"/>
                    <a:pt x="5474090" y="625246"/>
                  </a:cubicBezTo>
                  <a:cubicBezTo>
                    <a:pt x="5571922" y="693521"/>
                    <a:pt x="5533937" y="931080"/>
                    <a:pt x="5624320" y="1009249"/>
                  </a:cubicBezTo>
                  <a:cubicBezTo>
                    <a:pt x="5714702" y="1087417"/>
                    <a:pt x="5945910" y="1017310"/>
                    <a:pt x="6026032" y="1102440"/>
                  </a:cubicBezTo>
                  <a:cubicBezTo>
                    <a:pt x="6107743" y="1189403"/>
                    <a:pt x="6023101" y="1415847"/>
                    <a:pt x="6093941" y="1509160"/>
                  </a:cubicBezTo>
                  <a:cubicBezTo>
                    <a:pt x="6165881" y="1603940"/>
                    <a:pt x="6406615" y="1583420"/>
                    <a:pt x="6467440" y="1683940"/>
                  </a:cubicBezTo>
                  <a:cubicBezTo>
                    <a:pt x="6528875" y="1785559"/>
                    <a:pt x="6398798" y="1989286"/>
                    <a:pt x="6448752" y="2095912"/>
                  </a:cubicBezTo>
                  <a:cubicBezTo>
                    <a:pt x="6498707" y="2202539"/>
                    <a:pt x="6738831" y="2233562"/>
                    <a:pt x="6777427" y="2344952"/>
                  </a:cubicBezTo>
                  <a:cubicBezTo>
                    <a:pt x="6816022" y="2456342"/>
                    <a:pt x="6646494" y="2629046"/>
                    <a:pt x="6673242" y="2743855"/>
                  </a:cubicBezTo>
                  <a:cubicBezTo>
                    <a:pt x="6700113" y="2859154"/>
                    <a:pt x="6928267" y="2938544"/>
                    <a:pt x="6942924" y="3055674"/>
                  </a:cubicBezTo>
                  <a:cubicBezTo>
                    <a:pt x="6957580" y="3172927"/>
                    <a:pt x="6755930" y="3306180"/>
                    <a:pt x="6758373" y="3424410"/>
                  </a:cubicBezTo>
                  <a:cubicBezTo>
                    <a:pt x="6760816" y="3542639"/>
                    <a:pt x="6967717" y="3667464"/>
                    <a:pt x="6957824" y="3785328"/>
                  </a:cubicBezTo>
                  <a:cubicBezTo>
                    <a:pt x="6947931" y="3903191"/>
                    <a:pt x="6723075" y="3991497"/>
                    <a:pt x="6700968" y="4107895"/>
                  </a:cubicBezTo>
                  <a:cubicBezTo>
                    <a:pt x="6678861" y="4224293"/>
                    <a:pt x="6855351" y="4388813"/>
                    <a:pt x="6821030" y="4502402"/>
                  </a:cubicBezTo>
                  <a:cubicBezTo>
                    <a:pt x="6786709" y="4615990"/>
                    <a:pt x="6548661" y="4654708"/>
                    <a:pt x="6502493" y="4764266"/>
                  </a:cubicBezTo>
                  <a:cubicBezTo>
                    <a:pt x="6456325" y="4873824"/>
                    <a:pt x="6594952" y="5070955"/>
                    <a:pt x="6537425" y="5175139"/>
                  </a:cubicBezTo>
                  <a:cubicBezTo>
                    <a:pt x="6479898" y="5279322"/>
                    <a:pt x="6239408" y="5266742"/>
                    <a:pt x="6171132" y="5364575"/>
                  </a:cubicBezTo>
                  <a:cubicBezTo>
                    <a:pt x="6104201" y="5460454"/>
                    <a:pt x="6198003" y="5683234"/>
                    <a:pt x="6119834" y="5773738"/>
                  </a:cubicBezTo>
                  <a:close/>
                </a:path>
              </a:pathLst>
            </a:custGeom>
            <a:solidFill>
              <a:srgbClr val="E0E4D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23B3BD7-E76E-4077-6471-2DFF4510CD97}"/>
                </a:ext>
              </a:extLst>
            </p:cNvPr>
            <p:cNvSpPr/>
            <p:nvPr/>
          </p:nvSpPr>
          <p:spPr>
            <a:xfrm>
              <a:off x="1439564" y="655019"/>
              <a:ext cx="180520" cy="2757810"/>
            </a:xfrm>
            <a:custGeom>
              <a:avLst/>
              <a:gdLst>
                <a:gd name="csX0" fmla="*/ 180398 w 180520"/>
                <a:gd name="csY0" fmla="*/ 296 h 2757810"/>
                <a:gd name="csX1" fmla="*/ 0 w 180520"/>
                <a:gd name="csY1" fmla="*/ 3472 h 2757810"/>
                <a:gd name="csX2" fmla="*/ 141436 w 180520"/>
                <a:gd name="csY2" fmla="*/ 2757810 h 2757810"/>
                <a:gd name="csX3" fmla="*/ 180521 w 180520"/>
                <a:gd name="csY3" fmla="*/ 296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80398" y="296"/>
                  </a:moveTo>
                  <a:cubicBezTo>
                    <a:pt x="120184" y="-559"/>
                    <a:pt x="60092" y="418"/>
                    <a:pt x="0" y="3472"/>
                  </a:cubicBezTo>
                  <a:lnTo>
                    <a:pt x="141436" y="2757810"/>
                  </a:lnTo>
                  <a:lnTo>
                    <a:pt x="180521" y="29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76A3736-642C-3B60-3F55-89EDDA9DEC17}"/>
                </a:ext>
              </a:extLst>
            </p:cNvPr>
            <p:cNvSpPr/>
            <p:nvPr/>
          </p:nvSpPr>
          <p:spPr>
            <a:xfrm>
              <a:off x="1581000" y="683774"/>
              <a:ext cx="576370" cy="2729055"/>
            </a:xfrm>
            <a:custGeom>
              <a:avLst/>
              <a:gdLst>
                <a:gd name="csX0" fmla="*/ 576370 w 576370"/>
                <a:gd name="csY0" fmla="*/ 31756 h 2729055"/>
                <a:gd name="csX1" fmla="*/ 398659 w 576370"/>
                <a:gd name="csY1" fmla="*/ 0 h 2729055"/>
                <a:gd name="csX2" fmla="*/ 0 w 576370"/>
                <a:gd name="csY2" fmla="*/ 2729056 h 2729055"/>
                <a:gd name="csX3" fmla="*/ 576370 w 576370"/>
                <a:gd name="csY3" fmla="*/ 31756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576370" y="31756"/>
                  </a:moveTo>
                  <a:cubicBezTo>
                    <a:pt x="517377" y="19176"/>
                    <a:pt x="458141" y="8672"/>
                    <a:pt x="398659" y="0"/>
                  </a:cubicBezTo>
                  <a:lnTo>
                    <a:pt x="0" y="2729056"/>
                  </a:lnTo>
                  <a:lnTo>
                    <a:pt x="576370" y="317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CD0858F-C039-ECA6-ADE1-D8D6F16B4455}"/>
                </a:ext>
              </a:extLst>
            </p:cNvPr>
            <p:cNvSpPr/>
            <p:nvPr/>
          </p:nvSpPr>
          <p:spPr>
            <a:xfrm>
              <a:off x="1259777" y="658491"/>
              <a:ext cx="321223" cy="2754338"/>
            </a:xfrm>
            <a:custGeom>
              <a:avLst/>
              <a:gdLst>
                <a:gd name="csX0" fmla="*/ 179787 w 321223"/>
                <a:gd name="csY0" fmla="*/ 0 h 2754338"/>
                <a:gd name="csX1" fmla="*/ 0 w 321223"/>
                <a:gd name="csY1" fmla="*/ 15267 h 2754338"/>
                <a:gd name="csX2" fmla="*/ 321223 w 321223"/>
                <a:gd name="csY2" fmla="*/ 2754339 h 2754338"/>
                <a:gd name="csX3" fmla="*/ 179787 w 321223"/>
                <a:gd name="csY3" fmla="*/ 0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79787" y="0"/>
                  </a:moveTo>
                  <a:cubicBezTo>
                    <a:pt x="119695" y="3053"/>
                    <a:pt x="59725" y="8305"/>
                    <a:pt x="0" y="15267"/>
                  </a:cubicBezTo>
                  <a:lnTo>
                    <a:pt x="321223" y="2754339"/>
                  </a:lnTo>
                  <a:lnTo>
                    <a:pt x="17978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C474D3C-AA6D-6688-68B5-5B7E7616C710}"/>
                </a:ext>
              </a:extLst>
            </p:cNvPr>
            <p:cNvSpPr/>
            <p:nvPr/>
          </p:nvSpPr>
          <p:spPr>
            <a:xfrm>
              <a:off x="1581000" y="663743"/>
              <a:ext cx="398658" cy="2749086"/>
            </a:xfrm>
            <a:custGeom>
              <a:avLst/>
              <a:gdLst>
                <a:gd name="csX0" fmla="*/ 398659 w 398658"/>
                <a:gd name="csY0" fmla="*/ 20031 h 2749086"/>
                <a:gd name="csX1" fmla="*/ 219360 w 398658"/>
                <a:gd name="csY1" fmla="*/ 0 h 2749086"/>
                <a:gd name="csX2" fmla="*/ 0 w 398658"/>
                <a:gd name="csY2" fmla="*/ 2749087 h 2749086"/>
                <a:gd name="csX3" fmla="*/ 398659 w 398658"/>
                <a:gd name="csY3" fmla="*/ 20031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8" h="2749086">
                  <a:moveTo>
                    <a:pt x="398659" y="20031"/>
                  </a:moveTo>
                  <a:cubicBezTo>
                    <a:pt x="339056" y="11359"/>
                    <a:pt x="279208" y="4763"/>
                    <a:pt x="219360" y="0"/>
                  </a:cubicBezTo>
                  <a:lnTo>
                    <a:pt x="0" y="2749087"/>
                  </a:lnTo>
                  <a:lnTo>
                    <a:pt x="398659" y="2003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1080F6D-C40E-1DE6-0694-7E61939DF57A}"/>
                </a:ext>
              </a:extLst>
            </p:cNvPr>
            <p:cNvSpPr/>
            <p:nvPr/>
          </p:nvSpPr>
          <p:spPr>
            <a:xfrm>
              <a:off x="1581000" y="715530"/>
              <a:ext cx="751516" cy="2697299"/>
            </a:xfrm>
            <a:custGeom>
              <a:avLst/>
              <a:gdLst>
                <a:gd name="csX0" fmla="*/ 751516 w 751516"/>
                <a:gd name="csY0" fmla="*/ 43481 h 2697299"/>
                <a:gd name="csX1" fmla="*/ 576370 w 751516"/>
                <a:gd name="csY1" fmla="*/ 0 h 2697299"/>
                <a:gd name="csX2" fmla="*/ 0 w 751516"/>
                <a:gd name="csY2" fmla="*/ 2697300 h 2697299"/>
                <a:gd name="csX3" fmla="*/ 751516 w 751516"/>
                <a:gd name="csY3" fmla="*/ 43481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751516" y="43481"/>
                  </a:moveTo>
                  <a:cubicBezTo>
                    <a:pt x="693501" y="27115"/>
                    <a:pt x="635119" y="12458"/>
                    <a:pt x="576370" y="0"/>
                  </a:cubicBezTo>
                  <a:lnTo>
                    <a:pt x="0" y="2697300"/>
                  </a:lnTo>
                  <a:lnTo>
                    <a:pt x="751516" y="43481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16BAA24-6B5D-1A23-3236-5352DF97811A}"/>
                </a:ext>
              </a:extLst>
            </p:cNvPr>
            <p:cNvSpPr/>
            <p:nvPr/>
          </p:nvSpPr>
          <p:spPr>
            <a:xfrm>
              <a:off x="1581000" y="1044326"/>
              <a:ext cx="1564345" cy="2368503"/>
            </a:xfrm>
            <a:custGeom>
              <a:avLst/>
              <a:gdLst>
                <a:gd name="csX0" fmla="*/ 1564346 w 1564345"/>
                <a:gd name="csY0" fmla="*/ 97588 h 2368503"/>
                <a:gd name="csX1" fmla="*/ 1412528 w 1564345"/>
                <a:gd name="csY1" fmla="*/ 0 h 2368503"/>
                <a:gd name="csX2" fmla="*/ 0 w 1564345"/>
                <a:gd name="csY2" fmla="*/ 2368504 h 2368503"/>
                <a:gd name="csX3" fmla="*/ 1564346 w 1564345"/>
                <a:gd name="csY3" fmla="*/ 97588 h 2368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5" h="2368503">
                  <a:moveTo>
                    <a:pt x="1564346" y="97588"/>
                  </a:moveTo>
                  <a:cubicBezTo>
                    <a:pt x="1514514" y="63145"/>
                    <a:pt x="1463948" y="30657"/>
                    <a:pt x="1412528" y="0"/>
                  </a:cubicBezTo>
                  <a:lnTo>
                    <a:pt x="0" y="2368504"/>
                  </a:lnTo>
                  <a:lnTo>
                    <a:pt x="1564346" y="97588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A8F6D80-F03D-4289-BED5-5B3B23AC6702}"/>
                </a:ext>
              </a:extLst>
            </p:cNvPr>
            <p:cNvSpPr/>
            <p:nvPr/>
          </p:nvSpPr>
          <p:spPr>
            <a:xfrm>
              <a:off x="1581000" y="956875"/>
              <a:ext cx="1412528" cy="2455954"/>
            </a:xfrm>
            <a:custGeom>
              <a:avLst/>
              <a:gdLst>
                <a:gd name="csX0" fmla="*/ 1412528 w 1412528"/>
                <a:gd name="csY0" fmla="*/ 87451 h 2455954"/>
                <a:gd name="csX1" fmla="*/ 1254726 w 1412528"/>
                <a:gd name="csY1" fmla="*/ 0 h 2455954"/>
                <a:gd name="csX2" fmla="*/ 0 w 1412528"/>
                <a:gd name="csY2" fmla="*/ 2455955 h 2455954"/>
                <a:gd name="csX3" fmla="*/ 1412528 w 1412528"/>
                <a:gd name="csY3" fmla="*/ 87451 h 245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4">
                  <a:moveTo>
                    <a:pt x="1412528" y="87451"/>
                  </a:moveTo>
                  <a:cubicBezTo>
                    <a:pt x="1360620" y="56428"/>
                    <a:pt x="1307978" y="27237"/>
                    <a:pt x="1254726" y="0"/>
                  </a:cubicBezTo>
                  <a:lnTo>
                    <a:pt x="0" y="2455955"/>
                  </a:lnTo>
                  <a:lnTo>
                    <a:pt x="1412528" y="8745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9DD06D4-B977-29F8-42A2-03D2C532D7B7}"/>
                </a:ext>
              </a:extLst>
            </p:cNvPr>
            <p:cNvSpPr/>
            <p:nvPr/>
          </p:nvSpPr>
          <p:spPr>
            <a:xfrm>
              <a:off x="1581000" y="879684"/>
              <a:ext cx="1254725" cy="2533146"/>
            </a:xfrm>
            <a:custGeom>
              <a:avLst/>
              <a:gdLst>
                <a:gd name="csX0" fmla="*/ 1254726 w 1254725"/>
                <a:gd name="csY0" fmla="*/ 77069 h 2533146"/>
                <a:gd name="csX1" fmla="*/ 1091549 w 1254725"/>
                <a:gd name="csY1" fmla="*/ 0 h 2533146"/>
                <a:gd name="csX2" fmla="*/ 0 w 1254725"/>
                <a:gd name="csY2" fmla="*/ 2533146 h 2533146"/>
                <a:gd name="csX3" fmla="*/ 1254726 w 1254725"/>
                <a:gd name="csY3" fmla="*/ 77191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1254726" y="77069"/>
                  </a:moveTo>
                  <a:cubicBezTo>
                    <a:pt x="1200985" y="49588"/>
                    <a:pt x="1146511" y="23695"/>
                    <a:pt x="1091549" y="0"/>
                  </a:cubicBezTo>
                  <a:lnTo>
                    <a:pt x="0" y="2533146"/>
                  </a:lnTo>
                  <a:lnTo>
                    <a:pt x="1254726" y="7719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A299B0D-AA3D-6455-D294-A4249AB69FD2}"/>
                </a:ext>
              </a:extLst>
            </p:cNvPr>
            <p:cNvSpPr/>
            <p:nvPr/>
          </p:nvSpPr>
          <p:spPr>
            <a:xfrm>
              <a:off x="1581000" y="813851"/>
              <a:ext cx="1091549" cy="2598978"/>
            </a:xfrm>
            <a:custGeom>
              <a:avLst/>
              <a:gdLst>
                <a:gd name="csX0" fmla="*/ 1091549 w 1091549"/>
                <a:gd name="csY0" fmla="*/ 65832 h 2598978"/>
                <a:gd name="csX1" fmla="*/ 923487 w 1091549"/>
                <a:gd name="csY1" fmla="*/ 0 h 2598978"/>
                <a:gd name="csX2" fmla="*/ 0 w 1091549"/>
                <a:gd name="csY2" fmla="*/ 2598979 h 2598978"/>
                <a:gd name="csX3" fmla="*/ 1091549 w 1091549"/>
                <a:gd name="csY3" fmla="*/ 65832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1091549" y="65832"/>
                  </a:moveTo>
                  <a:cubicBezTo>
                    <a:pt x="1036098" y="41893"/>
                    <a:pt x="980037" y="20031"/>
                    <a:pt x="923487" y="0"/>
                  </a:cubicBezTo>
                  <a:lnTo>
                    <a:pt x="0" y="2598979"/>
                  </a:lnTo>
                  <a:lnTo>
                    <a:pt x="1091549" y="65832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C44368B-9E35-4994-2667-7A008BC753A8}"/>
                </a:ext>
              </a:extLst>
            </p:cNvPr>
            <p:cNvSpPr/>
            <p:nvPr/>
          </p:nvSpPr>
          <p:spPr>
            <a:xfrm>
              <a:off x="1581000" y="759011"/>
              <a:ext cx="923486" cy="2653818"/>
            </a:xfrm>
            <a:custGeom>
              <a:avLst/>
              <a:gdLst>
                <a:gd name="csX0" fmla="*/ 923487 w 923486"/>
                <a:gd name="csY0" fmla="*/ 54840 h 2653818"/>
                <a:gd name="csX1" fmla="*/ 751516 w 923486"/>
                <a:gd name="csY1" fmla="*/ 0 h 2653818"/>
                <a:gd name="csX2" fmla="*/ 0 w 923486"/>
                <a:gd name="csY2" fmla="*/ 2653819 h 2653818"/>
                <a:gd name="csX3" fmla="*/ 923487 w 923486"/>
                <a:gd name="csY3" fmla="*/ 54840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923487" y="54840"/>
                  </a:moveTo>
                  <a:cubicBezTo>
                    <a:pt x="866571" y="34687"/>
                    <a:pt x="809288" y="16367"/>
                    <a:pt x="751516" y="0"/>
                  </a:cubicBezTo>
                  <a:lnTo>
                    <a:pt x="0" y="2653819"/>
                  </a:lnTo>
                  <a:lnTo>
                    <a:pt x="923487" y="54840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C9C840D-5B05-E280-10A5-8A2B07035F99}"/>
                </a:ext>
              </a:extLst>
            </p:cNvPr>
            <p:cNvSpPr/>
            <p:nvPr/>
          </p:nvSpPr>
          <p:spPr>
            <a:xfrm>
              <a:off x="-582555" y="1565490"/>
              <a:ext cx="2163433" cy="1847218"/>
            </a:xfrm>
            <a:custGeom>
              <a:avLst/>
              <a:gdLst>
                <a:gd name="csX0" fmla="*/ 116398 w 2163433"/>
                <a:gd name="csY0" fmla="*/ 122 h 1847218"/>
                <a:gd name="csX1" fmla="*/ 0 w 2163433"/>
                <a:gd name="csY1" fmla="*/ 138016 h 1847218"/>
                <a:gd name="csX2" fmla="*/ 2163434 w 2163433"/>
                <a:gd name="csY2" fmla="*/ 1847218 h 1847218"/>
                <a:gd name="csX3" fmla="*/ 116398 w 2163433"/>
                <a:gd name="csY3" fmla="*/ 0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3" h="1847218">
                  <a:moveTo>
                    <a:pt x="116398" y="122"/>
                  </a:moveTo>
                  <a:cubicBezTo>
                    <a:pt x="75848" y="45069"/>
                    <a:pt x="37130" y="91237"/>
                    <a:pt x="0" y="138016"/>
                  </a:cubicBezTo>
                  <a:lnTo>
                    <a:pt x="2163434" y="1847218"/>
                  </a:lnTo>
                  <a:lnTo>
                    <a:pt x="11639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B55202E-17C3-1604-B098-CC4D0B3930BC}"/>
                </a:ext>
              </a:extLst>
            </p:cNvPr>
            <p:cNvSpPr/>
            <p:nvPr/>
          </p:nvSpPr>
          <p:spPr>
            <a:xfrm>
              <a:off x="-340844" y="1314007"/>
              <a:ext cx="1921844" cy="2098822"/>
            </a:xfrm>
            <a:custGeom>
              <a:avLst/>
              <a:gdLst>
                <a:gd name="csX0" fmla="*/ 133131 w 1921844"/>
                <a:gd name="csY0" fmla="*/ 0 h 2098822"/>
                <a:gd name="csX1" fmla="*/ 0 w 1921844"/>
                <a:gd name="csY1" fmla="*/ 121772 h 2098822"/>
                <a:gd name="csX2" fmla="*/ 1921845 w 1921844"/>
                <a:gd name="csY2" fmla="*/ 2098823 h 2098822"/>
                <a:gd name="csX3" fmla="*/ 133131 w 1921844"/>
                <a:gd name="csY3" fmla="*/ 0 h 2098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2">
                  <a:moveTo>
                    <a:pt x="133131" y="0"/>
                  </a:moveTo>
                  <a:cubicBezTo>
                    <a:pt x="87695" y="38840"/>
                    <a:pt x="43359" y="79512"/>
                    <a:pt x="0" y="121772"/>
                  </a:cubicBezTo>
                  <a:lnTo>
                    <a:pt x="1921845" y="2098823"/>
                  </a:lnTo>
                  <a:lnTo>
                    <a:pt x="1331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DB72824-8C93-A12C-D6CE-3BD030FE66FA}"/>
                </a:ext>
              </a:extLst>
            </p:cNvPr>
            <p:cNvSpPr/>
            <p:nvPr/>
          </p:nvSpPr>
          <p:spPr>
            <a:xfrm>
              <a:off x="-207591" y="1201396"/>
              <a:ext cx="1788591" cy="2211311"/>
            </a:xfrm>
            <a:custGeom>
              <a:avLst/>
              <a:gdLst>
                <a:gd name="csX0" fmla="*/ 140947 w 1788591"/>
                <a:gd name="csY0" fmla="*/ 0 h 2211311"/>
                <a:gd name="csX1" fmla="*/ 0 w 1788591"/>
                <a:gd name="csY1" fmla="*/ 112611 h 2211311"/>
                <a:gd name="csX2" fmla="*/ 1788592 w 1788591"/>
                <a:gd name="csY2" fmla="*/ 2211312 h 2211311"/>
                <a:gd name="csX3" fmla="*/ 140947 w 1788591"/>
                <a:gd name="csY3" fmla="*/ 0 h 2211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311">
                  <a:moveTo>
                    <a:pt x="140947" y="0"/>
                  </a:moveTo>
                  <a:cubicBezTo>
                    <a:pt x="92947" y="35786"/>
                    <a:pt x="45924" y="73283"/>
                    <a:pt x="0" y="112611"/>
                  </a:cubicBezTo>
                  <a:lnTo>
                    <a:pt x="1788592" y="2211312"/>
                  </a:lnTo>
                  <a:lnTo>
                    <a:pt x="14094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6C04C7B-306A-3A87-371C-96F2FF30370E}"/>
                </a:ext>
              </a:extLst>
            </p:cNvPr>
            <p:cNvSpPr/>
            <p:nvPr/>
          </p:nvSpPr>
          <p:spPr>
            <a:xfrm>
              <a:off x="-66643" y="1098189"/>
              <a:ext cx="1647644" cy="2314640"/>
            </a:xfrm>
            <a:custGeom>
              <a:avLst/>
              <a:gdLst>
                <a:gd name="csX0" fmla="*/ 148032 w 1647644"/>
                <a:gd name="csY0" fmla="*/ 0 h 2314640"/>
                <a:gd name="csX1" fmla="*/ 0 w 1647644"/>
                <a:gd name="csY1" fmla="*/ 103207 h 2314640"/>
                <a:gd name="csX2" fmla="*/ 1647645 w 1647644"/>
                <a:gd name="csY2" fmla="*/ 2314641 h 2314640"/>
                <a:gd name="csX3" fmla="*/ 148032 w 1647644"/>
                <a:gd name="csY3" fmla="*/ 0 h 231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0">
                  <a:moveTo>
                    <a:pt x="148032" y="0"/>
                  </a:moveTo>
                  <a:cubicBezTo>
                    <a:pt x="97833" y="32611"/>
                    <a:pt x="48367" y="67054"/>
                    <a:pt x="0" y="103207"/>
                  </a:cubicBezTo>
                  <a:lnTo>
                    <a:pt x="1647645" y="2314641"/>
                  </a:lnTo>
                  <a:lnTo>
                    <a:pt x="1480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1DB932D-470B-58FB-9C63-AE4078F60573}"/>
                </a:ext>
              </a:extLst>
            </p:cNvPr>
            <p:cNvSpPr/>
            <p:nvPr/>
          </p:nvSpPr>
          <p:spPr>
            <a:xfrm>
              <a:off x="-466157" y="1435779"/>
              <a:ext cx="2047036" cy="1977051"/>
            </a:xfrm>
            <a:custGeom>
              <a:avLst/>
              <a:gdLst>
                <a:gd name="csX0" fmla="*/ 125314 w 2047036"/>
                <a:gd name="csY0" fmla="*/ 0 h 1977051"/>
                <a:gd name="csX1" fmla="*/ 0 w 2047036"/>
                <a:gd name="csY1" fmla="*/ 129833 h 1977051"/>
                <a:gd name="csX2" fmla="*/ 2047036 w 2047036"/>
                <a:gd name="csY2" fmla="*/ 1977051 h 1977051"/>
                <a:gd name="csX3" fmla="*/ 125314 w 2047036"/>
                <a:gd name="csY3" fmla="*/ 0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6" h="1977051">
                  <a:moveTo>
                    <a:pt x="125314" y="0"/>
                  </a:moveTo>
                  <a:cubicBezTo>
                    <a:pt x="82565" y="41649"/>
                    <a:pt x="40672" y="84886"/>
                    <a:pt x="0" y="129833"/>
                  </a:cubicBezTo>
                  <a:lnTo>
                    <a:pt x="2047036" y="1977051"/>
                  </a:lnTo>
                  <a:lnTo>
                    <a:pt x="12531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E618A1C5-B450-0FEC-CE1E-DDE13D92BB44}"/>
                </a:ext>
              </a:extLst>
            </p:cNvPr>
            <p:cNvSpPr/>
            <p:nvPr/>
          </p:nvSpPr>
          <p:spPr>
            <a:xfrm>
              <a:off x="1580878" y="1141914"/>
              <a:ext cx="1709324" cy="2270915"/>
            </a:xfrm>
            <a:custGeom>
              <a:avLst/>
              <a:gdLst>
                <a:gd name="csX0" fmla="*/ 1709324 w 1709324"/>
                <a:gd name="csY0" fmla="*/ 107482 h 2270915"/>
                <a:gd name="csX1" fmla="*/ 1564346 w 1709324"/>
                <a:gd name="csY1" fmla="*/ 0 h 2270915"/>
                <a:gd name="csX2" fmla="*/ 0 w 1709324"/>
                <a:gd name="csY2" fmla="*/ 2270916 h 2270915"/>
                <a:gd name="csX3" fmla="*/ 1709202 w 1709324"/>
                <a:gd name="csY3" fmla="*/ 107482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1709324" y="107482"/>
                  </a:moveTo>
                  <a:cubicBezTo>
                    <a:pt x="1661812" y="69863"/>
                    <a:pt x="1613568" y="33954"/>
                    <a:pt x="1564346" y="0"/>
                  </a:cubicBezTo>
                  <a:lnTo>
                    <a:pt x="0" y="2270916"/>
                  </a:lnTo>
                  <a:lnTo>
                    <a:pt x="1709202" y="10748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3C1FA494-DCB2-E5A6-4878-4A5F505AA6D7}"/>
                </a:ext>
              </a:extLst>
            </p:cNvPr>
            <p:cNvSpPr/>
            <p:nvPr/>
          </p:nvSpPr>
          <p:spPr>
            <a:xfrm>
              <a:off x="81387" y="1004753"/>
              <a:ext cx="1499612" cy="2408076"/>
            </a:xfrm>
            <a:custGeom>
              <a:avLst/>
              <a:gdLst>
                <a:gd name="csX0" fmla="*/ 154383 w 1499612"/>
                <a:gd name="csY0" fmla="*/ 0 h 2408076"/>
                <a:gd name="csX1" fmla="*/ 0 w 1499612"/>
                <a:gd name="csY1" fmla="*/ 93436 h 2408076"/>
                <a:gd name="csX2" fmla="*/ 1499613 w 1499612"/>
                <a:gd name="csY2" fmla="*/ 2408077 h 2408076"/>
                <a:gd name="csX3" fmla="*/ 154383 w 1499612"/>
                <a:gd name="csY3" fmla="*/ 122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54383" y="0"/>
                  </a:moveTo>
                  <a:cubicBezTo>
                    <a:pt x="102108" y="29313"/>
                    <a:pt x="50565" y="60458"/>
                    <a:pt x="0" y="93436"/>
                  </a:cubicBezTo>
                  <a:lnTo>
                    <a:pt x="1499613" y="2408077"/>
                  </a:lnTo>
                  <a:lnTo>
                    <a:pt x="154383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32E4789-D30D-0C15-DB0E-34D0F8E63583}"/>
                </a:ext>
              </a:extLst>
            </p:cNvPr>
            <p:cNvSpPr/>
            <p:nvPr/>
          </p:nvSpPr>
          <p:spPr>
            <a:xfrm>
              <a:off x="396137" y="850004"/>
              <a:ext cx="1184740" cy="2562825"/>
            </a:xfrm>
            <a:custGeom>
              <a:avLst/>
              <a:gdLst>
                <a:gd name="csX0" fmla="*/ 165497 w 1184740"/>
                <a:gd name="csY0" fmla="*/ 0 h 2562825"/>
                <a:gd name="csX1" fmla="*/ 0 w 1184740"/>
                <a:gd name="csY1" fmla="*/ 72062 h 2562825"/>
                <a:gd name="csX2" fmla="*/ 1184741 w 1184740"/>
                <a:gd name="csY2" fmla="*/ 2562826 h 2562825"/>
                <a:gd name="csX3" fmla="*/ 165375 w 1184740"/>
                <a:gd name="csY3" fmla="*/ 0 h 2562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5">
                  <a:moveTo>
                    <a:pt x="165497" y="0"/>
                  </a:moveTo>
                  <a:cubicBezTo>
                    <a:pt x="109680" y="22107"/>
                    <a:pt x="54474" y="46168"/>
                    <a:pt x="0" y="72062"/>
                  </a:cubicBezTo>
                  <a:lnTo>
                    <a:pt x="1184741" y="2562826"/>
                  </a:lnTo>
                  <a:lnTo>
                    <a:pt x="165375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22E1FA7-EF87-F3CE-5188-A58068705653}"/>
                </a:ext>
              </a:extLst>
            </p:cNvPr>
            <p:cNvSpPr/>
            <p:nvPr/>
          </p:nvSpPr>
          <p:spPr>
            <a:xfrm>
              <a:off x="235892" y="921943"/>
              <a:ext cx="1345230" cy="2490764"/>
            </a:xfrm>
            <a:custGeom>
              <a:avLst/>
              <a:gdLst>
                <a:gd name="csX0" fmla="*/ 160368 w 1345230"/>
                <a:gd name="csY0" fmla="*/ 122 h 2490764"/>
                <a:gd name="csX1" fmla="*/ 0 w 1345230"/>
                <a:gd name="csY1" fmla="*/ 82810 h 2490764"/>
                <a:gd name="csX2" fmla="*/ 1345230 w 1345230"/>
                <a:gd name="csY2" fmla="*/ 2490764 h 2490764"/>
                <a:gd name="csX3" fmla="*/ 160490 w 1345230"/>
                <a:gd name="csY3" fmla="*/ 0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60368" y="122"/>
                  </a:moveTo>
                  <a:cubicBezTo>
                    <a:pt x="106138" y="25893"/>
                    <a:pt x="52642" y="53374"/>
                    <a:pt x="0" y="82810"/>
                  </a:cubicBezTo>
                  <a:lnTo>
                    <a:pt x="1345230" y="2490764"/>
                  </a:lnTo>
                  <a:lnTo>
                    <a:pt x="16049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C1FB085-04DC-3EEF-C0F2-CF1FDDDEC1D2}"/>
                </a:ext>
              </a:extLst>
            </p:cNvPr>
            <p:cNvSpPr/>
            <p:nvPr/>
          </p:nvSpPr>
          <p:spPr>
            <a:xfrm>
              <a:off x="731529" y="738980"/>
              <a:ext cx="849471" cy="2673849"/>
            </a:xfrm>
            <a:custGeom>
              <a:avLst/>
              <a:gdLst>
                <a:gd name="csX0" fmla="*/ 173436 w 849471"/>
                <a:gd name="csY0" fmla="*/ 0 h 2673849"/>
                <a:gd name="csX1" fmla="*/ 0 w 849471"/>
                <a:gd name="csY1" fmla="*/ 49832 h 2673849"/>
                <a:gd name="csX2" fmla="*/ 849471 w 849471"/>
                <a:gd name="csY2" fmla="*/ 2673850 h 2673849"/>
                <a:gd name="csX3" fmla="*/ 173436 w 849471"/>
                <a:gd name="csY3" fmla="*/ 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173436" y="0"/>
                  </a:moveTo>
                  <a:cubicBezTo>
                    <a:pt x="115176" y="14657"/>
                    <a:pt x="57282" y="31267"/>
                    <a:pt x="0" y="49832"/>
                  </a:cubicBezTo>
                  <a:lnTo>
                    <a:pt x="849471" y="2673850"/>
                  </a:lnTo>
                  <a:lnTo>
                    <a:pt x="17343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6A63339-736A-CFB8-E8D1-9DF6C5168FAA}"/>
                </a:ext>
              </a:extLst>
            </p:cNvPr>
            <p:cNvSpPr/>
            <p:nvPr/>
          </p:nvSpPr>
          <p:spPr>
            <a:xfrm>
              <a:off x="904965" y="700629"/>
              <a:ext cx="676035" cy="2712200"/>
            </a:xfrm>
            <a:custGeom>
              <a:avLst/>
              <a:gdLst>
                <a:gd name="csX0" fmla="*/ 176368 w 676035"/>
                <a:gd name="csY0" fmla="*/ 0 h 2712200"/>
                <a:gd name="csX1" fmla="*/ 0 w 676035"/>
                <a:gd name="csY1" fmla="*/ 38351 h 2712200"/>
                <a:gd name="csX2" fmla="*/ 676035 w 676035"/>
                <a:gd name="csY2" fmla="*/ 2712201 h 2712200"/>
                <a:gd name="csX3" fmla="*/ 176368 w 676035"/>
                <a:gd name="csY3" fmla="*/ 0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176368" y="0"/>
                  </a:moveTo>
                  <a:cubicBezTo>
                    <a:pt x="117253" y="10870"/>
                    <a:pt x="58382" y="23573"/>
                    <a:pt x="0" y="38351"/>
                  </a:cubicBezTo>
                  <a:lnTo>
                    <a:pt x="676035" y="2712201"/>
                  </a:lnTo>
                  <a:lnTo>
                    <a:pt x="17636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337BE6C-A116-6FF5-6984-1122CAC22D9F}"/>
                </a:ext>
              </a:extLst>
            </p:cNvPr>
            <p:cNvSpPr/>
            <p:nvPr/>
          </p:nvSpPr>
          <p:spPr>
            <a:xfrm>
              <a:off x="1081333" y="673759"/>
              <a:ext cx="499667" cy="2739071"/>
            </a:xfrm>
            <a:custGeom>
              <a:avLst/>
              <a:gdLst>
                <a:gd name="csX0" fmla="*/ 178444 w 499667"/>
                <a:gd name="csY0" fmla="*/ 0 h 2739071"/>
                <a:gd name="csX1" fmla="*/ 0 w 499667"/>
                <a:gd name="csY1" fmla="*/ 26870 h 2739071"/>
                <a:gd name="csX2" fmla="*/ 499667 w 499667"/>
                <a:gd name="csY2" fmla="*/ 2739071 h 2739071"/>
                <a:gd name="csX3" fmla="*/ 178444 w 499667"/>
                <a:gd name="csY3" fmla="*/ 0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178444" y="0"/>
                  </a:moveTo>
                  <a:cubicBezTo>
                    <a:pt x="118718" y="6962"/>
                    <a:pt x="59237" y="16000"/>
                    <a:pt x="0" y="26870"/>
                  </a:cubicBezTo>
                  <a:lnTo>
                    <a:pt x="499667" y="2739071"/>
                  </a:lnTo>
                  <a:lnTo>
                    <a:pt x="17844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750AA61-E08D-4786-1EA9-597C1113AE6F}"/>
                </a:ext>
              </a:extLst>
            </p:cNvPr>
            <p:cNvSpPr/>
            <p:nvPr/>
          </p:nvSpPr>
          <p:spPr>
            <a:xfrm>
              <a:off x="561635" y="788691"/>
              <a:ext cx="1019365" cy="2624016"/>
            </a:xfrm>
            <a:custGeom>
              <a:avLst/>
              <a:gdLst>
                <a:gd name="csX0" fmla="*/ 169772 w 1019365"/>
                <a:gd name="csY0" fmla="*/ 0 h 2624016"/>
                <a:gd name="csX1" fmla="*/ 0 w 1019365"/>
                <a:gd name="csY1" fmla="*/ 61191 h 2624016"/>
                <a:gd name="csX2" fmla="*/ 1019366 w 1019365"/>
                <a:gd name="csY2" fmla="*/ 2624017 h 2624016"/>
                <a:gd name="csX3" fmla="*/ 169894 w 1019365"/>
                <a:gd name="csY3" fmla="*/ 0 h 26240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6">
                  <a:moveTo>
                    <a:pt x="169772" y="0"/>
                  </a:moveTo>
                  <a:cubicBezTo>
                    <a:pt x="112612" y="18443"/>
                    <a:pt x="56062" y="38962"/>
                    <a:pt x="0" y="61191"/>
                  </a:cubicBezTo>
                  <a:lnTo>
                    <a:pt x="1019366" y="2624017"/>
                  </a:lnTo>
                  <a:lnTo>
                    <a:pt x="16989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B3E5024-DD08-57EC-FF9D-B303CF8FD9E4}"/>
                </a:ext>
              </a:extLst>
            </p:cNvPr>
            <p:cNvSpPr/>
            <p:nvPr/>
          </p:nvSpPr>
          <p:spPr>
            <a:xfrm>
              <a:off x="1580878" y="655316"/>
              <a:ext cx="219360" cy="2757514"/>
            </a:xfrm>
            <a:custGeom>
              <a:avLst/>
              <a:gdLst>
                <a:gd name="csX0" fmla="*/ 219360 w 219360"/>
                <a:gd name="csY0" fmla="*/ 8428 h 2757514"/>
                <a:gd name="csX1" fmla="*/ 39084 w 219360"/>
                <a:gd name="csY1" fmla="*/ 0 h 2757514"/>
                <a:gd name="csX2" fmla="*/ 0 w 219360"/>
                <a:gd name="csY2" fmla="*/ 2757514 h 2757514"/>
                <a:gd name="csX3" fmla="*/ 219360 w 219360"/>
                <a:gd name="csY3" fmla="*/ 8428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219360" y="8428"/>
                  </a:moveTo>
                  <a:cubicBezTo>
                    <a:pt x="159391" y="3664"/>
                    <a:pt x="99176" y="855"/>
                    <a:pt x="39084" y="0"/>
                  </a:cubicBezTo>
                  <a:lnTo>
                    <a:pt x="0" y="2757514"/>
                  </a:lnTo>
                  <a:lnTo>
                    <a:pt x="219360" y="84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37644BCF-09D7-5890-3572-BB0CBECC31E8}"/>
                </a:ext>
              </a:extLst>
            </p:cNvPr>
            <p:cNvSpPr/>
            <p:nvPr/>
          </p:nvSpPr>
          <p:spPr>
            <a:xfrm>
              <a:off x="1581000" y="3412830"/>
              <a:ext cx="2653818" cy="923487"/>
            </a:xfrm>
            <a:custGeom>
              <a:avLst/>
              <a:gdLst>
                <a:gd name="csX0" fmla="*/ 2598979 w 2653818"/>
                <a:gd name="csY0" fmla="*/ 923487 h 923487"/>
                <a:gd name="csX1" fmla="*/ 2653819 w 2653818"/>
                <a:gd name="csY1" fmla="*/ 751516 h 923487"/>
                <a:gd name="csX2" fmla="*/ 0 w 2653818"/>
                <a:gd name="csY2" fmla="*/ 0 h 923487"/>
                <a:gd name="csX3" fmla="*/ 2598979 w 2653818"/>
                <a:gd name="csY3" fmla="*/ 923487 h 923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7">
                  <a:moveTo>
                    <a:pt x="2598979" y="923487"/>
                  </a:moveTo>
                  <a:cubicBezTo>
                    <a:pt x="2619132" y="866571"/>
                    <a:pt x="2637453" y="809288"/>
                    <a:pt x="2653819" y="751516"/>
                  </a:cubicBezTo>
                  <a:lnTo>
                    <a:pt x="0" y="0"/>
                  </a:lnTo>
                  <a:lnTo>
                    <a:pt x="2598979" y="9234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70C39EA6-9B83-2ABD-C561-992C8AFBC8A9}"/>
                </a:ext>
              </a:extLst>
            </p:cNvPr>
            <p:cNvSpPr/>
            <p:nvPr/>
          </p:nvSpPr>
          <p:spPr>
            <a:xfrm>
              <a:off x="1581000" y="1249274"/>
              <a:ext cx="1847218" cy="2163433"/>
            </a:xfrm>
            <a:custGeom>
              <a:avLst/>
              <a:gdLst>
                <a:gd name="csX0" fmla="*/ 1847096 w 1847218"/>
                <a:gd name="csY0" fmla="*/ 116398 h 2163433"/>
                <a:gd name="csX1" fmla="*/ 1709202 w 1847218"/>
                <a:gd name="csY1" fmla="*/ 0 h 2163433"/>
                <a:gd name="csX2" fmla="*/ 0 w 1847218"/>
                <a:gd name="csY2" fmla="*/ 2163434 h 2163433"/>
                <a:gd name="csX3" fmla="*/ 1847218 w 1847218"/>
                <a:gd name="csY3" fmla="*/ 116398 h 2163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3">
                  <a:moveTo>
                    <a:pt x="1847096" y="116398"/>
                  </a:moveTo>
                  <a:cubicBezTo>
                    <a:pt x="1802149" y="75848"/>
                    <a:pt x="1755981" y="37130"/>
                    <a:pt x="1709202" y="0"/>
                  </a:cubicBezTo>
                  <a:lnTo>
                    <a:pt x="0" y="2163434"/>
                  </a:lnTo>
                  <a:lnTo>
                    <a:pt x="1847218" y="116398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A8CE0468-55D9-4ED1-E2E5-2B3DF44F24C8}"/>
                </a:ext>
              </a:extLst>
            </p:cNvPr>
            <p:cNvSpPr/>
            <p:nvPr/>
          </p:nvSpPr>
          <p:spPr>
            <a:xfrm>
              <a:off x="1581000" y="3412830"/>
              <a:ext cx="2729056" cy="576370"/>
            </a:xfrm>
            <a:custGeom>
              <a:avLst/>
              <a:gdLst>
                <a:gd name="csX0" fmla="*/ 2697301 w 2729056"/>
                <a:gd name="csY0" fmla="*/ 576370 h 576370"/>
                <a:gd name="csX1" fmla="*/ 2729056 w 2729056"/>
                <a:gd name="csY1" fmla="*/ 398659 h 576370"/>
                <a:gd name="csX2" fmla="*/ 0 w 2729056"/>
                <a:gd name="csY2" fmla="*/ 0 h 576370"/>
                <a:gd name="csX3" fmla="*/ 2697301 w 2729056"/>
                <a:gd name="csY3" fmla="*/ 57637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2697301" y="576370"/>
                  </a:moveTo>
                  <a:cubicBezTo>
                    <a:pt x="2709880" y="517378"/>
                    <a:pt x="2720384" y="458141"/>
                    <a:pt x="2729056" y="398659"/>
                  </a:cubicBezTo>
                  <a:lnTo>
                    <a:pt x="0" y="0"/>
                  </a:lnTo>
                  <a:lnTo>
                    <a:pt x="2697301" y="57637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83685BB-F21D-B9EF-7927-A2E8537E61AE}"/>
                </a:ext>
              </a:extLst>
            </p:cNvPr>
            <p:cNvSpPr/>
            <p:nvPr/>
          </p:nvSpPr>
          <p:spPr>
            <a:xfrm>
              <a:off x="1581000" y="3412708"/>
              <a:ext cx="2757514" cy="219360"/>
            </a:xfrm>
            <a:custGeom>
              <a:avLst/>
              <a:gdLst>
                <a:gd name="csX0" fmla="*/ 2749087 w 2757514"/>
                <a:gd name="csY0" fmla="*/ 219360 h 219360"/>
                <a:gd name="csX1" fmla="*/ 2757515 w 2757514"/>
                <a:gd name="csY1" fmla="*/ 39084 h 219360"/>
                <a:gd name="csX2" fmla="*/ 0 w 2757514"/>
                <a:gd name="csY2" fmla="*/ 0 h 219360"/>
                <a:gd name="csX3" fmla="*/ 2749087 w 2757514"/>
                <a:gd name="csY3" fmla="*/ 21936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2749087" y="219360"/>
                  </a:moveTo>
                  <a:cubicBezTo>
                    <a:pt x="2753850" y="159391"/>
                    <a:pt x="2756660" y="99177"/>
                    <a:pt x="2757515" y="39084"/>
                  </a:cubicBezTo>
                  <a:lnTo>
                    <a:pt x="0" y="0"/>
                  </a:lnTo>
                  <a:lnTo>
                    <a:pt x="2749087" y="21936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5D795352-5674-07B1-5E71-3A63DB01BA6E}"/>
                </a:ext>
              </a:extLst>
            </p:cNvPr>
            <p:cNvSpPr/>
            <p:nvPr/>
          </p:nvSpPr>
          <p:spPr>
            <a:xfrm>
              <a:off x="1581000" y="3412830"/>
              <a:ext cx="2749086" cy="398659"/>
            </a:xfrm>
            <a:custGeom>
              <a:avLst/>
              <a:gdLst>
                <a:gd name="csX0" fmla="*/ 2729056 w 2749086"/>
                <a:gd name="csY0" fmla="*/ 398659 h 398659"/>
                <a:gd name="csX1" fmla="*/ 2749087 w 2749086"/>
                <a:gd name="csY1" fmla="*/ 219360 h 398659"/>
                <a:gd name="csX2" fmla="*/ 0 w 2749086"/>
                <a:gd name="csY2" fmla="*/ 0 h 398659"/>
                <a:gd name="csX3" fmla="*/ 2729056 w 2749086"/>
                <a:gd name="csY3" fmla="*/ 398659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729056" y="398659"/>
                  </a:moveTo>
                  <a:cubicBezTo>
                    <a:pt x="2737728" y="339056"/>
                    <a:pt x="2744323" y="279208"/>
                    <a:pt x="2749087" y="219360"/>
                  </a:cubicBezTo>
                  <a:lnTo>
                    <a:pt x="0" y="0"/>
                  </a:lnTo>
                  <a:lnTo>
                    <a:pt x="2729056" y="39865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86E31907-FD3B-176A-17E7-0661D532AB1D}"/>
                </a:ext>
              </a:extLst>
            </p:cNvPr>
            <p:cNvSpPr/>
            <p:nvPr/>
          </p:nvSpPr>
          <p:spPr>
            <a:xfrm>
              <a:off x="1581000" y="3412830"/>
              <a:ext cx="2455955" cy="1412528"/>
            </a:xfrm>
            <a:custGeom>
              <a:avLst/>
              <a:gdLst>
                <a:gd name="csX0" fmla="*/ 2368504 w 2455955"/>
                <a:gd name="csY0" fmla="*/ 1412528 h 1412528"/>
                <a:gd name="csX1" fmla="*/ 2455955 w 2455955"/>
                <a:gd name="csY1" fmla="*/ 1254726 h 1412528"/>
                <a:gd name="csX2" fmla="*/ 0 w 2455955"/>
                <a:gd name="csY2" fmla="*/ 0 h 1412528"/>
                <a:gd name="csX3" fmla="*/ 2368504 w 2455955"/>
                <a:gd name="csY3" fmla="*/ 1412528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2368504" y="1412528"/>
                  </a:moveTo>
                  <a:cubicBezTo>
                    <a:pt x="2399528" y="1360620"/>
                    <a:pt x="2428718" y="1307978"/>
                    <a:pt x="2455955" y="1254726"/>
                  </a:cubicBezTo>
                  <a:lnTo>
                    <a:pt x="0" y="0"/>
                  </a:lnTo>
                  <a:lnTo>
                    <a:pt x="2368504" y="14125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373F7DEE-447D-2093-06FA-DF9CE533DC2F}"/>
                </a:ext>
              </a:extLst>
            </p:cNvPr>
            <p:cNvSpPr/>
            <p:nvPr/>
          </p:nvSpPr>
          <p:spPr>
            <a:xfrm>
              <a:off x="1581000" y="3412830"/>
              <a:ext cx="2368503" cy="1564346"/>
            </a:xfrm>
            <a:custGeom>
              <a:avLst/>
              <a:gdLst>
                <a:gd name="csX0" fmla="*/ 2270916 w 2368503"/>
                <a:gd name="csY0" fmla="*/ 1564346 h 1564346"/>
                <a:gd name="csX1" fmla="*/ 2368504 w 2368503"/>
                <a:gd name="csY1" fmla="*/ 1412528 h 1564346"/>
                <a:gd name="csX2" fmla="*/ 0 w 2368503"/>
                <a:gd name="csY2" fmla="*/ 0 h 1564346"/>
                <a:gd name="csX3" fmla="*/ 2270916 w 2368503"/>
                <a:gd name="csY3" fmla="*/ 1564346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3" h="1564346">
                  <a:moveTo>
                    <a:pt x="2270916" y="1564346"/>
                  </a:moveTo>
                  <a:cubicBezTo>
                    <a:pt x="2305359" y="1514514"/>
                    <a:pt x="2337847" y="1463949"/>
                    <a:pt x="2368504" y="1412528"/>
                  </a:cubicBezTo>
                  <a:lnTo>
                    <a:pt x="0" y="0"/>
                  </a:lnTo>
                  <a:lnTo>
                    <a:pt x="2270916" y="15643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4C6617D7-B522-5DAB-69F9-C775B6067BB3}"/>
                </a:ext>
              </a:extLst>
            </p:cNvPr>
            <p:cNvSpPr/>
            <p:nvPr/>
          </p:nvSpPr>
          <p:spPr>
            <a:xfrm>
              <a:off x="1581000" y="3412830"/>
              <a:ext cx="2598978" cy="1091549"/>
            </a:xfrm>
            <a:custGeom>
              <a:avLst/>
              <a:gdLst>
                <a:gd name="csX0" fmla="*/ 2533147 w 2598978"/>
                <a:gd name="csY0" fmla="*/ 1091549 h 1091549"/>
                <a:gd name="csX1" fmla="*/ 2598979 w 2598978"/>
                <a:gd name="csY1" fmla="*/ 923487 h 1091549"/>
                <a:gd name="csX2" fmla="*/ 0 w 2598978"/>
                <a:gd name="csY2" fmla="*/ 0 h 1091549"/>
                <a:gd name="csX3" fmla="*/ 2533147 w 2598978"/>
                <a:gd name="csY3" fmla="*/ 1091549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2533147" y="1091549"/>
                  </a:moveTo>
                  <a:cubicBezTo>
                    <a:pt x="2557085" y="1036099"/>
                    <a:pt x="2578949" y="980037"/>
                    <a:pt x="2598979" y="923487"/>
                  </a:cubicBezTo>
                  <a:lnTo>
                    <a:pt x="0" y="0"/>
                  </a:lnTo>
                  <a:lnTo>
                    <a:pt x="2533147" y="109154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BCF92D5D-59D2-645D-F8A2-7A1D5E36CDBF}"/>
                </a:ext>
              </a:extLst>
            </p:cNvPr>
            <p:cNvSpPr/>
            <p:nvPr/>
          </p:nvSpPr>
          <p:spPr>
            <a:xfrm>
              <a:off x="1581000" y="3412708"/>
              <a:ext cx="2270915" cy="1709324"/>
            </a:xfrm>
            <a:custGeom>
              <a:avLst/>
              <a:gdLst>
                <a:gd name="csX0" fmla="*/ 2163434 w 2270915"/>
                <a:gd name="csY0" fmla="*/ 1709324 h 1709324"/>
                <a:gd name="csX1" fmla="*/ 2270916 w 2270915"/>
                <a:gd name="csY1" fmla="*/ 1564346 h 1709324"/>
                <a:gd name="csX2" fmla="*/ 0 w 2270915"/>
                <a:gd name="csY2" fmla="*/ 0 h 1709324"/>
                <a:gd name="csX3" fmla="*/ 2163434 w 2270915"/>
                <a:gd name="csY3" fmla="*/ 170920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2163434" y="1709324"/>
                  </a:moveTo>
                  <a:cubicBezTo>
                    <a:pt x="2201053" y="1661813"/>
                    <a:pt x="2236962" y="1613568"/>
                    <a:pt x="2270916" y="1564346"/>
                  </a:cubicBezTo>
                  <a:lnTo>
                    <a:pt x="0" y="0"/>
                  </a:lnTo>
                  <a:lnTo>
                    <a:pt x="2163434" y="170920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E5EE9439-D5C6-EFB1-E99B-67ADF5117D94}"/>
                </a:ext>
              </a:extLst>
            </p:cNvPr>
            <p:cNvSpPr/>
            <p:nvPr/>
          </p:nvSpPr>
          <p:spPr>
            <a:xfrm>
              <a:off x="1580878" y="3412830"/>
              <a:ext cx="2533146" cy="1254725"/>
            </a:xfrm>
            <a:custGeom>
              <a:avLst/>
              <a:gdLst>
                <a:gd name="csX0" fmla="*/ 2456078 w 2533146"/>
                <a:gd name="csY0" fmla="*/ 1254726 h 1254725"/>
                <a:gd name="csX1" fmla="*/ 2533147 w 2533146"/>
                <a:gd name="csY1" fmla="*/ 1091549 h 1254725"/>
                <a:gd name="csX2" fmla="*/ 0 w 2533146"/>
                <a:gd name="csY2" fmla="*/ 0 h 1254725"/>
                <a:gd name="csX3" fmla="*/ 2455955 w 2533146"/>
                <a:gd name="csY3" fmla="*/ 1254726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2456078" y="1254726"/>
                  </a:moveTo>
                  <a:cubicBezTo>
                    <a:pt x="2483559" y="1200985"/>
                    <a:pt x="2509452" y="1146511"/>
                    <a:pt x="2533147" y="1091549"/>
                  </a:cubicBezTo>
                  <a:lnTo>
                    <a:pt x="0" y="0"/>
                  </a:lnTo>
                  <a:lnTo>
                    <a:pt x="2455955" y="12547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6F95F243-36C9-FCD8-789E-555A5738AE5D}"/>
                </a:ext>
              </a:extLst>
            </p:cNvPr>
            <p:cNvSpPr/>
            <p:nvPr/>
          </p:nvSpPr>
          <p:spPr>
            <a:xfrm>
              <a:off x="1581000" y="3271394"/>
              <a:ext cx="2757810" cy="180520"/>
            </a:xfrm>
            <a:custGeom>
              <a:avLst/>
              <a:gdLst>
                <a:gd name="csX0" fmla="*/ 2757515 w 2757810"/>
                <a:gd name="csY0" fmla="*/ 180398 h 180520"/>
                <a:gd name="csX1" fmla="*/ 2754339 w 2757810"/>
                <a:gd name="csY1" fmla="*/ 0 h 180520"/>
                <a:gd name="csX2" fmla="*/ 0 w 2757810"/>
                <a:gd name="csY2" fmla="*/ 141436 h 180520"/>
                <a:gd name="csX3" fmla="*/ 2757515 w 2757810"/>
                <a:gd name="csY3" fmla="*/ 18052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757515" y="180398"/>
                  </a:moveTo>
                  <a:cubicBezTo>
                    <a:pt x="2758370" y="120184"/>
                    <a:pt x="2757392" y="60092"/>
                    <a:pt x="2754339" y="0"/>
                  </a:cubicBezTo>
                  <a:lnTo>
                    <a:pt x="0" y="141436"/>
                  </a:lnTo>
                  <a:lnTo>
                    <a:pt x="2757515" y="18052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1CCD311-4C21-E473-5CDB-32FB4AB0C177}"/>
                </a:ext>
              </a:extLst>
            </p:cNvPr>
            <p:cNvSpPr/>
            <p:nvPr/>
          </p:nvSpPr>
          <p:spPr>
            <a:xfrm>
              <a:off x="1581000" y="3412830"/>
              <a:ext cx="2697300" cy="751516"/>
            </a:xfrm>
            <a:custGeom>
              <a:avLst/>
              <a:gdLst>
                <a:gd name="csX0" fmla="*/ 2653819 w 2697300"/>
                <a:gd name="csY0" fmla="*/ 751516 h 751516"/>
                <a:gd name="csX1" fmla="*/ 2697301 w 2697300"/>
                <a:gd name="csY1" fmla="*/ 576370 h 751516"/>
                <a:gd name="csX2" fmla="*/ 0 w 2697300"/>
                <a:gd name="csY2" fmla="*/ 0 h 751516"/>
                <a:gd name="csX3" fmla="*/ 2653819 w 2697300"/>
                <a:gd name="csY3" fmla="*/ 751516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2653819" y="751516"/>
                  </a:moveTo>
                  <a:cubicBezTo>
                    <a:pt x="2670185" y="693501"/>
                    <a:pt x="2684842" y="635119"/>
                    <a:pt x="2697301" y="576370"/>
                  </a:cubicBezTo>
                  <a:lnTo>
                    <a:pt x="0" y="0"/>
                  </a:lnTo>
                  <a:lnTo>
                    <a:pt x="2653819" y="7515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87A1530-7E13-CF26-7152-7B20CF33661F}"/>
                </a:ext>
              </a:extLst>
            </p:cNvPr>
            <p:cNvSpPr/>
            <p:nvPr/>
          </p:nvSpPr>
          <p:spPr>
            <a:xfrm>
              <a:off x="1581000" y="1765186"/>
              <a:ext cx="2314641" cy="1647644"/>
            </a:xfrm>
            <a:custGeom>
              <a:avLst/>
              <a:gdLst>
                <a:gd name="csX0" fmla="*/ 2314641 w 2314641"/>
                <a:gd name="csY0" fmla="*/ 148031 h 1647644"/>
                <a:gd name="csX1" fmla="*/ 2211434 w 2314641"/>
                <a:gd name="csY1" fmla="*/ 0 h 1647644"/>
                <a:gd name="csX2" fmla="*/ 0 w 2314641"/>
                <a:gd name="csY2" fmla="*/ 1647644 h 1647644"/>
                <a:gd name="csX3" fmla="*/ 2314641 w 2314641"/>
                <a:gd name="csY3" fmla="*/ 148031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2314641" y="148031"/>
                  </a:moveTo>
                  <a:cubicBezTo>
                    <a:pt x="2282031" y="97833"/>
                    <a:pt x="2247588" y="48367"/>
                    <a:pt x="2211434" y="0"/>
                  </a:cubicBezTo>
                  <a:lnTo>
                    <a:pt x="0" y="1647644"/>
                  </a:lnTo>
                  <a:lnTo>
                    <a:pt x="2314641" y="148031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67BF81E0-3DC6-7F52-57B1-F33A8831CA68}"/>
                </a:ext>
              </a:extLst>
            </p:cNvPr>
            <p:cNvSpPr/>
            <p:nvPr/>
          </p:nvSpPr>
          <p:spPr>
            <a:xfrm>
              <a:off x="1581122" y="1624238"/>
              <a:ext cx="2211434" cy="1788591"/>
            </a:xfrm>
            <a:custGeom>
              <a:avLst/>
              <a:gdLst>
                <a:gd name="csX0" fmla="*/ 2211312 w 2211434"/>
                <a:gd name="csY0" fmla="*/ 140948 h 1788591"/>
                <a:gd name="csX1" fmla="*/ 2098701 w 2211434"/>
                <a:gd name="csY1" fmla="*/ 0 h 1788591"/>
                <a:gd name="csX2" fmla="*/ 0 w 2211434"/>
                <a:gd name="csY2" fmla="*/ 1788592 h 1788591"/>
                <a:gd name="csX3" fmla="*/ 2211434 w 2211434"/>
                <a:gd name="csY3" fmla="*/ 140948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2211312" y="140948"/>
                  </a:moveTo>
                  <a:cubicBezTo>
                    <a:pt x="2175526" y="92947"/>
                    <a:pt x="2138029" y="45924"/>
                    <a:pt x="2098701" y="0"/>
                  </a:cubicBezTo>
                  <a:lnTo>
                    <a:pt x="0" y="1788592"/>
                  </a:lnTo>
                  <a:lnTo>
                    <a:pt x="2211434" y="140948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98EB042-C873-06A0-17C4-3A215D32344D}"/>
                </a:ext>
              </a:extLst>
            </p:cNvPr>
            <p:cNvSpPr/>
            <p:nvPr/>
          </p:nvSpPr>
          <p:spPr>
            <a:xfrm>
              <a:off x="1581000" y="3091606"/>
              <a:ext cx="2754338" cy="321223"/>
            </a:xfrm>
            <a:custGeom>
              <a:avLst/>
              <a:gdLst>
                <a:gd name="csX0" fmla="*/ 2754339 w 2754338"/>
                <a:gd name="csY0" fmla="*/ 179787 h 321223"/>
                <a:gd name="csX1" fmla="*/ 2739072 w 2754338"/>
                <a:gd name="csY1" fmla="*/ 0 h 321223"/>
                <a:gd name="csX2" fmla="*/ 0 w 2754338"/>
                <a:gd name="csY2" fmla="*/ 321223 h 321223"/>
                <a:gd name="csX3" fmla="*/ 2754339 w 2754338"/>
                <a:gd name="csY3" fmla="*/ 179787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2754339" y="179787"/>
                  </a:moveTo>
                  <a:cubicBezTo>
                    <a:pt x="2751285" y="119695"/>
                    <a:pt x="2746034" y="59725"/>
                    <a:pt x="2739072" y="0"/>
                  </a:cubicBezTo>
                  <a:lnTo>
                    <a:pt x="0" y="321223"/>
                  </a:lnTo>
                  <a:lnTo>
                    <a:pt x="2754339" y="1797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DBBC2376-FB14-1EBE-AAC6-D7F2A965B7EB}"/>
                </a:ext>
              </a:extLst>
            </p:cNvPr>
            <p:cNvSpPr/>
            <p:nvPr/>
          </p:nvSpPr>
          <p:spPr>
            <a:xfrm>
              <a:off x="1581000" y="1365671"/>
              <a:ext cx="1977051" cy="2047036"/>
            </a:xfrm>
            <a:custGeom>
              <a:avLst/>
              <a:gdLst>
                <a:gd name="csX0" fmla="*/ 1977051 w 1977051"/>
                <a:gd name="csY0" fmla="*/ 125314 h 2047036"/>
                <a:gd name="csX1" fmla="*/ 1847218 w 1977051"/>
                <a:gd name="csY1" fmla="*/ 0 h 2047036"/>
                <a:gd name="csX2" fmla="*/ 0 w 1977051"/>
                <a:gd name="csY2" fmla="*/ 2047036 h 2047036"/>
                <a:gd name="csX3" fmla="*/ 1977051 w 1977051"/>
                <a:gd name="csY3" fmla="*/ 125192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1977051" y="125314"/>
                  </a:moveTo>
                  <a:cubicBezTo>
                    <a:pt x="1935402" y="82565"/>
                    <a:pt x="1892165" y="40672"/>
                    <a:pt x="1847218" y="0"/>
                  </a:cubicBezTo>
                  <a:lnTo>
                    <a:pt x="0" y="2047036"/>
                  </a:lnTo>
                  <a:lnTo>
                    <a:pt x="1977051" y="12519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CBF0D4A-31C5-2BBC-1AC1-B5B469722020}"/>
                </a:ext>
              </a:extLst>
            </p:cNvPr>
            <p:cNvSpPr/>
            <p:nvPr/>
          </p:nvSpPr>
          <p:spPr>
            <a:xfrm>
              <a:off x="1580878" y="1490985"/>
              <a:ext cx="2098822" cy="1921844"/>
            </a:xfrm>
            <a:custGeom>
              <a:avLst/>
              <a:gdLst>
                <a:gd name="csX0" fmla="*/ 2098823 w 2098822"/>
                <a:gd name="csY0" fmla="*/ 133131 h 1921844"/>
                <a:gd name="csX1" fmla="*/ 1977051 w 2098822"/>
                <a:gd name="csY1" fmla="*/ 0 h 1921844"/>
                <a:gd name="csX2" fmla="*/ 0 w 2098822"/>
                <a:gd name="csY2" fmla="*/ 1921845 h 1921844"/>
                <a:gd name="csX3" fmla="*/ 2098701 w 2098822"/>
                <a:gd name="csY3" fmla="*/ 133253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2098823" y="133131"/>
                  </a:moveTo>
                  <a:cubicBezTo>
                    <a:pt x="2059983" y="87695"/>
                    <a:pt x="2019311" y="43359"/>
                    <a:pt x="1977051" y="0"/>
                  </a:cubicBezTo>
                  <a:lnTo>
                    <a:pt x="0" y="1921845"/>
                  </a:lnTo>
                  <a:lnTo>
                    <a:pt x="2098701" y="133253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EFE32AD5-20CB-1EA2-B4AC-0BE9FF36CF40}"/>
                </a:ext>
              </a:extLst>
            </p:cNvPr>
            <p:cNvSpPr/>
            <p:nvPr/>
          </p:nvSpPr>
          <p:spPr>
            <a:xfrm>
              <a:off x="1581000" y="2736795"/>
              <a:ext cx="2712200" cy="676034"/>
            </a:xfrm>
            <a:custGeom>
              <a:avLst/>
              <a:gdLst>
                <a:gd name="csX0" fmla="*/ 2712201 w 2712200"/>
                <a:gd name="csY0" fmla="*/ 176367 h 676034"/>
                <a:gd name="csX1" fmla="*/ 2673849 w 2712200"/>
                <a:gd name="csY1" fmla="*/ 0 h 676034"/>
                <a:gd name="csX2" fmla="*/ 0 w 2712200"/>
                <a:gd name="csY2" fmla="*/ 676035 h 676034"/>
                <a:gd name="csX3" fmla="*/ 2712201 w 2712200"/>
                <a:gd name="csY3" fmla="*/ 176367 h 676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4">
                  <a:moveTo>
                    <a:pt x="2712201" y="176367"/>
                  </a:moveTo>
                  <a:cubicBezTo>
                    <a:pt x="2701331" y="117253"/>
                    <a:pt x="2688628" y="58382"/>
                    <a:pt x="2673849" y="0"/>
                  </a:cubicBezTo>
                  <a:lnTo>
                    <a:pt x="0" y="676035"/>
                  </a:lnTo>
                  <a:lnTo>
                    <a:pt x="2712201" y="1763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292871A6-5A20-7549-882B-E4079CFCBB40}"/>
                </a:ext>
              </a:extLst>
            </p:cNvPr>
            <p:cNvSpPr/>
            <p:nvPr/>
          </p:nvSpPr>
          <p:spPr>
            <a:xfrm>
              <a:off x="1581000" y="2913162"/>
              <a:ext cx="2739071" cy="499667"/>
            </a:xfrm>
            <a:custGeom>
              <a:avLst/>
              <a:gdLst>
                <a:gd name="csX0" fmla="*/ 2739072 w 2739071"/>
                <a:gd name="csY0" fmla="*/ 178444 h 499667"/>
                <a:gd name="csX1" fmla="*/ 2712201 w 2739071"/>
                <a:gd name="csY1" fmla="*/ 0 h 499667"/>
                <a:gd name="csX2" fmla="*/ 0 w 2739071"/>
                <a:gd name="csY2" fmla="*/ 499667 h 499667"/>
                <a:gd name="csX3" fmla="*/ 2739072 w 2739071"/>
                <a:gd name="csY3" fmla="*/ 17844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2739072" y="178444"/>
                  </a:moveTo>
                  <a:cubicBezTo>
                    <a:pt x="2732110" y="118718"/>
                    <a:pt x="2723072" y="59237"/>
                    <a:pt x="2712201" y="0"/>
                  </a:cubicBezTo>
                  <a:lnTo>
                    <a:pt x="0" y="499667"/>
                  </a:lnTo>
                  <a:lnTo>
                    <a:pt x="2739072" y="1784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F866899-31BB-6B5A-094B-2B984112866C}"/>
                </a:ext>
              </a:extLst>
            </p:cNvPr>
            <p:cNvSpPr/>
            <p:nvPr/>
          </p:nvSpPr>
          <p:spPr>
            <a:xfrm>
              <a:off x="1581000" y="2563359"/>
              <a:ext cx="2673849" cy="849471"/>
            </a:xfrm>
            <a:custGeom>
              <a:avLst/>
              <a:gdLst>
                <a:gd name="csX0" fmla="*/ 2673849 w 2673849"/>
                <a:gd name="csY0" fmla="*/ 173436 h 849471"/>
                <a:gd name="csX1" fmla="*/ 2624018 w 2673849"/>
                <a:gd name="csY1" fmla="*/ 0 h 849471"/>
                <a:gd name="csX2" fmla="*/ 0 w 2673849"/>
                <a:gd name="csY2" fmla="*/ 849471 h 849471"/>
                <a:gd name="csX3" fmla="*/ 2673849 w 2673849"/>
                <a:gd name="csY3" fmla="*/ 173436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2673849" y="173436"/>
                  </a:moveTo>
                  <a:cubicBezTo>
                    <a:pt x="2659193" y="115176"/>
                    <a:pt x="2642582" y="57283"/>
                    <a:pt x="2624018" y="0"/>
                  </a:cubicBezTo>
                  <a:lnTo>
                    <a:pt x="0" y="849471"/>
                  </a:lnTo>
                  <a:lnTo>
                    <a:pt x="2673849" y="173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DC603801-0ED1-FA23-A33B-8967918894D1}"/>
                </a:ext>
              </a:extLst>
            </p:cNvPr>
            <p:cNvGrpSpPr/>
            <p:nvPr/>
          </p:nvGrpSpPr>
          <p:grpSpPr>
            <a:xfrm>
              <a:off x="1580878" y="1913217"/>
              <a:ext cx="2562948" cy="1499735"/>
              <a:chOff x="1580878" y="1913217"/>
              <a:chExt cx="2562948" cy="1499735"/>
            </a:xfrm>
            <a:solidFill>
              <a:srgbClr val="FFE07F"/>
            </a:solidFill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FA78EA7-20D4-5FBB-4B6B-F1BEB6E13FEA}"/>
                  </a:ext>
                </a:extLst>
              </p:cNvPr>
              <p:cNvSpPr/>
              <p:nvPr/>
            </p:nvSpPr>
            <p:spPr>
              <a:xfrm>
                <a:off x="1580878" y="1913217"/>
                <a:ext cx="2408077" cy="1499612"/>
              </a:xfrm>
              <a:custGeom>
                <a:avLst/>
                <a:gdLst>
                  <a:gd name="csX0" fmla="*/ 2408077 w 2408077"/>
                  <a:gd name="csY0" fmla="*/ 154383 h 1499612"/>
                  <a:gd name="csX1" fmla="*/ 2314641 w 2408077"/>
                  <a:gd name="csY1" fmla="*/ 0 h 1499612"/>
                  <a:gd name="csX2" fmla="*/ 0 w 2408077"/>
                  <a:gd name="csY2" fmla="*/ 1499613 h 1499612"/>
                  <a:gd name="csX3" fmla="*/ 2407955 w 2408077"/>
                  <a:gd name="csY3" fmla="*/ 154383 h 14996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08077" h="1499612">
                    <a:moveTo>
                      <a:pt x="2408077" y="154383"/>
                    </a:moveTo>
                    <a:cubicBezTo>
                      <a:pt x="2378764" y="102108"/>
                      <a:pt x="2347619" y="50565"/>
                      <a:pt x="2314641" y="0"/>
                    </a:cubicBezTo>
                    <a:lnTo>
                      <a:pt x="0" y="1499613"/>
                    </a:lnTo>
                    <a:lnTo>
                      <a:pt x="2407955" y="154383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751DD4A3-BEC6-2DED-AA50-146BDA48F4A3}"/>
                  </a:ext>
                </a:extLst>
              </p:cNvPr>
              <p:cNvSpPr/>
              <p:nvPr/>
            </p:nvSpPr>
            <p:spPr>
              <a:xfrm>
                <a:off x="1581122" y="2067722"/>
                <a:ext cx="2490764" cy="1345230"/>
              </a:xfrm>
              <a:custGeom>
                <a:avLst/>
                <a:gdLst>
                  <a:gd name="csX0" fmla="*/ 2490642 w 2490764"/>
                  <a:gd name="csY0" fmla="*/ 160367 h 1345230"/>
                  <a:gd name="csX1" fmla="*/ 2407954 w 2490764"/>
                  <a:gd name="csY1" fmla="*/ 0 h 1345230"/>
                  <a:gd name="csX2" fmla="*/ 0 w 2490764"/>
                  <a:gd name="csY2" fmla="*/ 1345230 h 1345230"/>
                  <a:gd name="csX3" fmla="*/ 2490764 w 2490764"/>
                  <a:gd name="csY3" fmla="*/ 160490 h 1345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90764" h="1345230">
                    <a:moveTo>
                      <a:pt x="2490642" y="160367"/>
                    </a:moveTo>
                    <a:cubicBezTo>
                      <a:pt x="2464871" y="106138"/>
                      <a:pt x="2437390" y="52642"/>
                      <a:pt x="2407954" y="0"/>
                    </a:cubicBezTo>
                    <a:lnTo>
                      <a:pt x="0" y="1345230"/>
                    </a:lnTo>
                    <a:lnTo>
                      <a:pt x="2490764" y="160490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49E621EF-0226-2C13-E17F-69EFED3A52D8}"/>
                  </a:ext>
                </a:extLst>
              </p:cNvPr>
              <p:cNvSpPr/>
              <p:nvPr/>
            </p:nvSpPr>
            <p:spPr>
              <a:xfrm>
                <a:off x="1581000" y="2227967"/>
                <a:ext cx="2562826" cy="1184740"/>
              </a:xfrm>
              <a:custGeom>
                <a:avLst/>
                <a:gdLst>
                  <a:gd name="csX0" fmla="*/ 2562826 w 2562826"/>
                  <a:gd name="csY0" fmla="*/ 165497 h 1184740"/>
                  <a:gd name="csX1" fmla="*/ 2490764 w 2562826"/>
                  <a:gd name="csY1" fmla="*/ 0 h 1184740"/>
                  <a:gd name="csX2" fmla="*/ 0 w 2562826"/>
                  <a:gd name="csY2" fmla="*/ 1184740 h 1184740"/>
                  <a:gd name="csX3" fmla="*/ 2562826 w 2562826"/>
                  <a:gd name="csY3" fmla="*/ 165375 h 1184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562826" h="1184740">
                    <a:moveTo>
                      <a:pt x="2562826" y="165497"/>
                    </a:moveTo>
                    <a:cubicBezTo>
                      <a:pt x="2540719" y="109680"/>
                      <a:pt x="2516658" y="54474"/>
                      <a:pt x="2490764" y="0"/>
                    </a:cubicBezTo>
                    <a:lnTo>
                      <a:pt x="0" y="1184740"/>
                    </a:lnTo>
                    <a:lnTo>
                      <a:pt x="2562826" y="165375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A35FC16-03A2-6CC6-742E-D20DB93DA990}"/>
                </a:ext>
              </a:extLst>
            </p:cNvPr>
            <p:cNvSpPr/>
            <p:nvPr/>
          </p:nvSpPr>
          <p:spPr>
            <a:xfrm>
              <a:off x="1581000" y="2393464"/>
              <a:ext cx="2624017" cy="1019365"/>
            </a:xfrm>
            <a:custGeom>
              <a:avLst/>
              <a:gdLst>
                <a:gd name="csX0" fmla="*/ 2624018 w 2624017"/>
                <a:gd name="csY0" fmla="*/ 169772 h 1019365"/>
                <a:gd name="csX1" fmla="*/ 2562826 w 2624017"/>
                <a:gd name="csY1" fmla="*/ 0 h 1019365"/>
                <a:gd name="csX2" fmla="*/ 0 w 2624017"/>
                <a:gd name="csY2" fmla="*/ 1019365 h 1019365"/>
                <a:gd name="csX3" fmla="*/ 2624018 w 2624017"/>
                <a:gd name="csY3" fmla="*/ 169894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2624018" y="169772"/>
                  </a:moveTo>
                  <a:cubicBezTo>
                    <a:pt x="2605575" y="112611"/>
                    <a:pt x="2585055" y="56061"/>
                    <a:pt x="2562826" y="0"/>
                  </a:cubicBezTo>
                  <a:lnTo>
                    <a:pt x="0" y="1019365"/>
                  </a:lnTo>
                  <a:lnTo>
                    <a:pt x="2624018" y="16989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E6DFC27F-6D5F-790D-0CF9-9F719B6D7AEC}"/>
                </a:ext>
              </a:extLst>
            </p:cNvPr>
            <p:cNvSpPr/>
            <p:nvPr/>
          </p:nvSpPr>
          <p:spPr>
            <a:xfrm>
              <a:off x="829484" y="3412830"/>
              <a:ext cx="751516" cy="2697299"/>
            </a:xfrm>
            <a:custGeom>
              <a:avLst/>
              <a:gdLst>
                <a:gd name="csX0" fmla="*/ 0 w 751516"/>
                <a:gd name="csY0" fmla="*/ 2653819 h 2697299"/>
                <a:gd name="csX1" fmla="*/ 175146 w 751516"/>
                <a:gd name="csY1" fmla="*/ 2697300 h 2697299"/>
                <a:gd name="csX2" fmla="*/ 751516 w 751516"/>
                <a:gd name="csY2" fmla="*/ 0 h 2697299"/>
                <a:gd name="csX3" fmla="*/ 0 w 751516"/>
                <a:gd name="csY3" fmla="*/ 2653819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0" y="2653819"/>
                  </a:moveTo>
                  <a:cubicBezTo>
                    <a:pt x="58016" y="2670185"/>
                    <a:pt x="116398" y="2684842"/>
                    <a:pt x="175146" y="2697300"/>
                  </a:cubicBezTo>
                  <a:lnTo>
                    <a:pt x="751516" y="0"/>
                  </a:lnTo>
                  <a:lnTo>
                    <a:pt x="0" y="265381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61889012-391B-1E2C-C9E7-F17F94131ED7}"/>
                </a:ext>
              </a:extLst>
            </p:cNvPr>
            <p:cNvSpPr/>
            <p:nvPr/>
          </p:nvSpPr>
          <p:spPr>
            <a:xfrm>
              <a:off x="1182341" y="3412830"/>
              <a:ext cx="398659" cy="2749086"/>
            </a:xfrm>
            <a:custGeom>
              <a:avLst/>
              <a:gdLst>
                <a:gd name="csX0" fmla="*/ 0 w 398659"/>
                <a:gd name="csY0" fmla="*/ 2729056 h 2749086"/>
                <a:gd name="csX1" fmla="*/ 179299 w 398659"/>
                <a:gd name="csY1" fmla="*/ 2749087 h 2749086"/>
                <a:gd name="csX2" fmla="*/ 398659 w 398659"/>
                <a:gd name="csY2" fmla="*/ 0 h 2749086"/>
                <a:gd name="csX3" fmla="*/ 0 w 398659"/>
                <a:gd name="csY3" fmla="*/ 2729056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9" h="2749086">
                  <a:moveTo>
                    <a:pt x="0" y="2729056"/>
                  </a:moveTo>
                  <a:cubicBezTo>
                    <a:pt x="59604" y="2737728"/>
                    <a:pt x="119451" y="2744323"/>
                    <a:pt x="179299" y="2749087"/>
                  </a:cubicBezTo>
                  <a:lnTo>
                    <a:pt x="398659" y="0"/>
                  </a:lnTo>
                  <a:lnTo>
                    <a:pt x="0" y="27290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803287AC-8389-5DA7-EA50-C2586BDFCA01}"/>
                </a:ext>
              </a:extLst>
            </p:cNvPr>
            <p:cNvSpPr/>
            <p:nvPr/>
          </p:nvSpPr>
          <p:spPr>
            <a:xfrm>
              <a:off x="1004630" y="3412830"/>
              <a:ext cx="576370" cy="2729055"/>
            </a:xfrm>
            <a:custGeom>
              <a:avLst/>
              <a:gdLst>
                <a:gd name="csX0" fmla="*/ 0 w 576370"/>
                <a:gd name="csY0" fmla="*/ 2697300 h 2729055"/>
                <a:gd name="csX1" fmla="*/ 177711 w 576370"/>
                <a:gd name="csY1" fmla="*/ 2729056 h 2729055"/>
                <a:gd name="csX2" fmla="*/ 576370 w 576370"/>
                <a:gd name="csY2" fmla="*/ 0 h 2729055"/>
                <a:gd name="csX3" fmla="*/ 0 w 576370"/>
                <a:gd name="csY3" fmla="*/ 2697300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0" y="2697300"/>
                  </a:moveTo>
                  <a:cubicBezTo>
                    <a:pt x="58993" y="2709880"/>
                    <a:pt x="118230" y="2720384"/>
                    <a:pt x="177711" y="2729056"/>
                  </a:cubicBezTo>
                  <a:lnTo>
                    <a:pt x="576370" y="0"/>
                  </a:lnTo>
                  <a:lnTo>
                    <a:pt x="0" y="269730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070DB1A8-4A14-EE4D-ABE4-96CE395861D6}"/>
                </a:ext>
              </a:extLst>
            </p:cNvPr>
            <p:cNvSpPr/>
            <p:nvPr/>
          </p:nvSpPr>
          <p:spPr>
            <a:xfrm>
              <a:off x="1361640" y="3412830"/>
              <a:ext cx="219360" cy="2757514"/>
            </a:xfrm>
            <a:custGeom>
              <a:avLst/>
              <a:gdLst>
                <a:gd name="csX0" fmla="*/ 0 w 219360"/>
                <a:gd name="csY0" fmla="*/ 2749087 h 2757514"/>
                <a:gd name="csX1" fmla="*/ 180276 w 219360"/>
                <a:gd name="csY1" fmla="*/ 2757514 h 2757514"/>
                <a:gd name="csX2" fmla="*/ 219360 w 219360"/>
                <a:gd name="csY2" fmla="*/ 0 h 2757514"/>
                <a:gd name="csX3" fmla="*/ 0 w 219360"/>
                <a:gd name="csY3" fmla="*/ 2749087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0" y="2749087"/>
                  </a:moveTo>
                  <a:cubicBezTo>
                    <a:pt x="59970" y="2753850"/>
                    <a:pt x="120184" y="2756659"/>
                    <a:pt x="180276" y="2757514"/>
                  </a:cubicBezTo>
                  <a:lnTo>
                    <a:pt x="219360" y="0"/>
                  </a:lnTo>
                  <a:lnTo>
                    <a:pt x="0" y="27490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8A4882CF-2F5B-49A5-7DD8-68573039283A}"/>
                </a:ext>
              </a:extLst>
            </p:cNvPr>
            <p:cNvSpPr/>
            <p:nvPr/>
          </p:nvSpPr>
          <p:spPr>
            <a:xfrm>
              <a:off x="1581000" y="3412830"/>
              <a:ext cx="499667" cy="2739071"/>
            </a:xfrm>
            <a:custGeom>
              <a:avLst/>
              <a:gdLst>
                <a:gd name="csX0" fmla="*/ 321223 w 499667"/>
                <a:gd name="csY0" fmla="*/ 2739072 h 2739071"/>
                <a:gd name="csX1" fmla="*/ 499667 w 499667"/>
                <a:gd name="csY1" fmla="*/ 2712201 h 2739071"/>
                <a:gd name="csX2" fmla="*/ 0 w 499667"/>
                <a:gd name="csY2" fmla="*/ 0 h 2739071"/>
                <a:gd name="csX3" fmla="*/ 321223 w 499667"/>
                <a:gd name="csY3" fmla="*/ 2739072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321223" y="2739072"/>
                  </a:moveTo>
                  <a:cubicBezTo>
                    <a:pt x="380949" y="2732110"/>
                    <a:pt x="440430" y="2723071"/>
                    <a:pt x="499667" y="2712201"/>
                  </a:cubicBezTo>
                  <a:lnTo>
                    <a:pt x="0" y="0"/>
                  </a:lnTo>
                  <a:lnTo>
                    <a:pt x="321223" y="273907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A172EA08-9A45-388D-8482-61CEA249537F}"/>
                </a:ext>
              </a:extLst>
            </p:cNvPr>
            <p:cNvSpPr/>
            <p:nvPr/>
          </p:nvSpPr>
          <p:spPr>
            <a:xfrm>
              <a:off x="1581000" y="3412830"/>
              <a:ext cx="321223" cy="2754338"/>
            </a:xfrm>
            <a:custGeom>
              <a:avLst/>
              <a:gdLst>
                <a:gd name="csX0" fmla="*/ 141436 w 321223"/>
                <a:gd name="csY0" fmla="*/ 2754339 h 2754338"/>
                <a:gd name="csX1" fmla="*/ 321223 w 321223"/>
                <a:gd name="csY1" fmla="*/ 2739072 h 2754338"/>
                <a:gd name="csX2" fmla="*/ 0 w 321223"/>
                <a:gd name="csY2" fmla="*/ 0 h 2754338"/>
                <a:gd name="csX3" fmla="*/ 141436 w 321223"/>
                <a:gd name="csY3" fmla="*/ 2754339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41436" y="2754339"/>
                  </a:moveTo>
                  <a:cubicBezTo>
                    <a:pt x="201528" y="2751285"/>
                    <a:pt x="261498" y="2746034"/>
                    <a:pt x="321223" y="2739072"/>
                  </a:cubicBezTo>
                  <a:lnTo>
                    <a:pt x="0" y="0"/>
                  </a:lnTo>
                  <a:lnTo>
                    <a:pt x="141436" y="275433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34BB17A8-F820-1966-4597-B0E405F93D01}"/>
                </a:ext>
              </a:extLst>
            </p:cNvPr>
            <p:cNvSpPr/>
            <p:nvPr/>
          </p:nvSpPr>
          <p:spPr>
            <a:xfrm>
              <a:off x="1541794" y="3412830"/>
              <a:ext cx="180520" cy="2757810"/>
            </a:xfrm>
            <a:custGeom>
              <a:avLst/>
              <a:gdLst>
                <a:gd name="csX0" fmla="*/ 122 w 180520"/>
                <a:gd name="csY0" fmla="*/ 2757514 h 2757810"/>
                <a:gd name="csX1" fmla="*/ 180520 w 180520"/>
                <a:gd name="csY1" fmla="*/ 2754339 h 2757810"/>
                <a:gd name="csX2" fmla="*/ 39084 w 180520"/>
                <a:gd name="csY2" fmla="*/ 0 h 2757810"/>
                <a:gd name="csX3" fmla="*/ 0 w 180520"/>
                <a:gd name="csY3" fmla="*/ 2757514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22" y="2757514"/>
                  </a:moveTo>
                  <a:cubicBezTo>
                    <a:pt x="60336" y="2758369"/>
                    <a:pt x="120428" y="2757392"/>
                    <a:pt x="180520" y="2754339"/>
                  </a:cubicBezTo>
                  <a:lnTo>
                    <a:pt x="39084" y="0"/>
                  </a:lnTo>
                  <a:lnTo>
                    <a:pt x="0" y="275751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1B75EEEB-8DA9-A61D-504C-ADA7AB0DF333}"/>
                </a:ext>
              </a:extLst>
            </p:cNvPr>
            <p:cNvSpPr/>
            <p:nvPr/>
          </p:nvSpPr>
          <p:spPr>
            <a:xfrm>
              <a:off x="16654" y="3412830"/>
              <a:ext cx="1564346" cy="2368504"/>
            </a:xfrm>
            <a:custGeom>
              <a:avLst/>
              <a:gdLst>
                <a:gd name="csX0" fmla="*/ 0 w 1564346"/>
                <a:gd name="csY0" fmla="*/ 2270916 h 2368504"/>
                <a:gd name="csX1" fmla="*/ 151818 w 1564346"/>
                <a:gd name="csY1" fmla="*/ 2368504 h 2368504"/>
                <a:gd name="csX2" fmla="*/ 1564346 w 1564346"/>
                <a:gd name="csY2" fmla="*/ 0 h 2368504"/>
                <a:gd name="csX3" fmla="*/ 0 w 1564346"/>
                <a:gd name="csY3" fmla="*/ 2270916 h 2368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6" h="2368504">
                  <a:moveTo>
                    <a:pt x="0" y="2270916"/>
                  </a:moveTo>
                  <a:cubicBezTo>
                    <a:pt x="49832" y="2305359"/>
                    <a:pt x="100398" y="2337847"/>
                    <a:pt x="151818" y="2368504"/>
                  </a:cubicBezTo>
                  <a:lnTo>
                    <a:pt x="1564346" y="0"/>
                  </a:lnTo>
                  <a:lnTo>
                    <a:pt x="0" y="22709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DC207F34-9F9A-EFC1-68DA-F98B816BE17E}"/>
                </a:ext>
              </a:extLst>
            </p:cNvPr>
            <p:cNvSpPr/>
            <p:nvPr/>
          </p:nvSpPr>
          <p:spPr>
            <a:xfrm>
              <a:off x="168472" y="3412830"/>
              <a:ext cx="1412528" cy="2455955"/>
            </a:xfrm>
            <a:custGeom>
              <a:avLst/>
              <a:gdLst>
                <a:gd name="csX0" fmla="*/ 0 w 1412528"/>
                <a:gd name="csY0" fmla="*/ 2368504 h 2455955"/>
                <a:gd name="csX1" fmla="*/ 157803 w 1412528"/>
                <a:gd name="csY1" fmla="*/ 2455955 h 2455955"/>
                <a:gd name="csX2" fmla="*/ 1412528 w 1412528"/>
                <a:gd name="csY2" fmla="*/ 0 h 2455955"/>
                <a:gd name="csX3" fmla="*/ 0 w 1412528"/>
                <a:gd name="csY3" fmla="*/ 2368504 h 24559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5">
                  <a:moveTo>
                    <a:pt x="0" y="2368504"/>
                  </a:moveTo>
                  <a:cubicBezTo>
                    <a:pt x="51909" y="2399527"/>
                    <a:pt x="104550" y="2428718"/>
                    <a:pt x="157803" y="2455955"/>
                  </a:cubicBezTo>
                  <a:lnTo>
                    <a:pt x="1412528" y="0"/>
                  </a:lnTo>
                  <a:lnTo>
                    <a:pt x="0" y="236850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869C103-4C73-1051-47DB-0B5A15B21C7D}"/>
                </a:ext>
              </a:extLst>
            </p:cNvPr>
            <p:cNvSpPr/>
            <p:nvPr/>
          </p:nvSpPr>
          <p:spPr>
            <a:xfrm>
              <a:off x="326274" y="3412708"/>
              <a:ext cx="1254725" cy="2533146"/>
            </a:xfrm>
            <a:custGeom>
              <a:avLst/>
              <a:gdLst>
                <a:gd name="csX0" fmla="*/ 0 w 1254725"/>
                <a:gd name="csY0" fmla="*/ 2456078 h 2533146"/>
                <a:gd name="csX1" fmla="*/ 163177 w 1254725"/>
                <a:gd name="csY1" fmla="*/ 2533147 h 2533146"/>
                <a:gd name="csX2" fmla="*/ 1254726 w 1254725"/>
                <a:gd name="csY2" fmla="*/ 0 h 2533146"/>
                <a:gd name="csX3" fmla="*/ 0 w 1254725"/>
                <a:gd name="csY3" fmla="*/ 2455955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0" y="2456078"/>
                  </a:moveTo>
                  <a:cubicBezTo>
                    <a:pt x="53741" y="2483559"/>
                    <a:pt x="108214" y="2509452"/>
                    <a:pt x="163177" y="2533147"/>
                  </a:cubicBezTo>
                  <a:lnTo>
                    <a:pt x="1254726" y="0"/>
                  </a:lnTo>
                  <a:lnTo>
                    <a:pt x="0" y="2455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C788F78D-BB08-3159-0D36-87D05BCB4568}"/>
                </a:ext>
              </a:extLst>
            </p:cNvPr>
            <p:cNvSpPr/>
            <p:nvPr/>
          </p:nvSpPr>
          <p:spPr>
            <a:xfrm>
              <a:off x="657513" y="3412830"/>
              <a:ext cx="923486" cy="2653818"/>
            </a:xfrm>
            <a:custGeom>
              <a:avLst/>
              <a:gdLst>
                <a:gd name="csX0" fmla="*/ 0 w 923486"/>
                <a:gd name="csY0" fmla="*/ 2598979 h 2653818"/>
                <a:gd name="csX1" fmla="*/ 171971 w 923486"/>
                <a:gd name="csY1" fmla="*/ 2653819 h 2653818"/>
                <a:gd name="csX2" fmla="*/ 923487 w 923486"/>
                <a:gd name="csY2" fmla="*/ 0 h 2653818"/>
                <a:gd name="csX3" fmla="*/ 0 w 923486"/>
                <a:gd name="csY3" fmla="*/ 2598979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0" y="2598979"/>
                  </a:moveTo>
                  <a:cubicBezTo>
                    <a:pt x="56794" y="2619132"/>
                    <a:pt x="114199" y="2637452"/>
                    <a:pt x="171971" y="2653819"/>
                  </a:cubicBezTo>
                  <a:lnTo>
                    <a:pt x="923487" y="0"/>
                  </a:lnTo>
                  <a:lnTo>
                    <a:pt x="0" y="259897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3BF7C804-D4C7-12B1-8756-994A2224E0EC}"/>
                </a:ext>
              </a:extLst>
            </p:cNvPr>
            <p:cNvSpPr/>
            <p:nvPr/>
          </p:nvSpPr>
          <p:spPr>
            <a:xfrm>
              <a:off x="489451" y="3412830"/>
              <a:ext cx="1091549" cy="2598978"/>
            </a:xfrm>
            <a:custGeom>
              <a:avLst/>
              <a:gdLst>
                <a:gd name="csX0" fmla="*/ 0 w 1091549"/>
                <a:gd name="csY0" fmla="*/ 2533146 h 2598978"/>
                <a:gd name="csX1" fmla="*/ 168062 w 1091549"/>
                <a:gd name="csY1" fmla="*/ 2598979 h 2598978"/>
                <a:gd name="csX2" fmla="*/ 1091549 w 1091549"/>
                <a:gd name="csY2" fmla="*/ 0 h 2598978"/>
                <a:gd name="csX3" fmla="*/ 0 w 1091549"/>
                <a:gd name="csY3" fmla="*/ 2533146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0" y="2533146"/>
                  </a:moveTo>
                  <a:cubicBezTo>
                    <a:pt x="55451" y="2557086"/>
                    <a:pt x="111512" y="2578948"/>
                    <a:pt x="168062" y="2598979"/>
                  </a:cubicBezTo>
                  <a:lnTo>
                    <a:pt x="1091549" y="0"/>
                  </a:lnTo>
                  <a:lnTo>
                    <a:pt x="0" y="25331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2755774D-59FF-5F2C-E911-8677D2BF2C24}"/>
                </a:ext>
              </a:extLst>
            </p:cNvPr>
            <p:cNvSpPr/>
            <p:nvPr/>
          </p:nvSpPr>
          <p:spPr>
            <a:xfrm>
              <a:off x="1581000" y="3412830"/>
              <a:ext cx="676035" cy="2712200"/>
            </a:xfrm>
            <a:custGeom>
              <a:avLst/>
              <a:gdLst>
                <a:gd name="csX0" fmla="*/ 499667 w 676035"/>
                <a:gd name="csY0" fmla="*/ 2712201 h 2712200"/>
                <a:gd name="csX1" fmla="*/ 676035 w 676035"/>
                <a:gd name="csY1" fmla="*/ 2673850 h 2712200"/>
                <a:gd name="csX2" fmla="*/ 0 w 676035"/>
                <a:gd name="csY2" fmla="*/ 0 h 2712200"/>
                <a:gd name="csX3" fmla="*/ 499667 w 676035"/>
                <a:gd name="csY3" fmla="*/ 2712201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499667" y="2712201"/>
                  </a:moveTo>
                  <a:cubicBezTo>
                    <a:pt x="558782" y="2701331"/>
                    <a:pt x="617653" y="2688628"/>
                    <a:pt x="676035" y="2673850"/>
                  </a:cubicBezTo>
                  <a:lnTo>
                    <a:pt x="0" y="0"/>
                  </a:lnTo>
                  <a:lnTo>
                    <a:pt x="499667" y="27122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0B148357-9867-FD0E-4A6E-C728C1F2B78B}"/>
                </a:ext>
              </a:extLst>
            </p:cNvPr>
            <p:cNvSpPr/>
            <p:nvPr/>
          </p:nvSpPr>
          <p:spPr>
            <a:xfrm>
              <a:off x="1581000" y="3412830"/>
              <a:ext cx="1647644" cy="2314641"/>
            </a:xfrm>
            <a:custGeom>
              <a:avLst/>
              <a:gdLst>
                <a:gd name="csX0" fmla="*/ 1499613 w 1647644"/>
                <a:gd name="csY0" fmla="*/ 2314641 h 2314641"/>
                <a:gd name="csX1" fmla="*/ 1647644 w 1647644"/>
                <a:gd name="csY1" fmla="*/ 2211434 h 2314641"/>
                <a:gd name="csX2" fmla="*/ 0 w 1647644"/>
                <a:gd name="csY2" fmla="*/ 0 h 2314641"/>
                <a:gd name="csX3" fmla="*/ 1499613 w 1647644"/>
                <a:gd name="csY3" fmla="*/ 2314641 h 2314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1">
                  <a:moveTo>
                    <a:pt x="1499613" y="2314641"/>
                  </a:moveTo>
                  <a:cubicBezTo>
                    <a:pt x="1549812" y="2282030"/>
                    <a:pt x="1599278" y="2247587"/>
                    <a:pt x="1647644" y="2211434"/>
                  </a:cubicBezTo>
                  <a:lnTo>
                    <a:pt x="0" y="0"/>
                  </a:lnTo>
                  <a:lnTo>
                    <a:pt x="1499613" y="23146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A3FD5CF8-F2B5-4F06-E027-1B91A87F2542}"/>
                </a:ext>
              </a:extLst>
            </p:cNvPr>
            <p:cNvSpPr/>
            <p:nvPr/>
          </p:nvSpPr>
          <p:spPr>
            <a:xfrm>
              <a:off x="1580878" y="3412708"/>
              <a:ext cx="1921844" cy="2098823"/>
            </a:xfrm>
            <a:custGeom>
              <a:avLst/>
              <a:gdLst>
                <a:gd name="csX0" fmla="*/ 1788714 w 1921844"/>
                <a:gd name="csY0" fmla="*/ 2098823 h 2098823"/>
                <a:gd name="csX1" fmla="*/ 1921845 w 1921844"/>
                <a:gd name="csY1" fmla="*/ 1977051 h 2098823"/>
                <a:gd name="csX2" fmla="*/ 0 w 1921844"/>
                <a:gd name="csY2" fmla="*/ 0 h 2098823"/>
                <a:gd name="csX3" fmla="*/ 1788592 w 1921844"/>
                <a:gd name="csY3" fmla="*/ 2098701 h 2098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3">
                  <a:moveTo>
                    <a:pt x="1788714" y="2098823"/>
                  </a:moveTo>
                  <a:cubicBezTo>
                    <a:pt x="1834150" y="2059983"/>
                    <a:pt x="1878486" y="2019311"/>
                    <a:pt x="1921845" y="1977051"/>
                  </a:cubicBezTo>
                  <a:lnTo>
                    <a:pt x="0" y="0"/>
                  </a:lnTo>
                  <a:lnTo>
                    <a:pt x="1788592" y="20987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7B76FE44-BEB2-2130-EFD7-09646743177C}"/>
                </a:ext>
              </a:extLst>
            </p:cNvPr>
            <p:cNvSpPr/>
            <p:nvPr/>
          </p:nvSpPr>
          <p:spPr>
            <a:xfrm>
              <a:off x="1581000" y="3412952"/>
              <a:ext cx="1788591" cy="2211434"/>
            </a:xfrm>
            <a:custGeom>
              <a:avLst/>
              <a:gdLst>
                <a:gd name="csX0" fmla="*/ 1647644 w 1788591"/>
                <a:gd name="csY0" fmla="*/ 2211312 h 2211434"/>
                <a:gd name="csX1" fmla="*/ 1788592 w 1788591"/>
                <a:gd name="csY1" fmla="*/ 2098701 h 2211434"/>
                <a:gd name="csX2" fmla="*/ 0 w 1788591"/>
                <a:gd name="csY2" fmla="*/ 0 h 2211434"/>
                <a:gd name="csX3" fmla="*/ 1647644 w 1788591"/>
                <a:gd name="csY3" fmla="*/ 2211434 h 2211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434">
                  <a:moveTo>
                    <a:pt x="1647644" y="2211312"/>
                  </a:moveTo>
                  <a:cubicBezTo>
                    <a:pt x="1695645" y="2175526"/>
                    <a:pt x="1742668" y="2138029"/>
                    <a:pt x="1788592" y="2098701"/>
                  </a:cubicBezTo>
                  <a:lnTo>
                    <a:pt x="0" y="0"/>
                  </a:lnTo>
                  <a:lnTo>
                    <a:pt x="1647644" y="2211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59989BCE-B567-16DA-87A9-A8B60DB64A79}"/>
                </a:ext>
              </a:extLst>
            </p:cNvPr>
            <p:cNvSpPr/>
            <p:nvPr/>
          </p:nvSpPr>
          <p:spPr>
            <a:xfrm>
              <a:off x="1581122" y="3412830"/>
              <a:ext cx="2047035" cy="1977051"/>
            </a:xfrm>
            <a:custGeom>
              <a:avLst/>
              <a:gdLst>
                <a:gd name="csX0" fmla="*/ 1921722 w 2047035"/>
                <a:gd name="csY0" fmla="*/ 1977051 h 1977051"/>
                <a:gd name="csX1" fmla="*/ 2047036 w 2047035"/>
                <a:gd name="csY1" fmla="*/ 1847218 h 1977051"/>
                <a:gd name="csX2" fmla="*/ 0 w 2047035"/>
                <a:gd name="csY2" fmla="*/ 0 h 1977051"/>
                <a:gd name="csX3" fmla="*/ 1921844 w 2047035"/>
                <a:gd name="csY3" fmla="*/ 1977051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5" h="1977051">
                  <a:moveTo>
                    <a:pt x="1921722" y="1977051"/>
                  </a:moveTo>
                  <a:cubicBezTo>
                    <a:pt x="1964471" y="1935402"/>
                    <a:pt x="2006364" y="1892165"/>
                    <a:pt x="2047036" y="1847218"/>
                  </a:cubicBezTo>
                  <a:lnTo>
                    <a:pt x="0" y="0"/>
                  </a:lnTo>
                  <a:lnTo>
                    <a:pt x="1921844" y="197705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BFC9F9BA-2E24-5A42-7E6C-F05D57B2F175}"/>
                </a:ext>
              </a:extLst>
            </p:cNvPr>
            <p:cNvSpPr/>
            <p:nvPr/>
          </p:nvSpPr>
          <p:spPr>
            <a:xfrm>
              <a:off x="1581000" y="3412830"/>
              <a:ext cx="2163434" cy="1847218"/>
            </a:xfrm>
            <a:custGeom>
              <a:avLst/>
              <a:gdLst>
                <a:gd name="csX0" fmla="*/ 0 w 2163434"/>
                <a:gd name="csY0" fmla="*/ 0 h 1847218"/>
                <a:gd name="csX1" fmla="*/ 2047036 w 2163434"/>
                <a:gd name="csY1" fmla="*/ 1847218 h 1847218"/>
                <a:gd name="csX2" fmla="*/ 2163434 w 2163434"/>
                <a:gd name="csY2" fmla="*/ 1709324 h 1847218"/>
                <a:gd name="csX3" fmla="*/ 0 w 2163434"/>
                <a:gd name="csY3" fmla="*/ 122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4" h="1847218">
                  <a:moveTo>
                    <a:pt x="0" y="0"/>
                  </a:moveTo>
                  <a:lnTo>
                    <a:pt x="2047036" y="1847218"/>
                  </a:lnTo>
                  <a:cubicBezTo>
                    <a:pt x="2087586" y="1802271"/>
                    <a:pt x="2126304" y="1756103"/>
                    <a:pt x="2163434" y="1709324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0BBADBD3-AB2E-4944-5C7B-9C77BB2F5C7D}"/>
                </a:ext>
              </a:extLst>
            </p:cNvPr>
            <p:cNvSpPr/>
            <p:nvPr/>
          </p:nvSpPr>
          <p:spPr>
            <a:xfrm>
              <a:off x="1581000" y="3412830"/>
              <a:ext cx="1184740" cy="2562826"/>
            </a:xfrm>
            <a:custGeom>
              <a:avLst/>
              <a:gdLst>
                <a:gd name="csX0" fmla="*/ 1019243 w 1184740"/>
                <a:gd name="csY0" fmla="*/ 2562826 h 2562826"/>
                <a:gd name="csX1" fmla="*/ 1184741 w 1184740"/>
                <a:gd name="csY1" fmla="*/ 2490764 h 2562826"/>
                <a:gd name="csX2" fmla="*/ 0 w 1184740"/>
                <a:gd name="csY2" fmla="*/ 0 h 2562826"/>
                <a:gd name="csX3" fmla="*/ 1019365 w 1184740"/>
                <a:gd name="csY3" fmla="*/ 2562826 h 2562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6">
                  <a:moveTo>
                    <a:pt x="1019243" y="2562826"/>
                  </a:moveTo>
                  <a:cubicBezTo>
                    <a:pt x="1075060" y="2540719"/>
                    <a:pt x="1130267" y="2516658"/>
                    <a:pt x="1184741" y="2490764"/>
                  </a:cubicBezTo>
                  <a:lnTo>
                    <a:pt x="0" y="0"/>
                  </a:lnTo>
                  <a:lnTo>
                    <a:pt x="1019365" y="25628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EF591301-CBFF-8152-377D-2E99B4B47C40}"/>
                </a:ext>
              </a:extLst>
            </p:cNvPr>
            <p:cNvSpPr/>
            <p:nvPr/>
          </p:nvSpPr>
          <p:spPr>
            <a:xfrm>
              <a:off x="1580878" y="3412708"/>
              <a:ext cx="1499612" cy="2408076"/>
            </a:xfrm>
            <a:custGeom>
              <a:avLst/>
              <a:gdLst>
                <a:gd name="csX0" fmla="*/ 1345230 w 1499612"/>
                <a:gd name="csY0" fmla="*/ 2408077 h 2408076"/>
                <a:gd name="csX1" fmla="*/ 1499613 w 1499612"/>
                <a:gd name="csY1" fmla="*/ 2314641 h 2408076"/>
                <a:gd name="csX2" fmla="*/ 0 w 1499612"/>
                <a:gd name="csY2" fmla="*/ 0 h 2408076"/>
                <a:gd name="csX3" fmla="*/ 1345230 w 1499612"/>
                <a:gd name="csY3" fmla="*/ 2407955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345230" y="2408077"/>
                  </a:moveTo>
                  <a:cubicBezTo>
                    <a:pt x="1397506" y="2378764"/>
                    <a:pt x="1449048" y="2347619"/>
                    <a:pt x="1499613" y="2314641"/>
                  </a:cubicBezTo>
                  <a:lnTo>
                    <a:pt x="0" y="0"/>
                  </a:lnTo>
                  <a:lnTo>
                    <a:pt x="1345230" y="2407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C3139104-7A1E-DDEE-FDEC-C4D346FA45E3}"/>
                </a:ext>
              </a:extLst>
            </p:cNvPr>
            <p:cNvSpPr/>
            <p:nvPr/>
          </p:nvSpPr>
          <p:spPr>
            <a:xfrm>
              <a:off x="1580878" y="3412830"/>
              <a:ext cx="1019365" cy="2624017"/>
            </a:xfrm>
            <a:custGeom>
              <a:avLst/>
              <a:gdLst>
                <a:gd name="csX0" fmla="*/ 849593 w 1019365"/>
                <a:gd name="csY0" fmla="*/ 2624017 h 2624017"/>
                <a:gd name="csX1" fmla="*/ 1019366 w 1019365"/>
                <a:gd name="csY1" fmla="*/ 2562826 h 2624017"/>
                <a:gd name="csX2" fmla="*/ 0 w 1019365"/>
                <a:gd name="csY2" fmla="*/ 0 h 2624017"/>
                <a:gd name="csX3" fmla="*/ 849471 w 1019365"/>
                <a:gd name="csY3" fmla="*/ 2624017 h 262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7">
                  <a:moveTo>
                    <a:pt x="849593" y="2624017"/>
                  </a:moveTo>
                  <a:cubicBezTo>
                    <a:pt x="906754" y="2605575"/>
                    <a:pt x="963304" y="2585055"/>
                    <a:pt x="1019366" y="2562826"/>
                  </a:cubicBezTo>
                  <a:lnTo>
                    <a:pt x="0" y="0"/>
                  </a:lnTo>
                  <a:lnTo>
                    <a:pt x="849471" y="262401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1BB346A-7625-ACC3-9C36-7F98B3461F51}"/>
                </a:ext>
              </a:extLst>
            </p:cNvPr>
            <p:cNvSpPr/>
            <p:nvPr/>
          </p:nvSpPr>
          <p:spPr>
            <a:xfrm>
              <a:off x="1581000" y="3412830"/>
              <a:ext cx="849471" cy="2673849"/>
            </a:xfrm>
            <a:custGeom>
              <a:avLst/>
              <a:gdLst>
                <a:gd name="csX0" fmla="*/ 676035 w 849471"/>
                <a:gd name="csY0" fmla="*/ 2673850 h 2673849"/>
                <a:gd name="csX1" fmla="*/ 849471 w 849471"/>
                <a:gd name="csY1" fmla="*/ 2624017 h 2673849"/>
                <a:gd name="csX2" fmla="*/ 0 w 849471"/>
                <a:gd name="csY2" fmla="*/ 0 h 2673849"/>
                <a:gd name="csX3" fmla="*/ 676035 w 849471"/>
                <a:gd name="csY3" fmla="*/ 267385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676035" y="2673850"/>
                  </a:moveTo>
                  <a:cubicBezTo>
                    <a:pt x="734295" y="2659193"/>
                    <a:pt x="792188" y="2642582"/>
                    <a:pt x="849471" y="2624017"/>
                  </a:cubicBezTo>
                  <a:lnTo>
                    <a:pt x="0" y="0"/>
                  </a:lnTo>
                  <a:lnTo>
                    <a:pt x="676035" y="267385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33F1E0E-B0E9-72B2-CB23-0D28E850CDC3}"/>
                </a:ext>
              </a:extLst>
            </p:cNvPr>
            <p:cNvSpPr/>
            <p:nvPr/>
          </p:nvSpPr>
          <p:spPr>
            <a:xfrm>
              <a:off x="-128323" y="3412830"/>
              <a:ext cx="1709324" cy="2270915"/>
            </a:xfrm>
            <a:custGeom>
              <a:avLst/>
              <a:gdLst>
                <a:gd name="csX0" fmla="*/ 0 w 1709324"/>
                <a:gd name="csY0" fmla="*/ 2163434 h 2270915"/>
                <a:gd name="csX1" fmla="*/ 144978 w 1709324"/>
                <a:gd name="csY1" fmla="*/ 2270916 h 2270915"/>
                <a:gd name="csX2" fmla="*/ 1709324 w 1709324"/>
                <a:gd name="csY2" fmla="*/ 0 h 2270915"/>
                <a:gd name="csX3" fmla="*/ 122 w 1709324"/>
                <a:gd name="csY3" fmla="*/ 2163434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0" y="2163434"/>
                  </a:moveTo>
                  <a:cubicBezTo>
                    <a:pt x="47512" y="2201053"/>
                    <a:pt x="95756" y="2236961"/>
                    <a:pt x="144978" y="2270916"/>
                  </a:cubicBezTo>
                  <a:lnTo>
                    <a:pt x="1709324" y="0"/>
                  </a:lnTo>
                  <a:lnTo>
                    <a:pt x="122" y="2163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24ED20A6-1701-E5B7-1A4E-55B890000B54}"/>
                </a:ext>
              </a:extLst>
            </p:cNvPr>
            <p:cNvSpPr/>
            <p:nvPr/>
          </p:nvSpPr>
          <p:spPr>
            <a:xfrm>
              <a:off x="1580878" y="3412952"/>
              <a:ext cx="1345230" cy="2490764"/>
            </a:xfrm>
            <a:custGeom>
              <a:avLst/>
              <a:gdLst>
                <a:gd name="csX0" fmla="*/ 1184863 w 1345230"/>
                <a:gd name="csY0" fmla="*/ 2490642 h 2490764"/>
                <a:gd name="csX1" fmla="*/ 1345230 w 1345230"/>
                <a:gd name="csY1" fmla="*/ 2407955 h 2490764"/>
                <a:gd name="csX2" fmla="*/ 0 w 1345230"/>
                <a:gd name="csY2" fmla="*/ 0 h 2490764"/>
                <a:gd name="csX3" fmla="*/ 1184741 w 1345230"/>
                <a:gd name="csY3" fmla="*/ 2490764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184863" y="2490642"/>
                  </a:moveTo>
                  <a:cubicBezTo>
                    <a:pt x="1239092" y="2464871"/>
                    <a:pt x="1292589" y="2437390"/>
                    <a:pt x="1345230" y="2407955"/>
                  </a:cubicBezTo>
                  <a:lnTo>
                    <a:pt x="0" y="0"/>
                  </a:lnTo>
                  <a:lnTo>
                    <a:pt x="1184741" y="249076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8E3AC4EE-932D-8E6B-F419-3F15107841BA}"/>
                </a:ext>
              </a:extLst>
            </p:cNvPr>
            <p:cNvSpPr/>
            <p:nvPr/>
          </p:nvSpPr>
          <p:spPr>
            <a:xfrm>
              <a:off x="-1176809" y="3373624"/>
              <a:ext cx="2757810" cy="180520"/>
            </a:xfrm>
            <a:custGeom>
              <a:avLst/>
              <a:gdLst>
                <a:gd name="csX0" fmla="*/ 296 w 2757810"/>
                <a:gd name="csY0" fmla="*/ 122 h 180520"/>
                <a:gd name="csX1" fmla="*/ 3472 w 2757810"/>
                <a:gd name="csY1" fmla="*/ 180520 h 180520"/>
                <a:gd name="csX2" fmla="*/ 2757811 w 2757810"/>
                <a:gd name="csY2" fmla="*/ 39084 h 180520"/>
                <a:gd name="csX3" fmla="*/ 296 w 2757810"/>
                <a:gd name="csY3" fmla="*/ 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96" y="122"/>
                  </a:moveTo>
                  <a:cubicBezTo>
                    <a:pt x="-559" y="60336"/>
                    <a:pt x="418" y="120428"/>
                    <a:pt x="3472" y="180520"/>
                  </a:cubicBezTo>
                  <a:lnTo>
                    <a:pt x="2757811" y="39084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1A9A71F6-1823-4AE0-83DB-B574E7AF4544}"/>
                </a:ext>
              </a:extLst>
            </p:cNvPr>
            <p:cNvSpPr/>
            <p:nvPr/>
          </p:nvSpPr>
          <p:spPr>
            <a:xfrm>
              <a:off x="-1116299" y="2661313"/>
              <a:ext cx="2697300" cy="751516"/>
            </a:xfrm>
            <a:custGeom>
              <a:avLst/>
              <a:gdLst>
                <a:gd name="csX0" fmla="*/ 43481 w 2697300"/>
                <a:gd name="csY0" fmla="*/ 0 h 751516"/>
                <a:gd name="csX1" fmla="*/ 0 w 2697300"/>
                <a:gd name="csY1" fmla="*/ 175146 h 751516"/>
                <a:gd name="csX2" fmla="*/ 2697300 w 2697300"/>
                <a:gd name="csY2" fmla="*/ 751516 h 751516"/>
                <a:gd name="csX3" fmla="*/ 43481 w 2697300"/>
                <a:gd name="csY3" fmla="*/ 0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43481" y="0"/>
                  </a:moveTo>
                  <a:cubicBezTo>
                    <a:pt x="27115" y="58016"/>
                    <a:pt x="12458" y="116398"/>
                    <a:pt x="0" y="175146"/>
                  </a:cubicBezTo>
                  <a:lnTo>
                    <a:pt x="2697300" y="751516"/>
                  </a:lnTo>
                  <a:lnTo>
                    <a:pt x="4348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BA092615-2835-9E5E-BB33-9BD7397435E2}"/>
                </a:ext>
              </a:extLst>
            </p:cNvPr>
            <p:cNvSpPr/>
            <p:nvPr/>
          </p:nvSpPr>
          <p:spPr>
            <a:xfrm>
              <a:off x="-1148055" y="2836460"/>
              <a:ext cx="2729056" cy="576370"/>
            </a:xfrm>
            <a:custGeom>
              <a:avLst/>
              <a:gdLst>
                <a:gd name="csX0" fmla="*/ 31756 w 2729056"/>
                <a:gd name="csY0" fmla="*/ 0 h 576370"/>
                <a:gd name="csX1" fmla="*/ 0 w 2729056"/>
                <a:gd name="csY1" fmla="*/ 177711 h 576370"/>
                <a:gd name="csX2" fmla="*/ 2729056 w 2729056"/>
                <a:gd name="csY2" fmla="*/ 576370 h 576370"/>
                <a:gd name="csX3" fmla="*/ 31756 w 2729056"/>
                <a:gd name="csY3" fmla="*/ 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31756" y="0"/>
                  </a:moveTo>
                  <a:cubicBezTo>
                    <a:pt x="19176" y="58993"/>
                    <a:pt x="8672" y="118230"/>
                    <a:pt x="0" y="177711"/>
                  </a:cubicBezTo>
                  <a:lnTo>
                    <a:pt x="2729056" y="576370"/>
                  </a:lnTo>
                  <a:lnTo>
                    <a:pt x="3175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5293FE2F-4B40-B161-F447-5545AD28BAA3}"/>
                </a:ext>
              </a:extLst>
            </p:cNvPr>
            <p:cNvSpPr/>
            <p:nvPr/>
          </p:nvSpPr>
          <p:spPr>
            <a:xfrm>
              <a:off x="-1168086" y="3014171"/>
              <a:ext cx="2749086" cy="398659"/>
            </a:xfrm>
            <a:custGeom>
              <a:avLst/>
              <a:gdLst>
                <a:gd name="csX0" fmla="*/ 20031 w 2749086"/>
                <a:gd name="csY0" fmla="*/ 0 h 398659"/>
                <a:gd name="csX1" fmla="*/ 0 w 2749086"/>
                <a:gd name="csY1" fmla="*/ 179299 h 398659"/>
                <a:gd name="csX2" fmla="*/ 2749087 w 2749086"/>
                <a:gd name="csY2" fmla="*/ 398659 h 398659"/>
                <a:gd name="csX3" fmla="*/ 20031 w 2749086"/>
                <a:gd name="csY3" fmla="*/ 0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0031" y="0"/>
                  </a:moveTo>
                  <a:cubicBezTo>
                    <a:pt x="11359" y="59603"/>
                    <a:pt x="4763" y="119451"/>
                    <a:pt x="0" y="179299"/>
                  </a:cubicBezTo>
                  <a:lnTo>
                    <a:pt x="2749087" y="398659"/>
                  </a:lnTo>
                  <a:lnTo>
                    <a:pt x="200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0BC5872B-CB47-66F0-1FC8-0EAE51418B8B}"/>
                </a:ext>
              </a:extLst>
            </p:cNvPr>
            <p:cNvSpPr/>
            <p:nvPr/>
          </p:nvSpPr>
          <p:spPr>
            <a:xfrm>
              <a:off x="-1173338" y="3412830"/>
              <a:ext cx="2754338" cy="321223"/>
            </a:xfrm>
            <a:custGeom>
              <a:avLst/>
              <a:gdLst>
                <a:gd name="csX0" fmla="*/ 0 w 2754338"/>
                <a:gd name="csY0" fmla="*/ 141436 h 321223"/>
                <a:gd name="csX1" fmla="*/ 15267 w 2754338"/>
                <a:gd name="csY1" fmla="*/ 321224 h 321223"/>
                <a:gd name="csX2" fmla="*/ 2754339 w 2754338"/>
                <a:gd name="csY2" fmla="*/ 0 h 321223"/>
                <a:gd name="csX3" fmla="*/ 0 w 2754338"/>
                <a:gd name="csY3" fmla="*/ 141436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0" y="141436"/>
                  </a:moveTo>
                  <a:cubicBezTo>
                    <a:pt x="3053" y="201528"/>
                    <a:pt x="8305" y="261498"/>
                    <a:pt x="15267" y="321224"/>
                  </a:cubicBezTo>
                  <a:lnTo>
                    <a:pt x="2754339" y="0"/>
                  </a:lnTo>
                  <a:lnTo>
                    <a:pt x="0" y="141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FD2B65B5-221D-151B-2DD9-F4EDFD9D5F7B}"/>
                </a:ext>
              </a:extLst>
            </p:cNvPr>
            <p:cNvSpPr/>
            <p:nvPr/>
          </p:nvSpPr>
          <p:spPr>
            <a:xfrm>
              <a:off x="-689915" y="1703506"/>
              <a:ext cx="2270915" cy="1709324"/>
            </a:xfrm>
            <a:custGeom>
              <a:avLst/>
              <a:gdLst>
                <a:gd name="csX0" fmla="*/ 107482 w 2270915"/>
                <a:gd name="csY0" fmla="*/ 0 h 1709324"/>
                <a:gd name="csX1" fmla="*/ 0 w 2270915"/>
                <a:gd name="csY1" fmla="*/ 144978 h 1709324"/>
                <a:gd name="csX2" fmla="*/ 2270916 w 2270915"/>
                <a:gd name="csY2" fmla="*/ 1709324 h 1709324"/>
                <a:gd name="csX3" fmla="*/ 107482 w 2270915"/>
                <a:gd name="csY3" fmla="*/ 12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107482" y="0"/>
                  </a:moveTo>
                  <a:cubicBezTo>
                    <a:pt x="69863" y="47512"/>
                    <a:pt x="33954" y="95756"/>
                    <a:pt x="0" y="144978"/>
                  </a:cubicBezTo>
                  <a:lnTo>
                    <a:pt x="2270916" y="1709324"/>
                  </a:lnTo>
                  <a:lnTo>
                    <a:pt x="107482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59B1AA83-C2BB-4C54-7976-D92FFCBE1B0C}"/>
                </a:ext>
              </a:extLst>
            </p:cNvPr>
            <p:cNvSpPr/>
            <p:nvPr/>
          </p:nvSpPr>
          <p:spPr>
            <a:xfrm>
              <a:off x="-1176513" y="3193470"/>
              <a:ext cx="2757514" cy="219360"/>
            </a:xfrm>
            <a:custGeom>
              <a:avLst/>
              <a:gdLst>
                <a:gd name="csX0" fmla="*/ 8428 w 2757514"/>
                <a:gd name="csY0" fmla="*/ 0 h 219360"/>
                <a:gd name="csX1" fmla="*/ 0 w 2757514"/>
                <a:gd name="csY1" fmla="*/ 180276 h 219360"/>
                <a:gd name="csX2" fmla="*/ 2757514 w 2757514"/>
                <a:gd name="csY2" fmla="*/ 219360 h 219360"/>
                <a:gd name="csX3" fmla="*/ 8428 w 2757514"/>
                <a:gd name="csY3" fmla="*/ 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8428" y="0"/>
                  </a:moveTo>
                  <a:cubicBezTo>
                    <a:pt x="3664" y="59970"/>
                    <a:pt x="855" y="120184"/>
                    <a:pt x="0" y="180276"/>
                  </a:cubicBezTo>
                  <a:lnTo>
                    <a:pt x="2757514" y="219360"/>
                  </a:lnTo>
                  <a:lnTo>
                    <a:pt x="842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6C65C7F5-196A-3F50-E406-36E5221E826C}"/>
                </a:ext>
              </a:extLst>
            </p:cNvPr>
            <p:cNvSpPr/>
            <p:nvPr/>
          </p:nvSpPr>
          <p:spPr>
            <a:xfrm>
              <a:off x="-874954" y="2000302"/>
              <a:ext cx="2455955" cy="1412528"/>
            </a:xfrm>
            <a:custGeom>
              <a:avLst/>
              <a:gdLst>
                <a:gd name="csX0" fmla="*/ 87451 w 2455955"/>
                <a:gd name="csY0" fmla="*/ 0 h 1412528"/>
                <a:gd name="csX1" fmla="*/ 0 w 2455955"/>
                <a:gd name="csY1" fmla="*/ 157803 h 1412528"/>
                <a:gd name="csX2" fmla="*/ 2455955 w 2455955"/>
                <a:gd name="csY2" fmla="*/ 1412528 h 1412528"/>
                <a:gd name="csX3" fmla="*/ 87451 w 2455955"/>
                <a:gd name="csY3" fmla="*/ 0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87451" y="0"/>
                  </a:moveTo>
                  <a:cubicBezTo>
                    <a:pt x="56428" y="51909"/>
                    <a:pt x="27237" y="104550"/>
                    <a:pt x="0" y="157803"/>
                  </a:cubicBezTo>
                  <a:lnTo>
                    <a:pt x="2455955" y="1412528"/>
                  </a:lnTo>
                  <a:lnTo>
                    <a:pt x="8745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3823CBAD-2B6F-38E5-F9E4-213CA32F0F8F}"/>
                </a:ext>
              </a:extLst>
            </p:cNvPr>
            <p:cNvSpPr/>
            <p:nvPr/>
          </p:nvSpPr>
          <p:spPr>
            <a:xfrm>
              <a:off x="-787503" y="1848484"/>
              <a:ext cx="2368504" cy="1564346"/>
            </a:xfrm>
            <a:custGeom>
              <a:avLst/>
              <a:gdLst>
                <a:gd name="csX0" fmla="*/ 97588 w 2368504"/>
                <a:gd name="csY0" fmla="*/ 0 h 1564346"/>
                <a:gd name="csX1" fmla="*/ 0 w 2368504"/>
                <a:gd name="csY1" fmla="*/ 151818 h 1564346"/>
                <a:gd name="csX2" fmla="*/ 2368504 w 2368504"/>
                <a:gd name="csY2" fmla="*/ 1564346 h 1564346"/>
                <a:gd name="csX3" fmla="*/ 97588 w 2368504"/>
                <a:gd name="csY3" fmla="*/ 0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4" h="1564346">
                  <a:moveTo>
                    <a:pt x="97588" y="0"/>
                  </a:moveTo>
                  <a:cubicBezTo>
                    <a:pt x="63145" y="49832"/>
                    <a:pt x="30657" y="100398"/>
                    <a:pt x="0" y="151818"/>
                  </a:cubicBezTo>
                  <a:lnTo>
                    <a:pt x="2368504" y="1564346"/>
                  </a:lnTo>
                  <a:lnTo>
                    <a:pt x="9758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6927E86C-2182-F5D9-C42C-2B64B0FA5351}"/>
                </a:ext>
              </a:extLst>
            </p:cNvPr>
            <p:cNvSpPr/>
            <p:nvPr/>
          </p:nvSpPr>
          <p:spPr>
            <a:xfrm>
              <a:off x="-1072818" y="2489343"/>
              <a:ext cx="2653818" cy="923486"/>
            </a:xfrm>
            <a:custGeom>
              <a:avLst/>
              <a:gdLst>
                <a:gd name="csX0" fmla="*/ 54840 w 2653818"/>
                <a:gd name="csY0" fmla="*/ 0 h 923486"/>
                <a:gd name="csX1" fmla="*/ 0 w 2653818"/>
                <a:gd name="csY1" fmla="*/ 171971 h 923486"/>
                <a:gd name="csX2" fmla="*/ 2653819 w 2653818"/>
                <a:gd name="csY2" fmla="*/ 923487 h 923486"/>
                <a:gd name="csX3" fmla="*/ 54840 w 2653818"/>
                <a:gd name="csY3" fmla="*/ 0 h 9234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6">
                  <a:moveTo>
                    <a:pt x="54840" y="0"/>
                  </a:moveTo>
                  <a:cubicBezTo>
                    <a:pt x="34687" y="56916"/>
                    <a:pt x="16366" y="114199"/>
                    <a:pt x="0" y="171971"/>
                  </a:cubicBezTo>
                  <a:lnTo>
                    <a:pt x="2653819" y="923487"/>
                  </a:lnTo>
                  <a:lnTo>
                    <a:pt x="5484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45D5BF0F-371C-2393-5D0D-8125640B1E4A}"/>
                </a:ext>
              </a:extLst>
            </p:cNvPr>
            <p:cNvSpPr/>
            <p:nvPr/>
          </p:nvSpPr>
          <p:spPr>
            <a:xfrm>
              <a:off x="-952145" y="2158104"/>
              <a:ext cx="2533146" cy="1254725"/>
            </a:xfrm>
            <a:custGeom>
              <a:avLst/>
              <a:gdLst>
                <a:gd name="csX0" fmla="*/ 77069 w 2533146"/>
                <a:gd name="csY0" fmla="*/ 0 h 1254725"/>
                <a:gd name="csX1" fmla="*/ 0 w 2533146"/>
                <a:gd name="csY1" fmla="*/ 163177 h 1254725"/>
                <a:gd name="csX2" fmla="*/ 2533146 w 2533146"/>
                <a:gd name="csY2" fmla="*/ 1254726 h 1254725"/>
                <a:gd name="csX3" fmla="*/ 77191 w 2533146"/>
                <a:gd name="csY3" fmla="*/ 0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77069" y="0"/>
                  </a:moveTo>
                  <a:cubicBezTo>
                    <a:pt x="49588" y="53741"/>
                    <a:pt x="23695" y="108214"/>
                    <a:pt x="0" y="163177"/>
                  </a:cubicBezTo>
                  <a:lnTo>
                    <a:pt x="2533146" y="1254726"/>
                  </a:lnTo>
                  <a:lnTo>
                    <a:pt x="7719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B4E58B5B-698E-135F-1EB2-DD1078013FA0}"/>
                </a:ext>
              </a:extLst>
            </p:cNvPr>
            <p:cNvSpPr/>
            <p:nvPr/>
          </p:nvSpPr>
          <p:spPr>
            <a:xfrm>
              <a:off x="-1017978" y="2321281"/>
              <a:ext cx="2598978" cy="1091549"/>
            </a:xfrm>
            <a:custGeom>
              <a:avLst/>
              <a:gdLst>
                <a:gd name="csX0" fmla="*/ 65832 w 2598978"/>
                <a:gd name="csY0" fmla="*/ 0 h 1091549"/>
                <a:gd name="csX1" fmla="*/ 0 w 2598978"/>
                <a:gd name="csY1" fmla="*/ 168062 h 1091549"/>
                <a:gd name="csX2" fmla="*/ 2598979 w 2598978"/>
                <a:gd name="csY2" fmla="*/ 1091549 h 1091549"/>
                <a:gd name="csX3" fmla="*/ 65832 w 2598978"/>
                <a:gd name="csY3" fmla="*/ 0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65832" y="0"/>
                  </a:moveTo>
                  <a:cubicBezTo>
                    <a:pt x="41893" y="55451"/>
                    <a:pt x="20031" y="111512"/>
                    <a:pt x="0" y="168062"/>
                  </a:cubicBezTo>
                  <a:lnTo>
                    <a:pt x="2598979" y="1091549"/>
                  </a:lnTo>
                  <a:lnTo>
                    <a:pt x="658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0952092C-8453-48B8-1F5D-29F9406E355F}"/>
                </a:ext>
              </a:extLst>
            </p:cNvPr>
            <p:cNvSpPr/>
            <p:nvPr/>
          </p:nvSpPr>
          <p:spPr>
            <a:xfrm>
              <a:off x="-396050" y="3412952"/>
              <a:ext cx="1977051" cy="2047036"/>
            </a:xfrm>
            <a:custGeom>
              <a:avLst/>
              <a:gdLst>
                <a:gd name="csX0" fmla="*/ 0 w 1977051"/>
                <a:gd name="csY0" fmla="*/ 1921722 h 2047036"/>
                <a:gd name="csX1" fmla="*/ 129833 w 1977051"/>
                <a:gd name="csY1" fmla="*/ 2047036 h 2047036"/>
                <a:gd name="csX2" fmla="*/ 1977051 w 1977051"/>
                <a:gd name="csY2" fmla="*/ 0 h 2047036"/>
                <a:gd name="csX3" fmla="*/ 0 w 1977051"/>
                <a:gd name="csY3" fmla="*/ 1921845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0" y="1921722"/>
                  </a:moveTo>
                  <a:cubicBezTo>
                    <a:pt x="41649" y="1964471"/>
                    <a:pt x="84886" y="2006364"/>
                    <a:pt x="129833" y="2047036"/>
                  </a:cubicBezTo>
                  <a:lnTo>
                    <a:pt x="1977051" y="0"/>
                  </a:lnTo>
                  <a:lnTo>
                    <a:pt x="0" y="192184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C3AFE065-ECFC-0876-16C3-1FE0E043AE8C}"/>
                </a:ext>
              </a:extLst>
            </p:cNvPr>
            <p:cNvSpPr/>
            <p:nvPr/>
          </p:nvSpPr>
          <p:spPr>
            <a:xfrm>
              <a:off x="-630555" y="3412830"/>
              <a:ext cx="2211434" cy="1788591"/>
            </a:xfrm>
            <a:custGeom>
              <a:avLst/>
              <a:gdLst>
                <a:gd name="csX0" fmla="*/ 122 w 2211434"/>
                <a:gd name="csY0" fmla="*/ 1647644 h 1788591"/>
                <a:gd name="csX1" fmla="*/ 112734 w 2211434"/>
                <a:gd name="csY1" fmla="*/ 1788592 h 1788591"/>
                <a:gd name="csX2" fmla="*/ 2211434 w 2211434"/>
                <a:gd name="csY2" fmla="*/ 0 h 1788591"/>
                <a:gd name="csX3" fmla="*/ 0 w 2211434"/>
                <a:gd name="csY3" fmla="*/ 1647644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122" y="1647644"/>
                  </a:moveTo>
                  <a:cubicBezTo>
                    <a:pt x="35909" y="1695645"/>
                    <a:pt x="73405" y="1742668"/>
                    <a:pt x="112734" y="1788592"/>
                  </a:cubicBezTo>
                  <a:lnTo>
                    <a:pt x="2211434" y="0"/>
                  </a:lnTo>
                  <a:lnTo>
                    <a:pt x="0" y="16476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FD51CEAB-240F-4283-1BC0-3E7534CB1B48}"/>
                </a:ext>
              </a:extLst>
            </p:cNvPr>
            <p:cNvSpPr/>
            <p:nvPr/>
          </p:nvSpPr>
          <p:spPr>
            <a:xfrm>
              <a:off x="-733640" y="3412830"/>
              <a:ext cx="2314641" cy="1647644"/>
            </a:xfrm>
            <a:custGeom>
              <a:avLst/>
              <a:gdLst>
                <a:gd name="csX0" fmla="*/ 0 w 2314641"/>
                <a:gd name="csY0" fmla="*/ 1499613 h 1647644"/>
                <a:gd name="csX1" fmla="*/ 103207 w 2314641"/>
                <a:gd name="csY1" fmla="*/ 1647644 h 1647644"/>
                <a:gd name="csX2" fmla="*/ 2314641 w 2314641"/>
                <a:gd name="csY2" fmla="*/ 0 h 1647644"/>
                <a:gd name="csX3" fmla="*/ 0 w 2314641"/>
                <a:gd name="csY3" fmla="*/ 1499613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0" y="1499613"/>
                  </a:moveTo>
                  <a:cubicBezTo>
                    <a:pt x="32611" y="1549812"/>
                    <a:pt x="67054" y="1599278"/>
                    <a:pt x="103207" y="1647644"/>
                  </a:cubicBezTo>
                  <a:lnTo>
                    <a:pt x="2314641" y="0"/>
                  </a:lnTo>
                  <a:lnTo>
                    <a:pt x="0" y="1499613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64B8A484-E893-C258-6DA5-5A8AB7DF52B6}"/>
                </a:ext>
              </a:extLst>
            </p:cNvPr>
            <p:cNvSpPr/>
            <p:nvPr/>
          </p:nvSpPr>
          <p:spPr>
            <a:xfrm>
              <a:off x="-266339" y="3412830"/>
              <a:ext cx="1847218" cy="2163434"/>
            </a:xfrm>
            <a:custGeom>
              <a:avLst/>
              <a:gdLst>
                <a:gd name="csX0" fmla="*/ 122 w 1847218"/>
                <a:gd name="csY0" fmla="*/ 2047036 h 2163434"/>
                <a:gd name="csX1" fmla="*/ 138016 w 1847218"/>
                <a:gd name="csY1" fmla="*/ 2163434 h 2163434"/>
                <a:gd name="csX2" fmla="*/ 1847218 w 1847218"/>
                <a:gd name="csY2" fmla="*/ 0 h 2163434"/>
                <a:gd name="csX3" fmla="*/ 0 w 1847218"/>
                <a:gd name="csY3" fmla="*/ 2047036 h 2163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4">
                  <a:moveTo>
                    <a:pt x="122" y="2047036"/>
                  </a:moveTo>
                  <a:cubicBezTo>
                    <a:pt x="45069" y="2087586"/>
                    <a:pt x="91237" y="2126304"/>
                    <a:pt x="138016" y="2163434"/>
                  </a:cubicBezTo>
                  <a:lnTo>
                    <a:pt x="1847218" y="0"/>
                  </a:lnTo>
                  <a:lnTo>
                    <a:pt x="0" y="20470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6754DF79-BF45-DA21-1414-CA60D921CA2A}"/>
                </a:ext>
              </a:extLst>
            </p:cNvPr>
            <p:cNvSpPr/>
            <p:nvPr/>
          </p:nvSpPr>
          <p:spPr>
            <a:xfrm>
              <a:off x="-827076" y="3412708"/>
              <a:ext cx="2408076" cy="1499612"/>
            </a:xfrm>
            <a:custGeom>
              <a:avLst/>
              <a:gdLst>
                <a:gd name="csX0" fmla="*/ 0 w 2408076"/>
                <a:gd name="csY0" fmla="*/ 1345230 h 1499612"/>
                <a:gd name="csX1" fmla="*/ 93436 w 2408076"/>
                <a:gd name="csY1" fmla="*/ 1499613 h 1499612"/>
                <a:gd name="csX2" fmla="*/ 2408077 w 2408076"/>
                <a:gd name="csY2" fmla="*/ 0 h 1499612"/>
                <a:gd name="csX3" fmla="*/ 122 w 2408076"/>
                <a:gd name="csY3" fmla="*/ 1345230 h 1499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08076" h="1499612">
                  <a:moveTo>
                    <a:pt x="0" y="1345230"/>
                  </a:moveTo>
                  <a:cubicBezTo>
                    <a:pt x="29313" y="1397506"/>
                    <a:pt x="60458" y="1449048"/>
                    <a:pt x="93436" y="1499613"/>
                  </a:cubicBezTo>
                  <a:lnTo>
                    <a:pt x="2408077" y="0"/>
                  </a:lnTo>
                  <a:lnTo>
                    <a:pt x="122" y="134523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0BAF37FF-6F8D-9604-9FC6-7D4D8789F4B1}"/>
                </a:ext>
              </a:extLst>
            </p:cNvPr>
            <p:cNvSpPr/>
            <p:nvPr/>
          </p:nvSpPr>
          <p:spPr>
            <a:xfrm>
              <a:off x="-517822" y="3412708"/>
              <a:ext cx="2098822" cy="1921844"/>
            </a:xfrm>
            <a:custGeom>
              <a:avLst/>
              <a:gdLst>
                <a:gd name="csX0" fmla="*/ 0 w 2098822"/>
                <a:gd name="csY0" fmla="*/ 1788714 h 1921844"/>
                <a:gd name="csX1" fmla="*/ 121772 w 2098822"/>
                <a:gd name="csY1" fmla="*/ 1921845 h 1921844"/>
                <a:gd name="csX2" fmla="*/ 2098823 w 2098822"/>
                <a:gd name="csY2" fmla="*/ 0 h 1921844"/>
                <a:gd name="csX3" fmla="*/ 122 w 2098822"/>
                <a:gd name="csY3" fmla="*/ 1788592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0" y="1788714"/>
                  </a:moveTo>
                  <a:cubicBezTo>
                    <a:pt x="38840" y="1834150"/>
                    <a:pt x="79512" y="1878486"/>
                    <a:pt x="121772" y="1921845"/>
                  </a:cubicBezTo>
                  <a:lnTo>
                    <a:pt x="2098823" y="0"/>
                  </a:lnTo>
                  <a:lnTo>
                    <a:pt x="122" y="178859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95A9DBF7-F659-BC0D-DAD3-FC986E622C07}"/>
                </a:ext>
              </a:extLst>
            </p:cNvPr>
            <p:cNvSpPr/>
            <p:nvPr/>
          </p:nvSpPr>
          <p:spPr>
            <a:xfrm>
              <a:off x="-1043138" y="3412708"/>
              <a:ext cx="2624017" cy="1019365"/>
            </a:xfrm>
            <a:custGeom>
              <a:avLst/>
              <a:gdLst>
                <a:gd name="csX0" fmla="*/ 0 w 2624017"/>
                <a:gd name="csY0" fmla="*/ 849594 h 1019365"/>
                <a:gd name="csX1" fmla="*/ 61191 w 2624017"/>
                <a:gd name="csY1" fmla="*/ 1019366 h 1019365"/>
                <a:gd name="csX2" fmla="*/ 2624017 w 2624017"/>
                <a:gd name="csY2" fmla="*/ 0 h 1019365"/>
                <a:gd name="csX3" fmla="*/ 0 w 2624017"/>
                <a:gd name="csY3" fmla="*/ 849471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0" y="849594"/>
                  </a:moveTo>
                  <a:cubicBezTo>
                    <a:pt x="18443" y="906754"/>
                    <a:pt x="38962" y="963304"/>
                    <a:pt x="61191" y="1019366"/>
                  </a:cubicBezTo>
                  <a:lnTo>
                    <a:pt x="2624017" y="0"/>
                  </a:lnTo>
                  <a:lnTo>
                    <a:pt x="0" y="84947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D4E829E8-C529-5883-69AD-9AB8374A5558}"/>
                </a:ext>
              </a:extLst>
            </p:cNvPr>
            <p:cNvSpPr/>
            <p:nvPr/>
          </p:nvSpPr>
          <p:spPr>
            <a:xfrm>
              <a:off x="-1092848" y="3412830"/>
              <a:ext cx="2673849" cy="849471"/>
            </a:xfrm>
            <a:custGeom>
              <a:avLst/>
              <a:gdLst>
                <a:gd name="csX0" fmla="*/ 0 w 2673849"/>
                <a:gd name="csY0" fmla="*/ 676035 h 849471"/>
                <a:gd name="csX1" fmla="*/ 49832 w 2673849"/>
                <a:gd name="csY1" fmla="*/ 849471 h 849471"/>
                <a:gd name="csX2" fmla="*/ 2673850 w 2673849"/>
                <a:gd name="csY2" fmla="*/ 0 h 849471"/>
                <a:gd name="csX3" fmla="*/ 0 w 2673849"/>
                <a:gd name="csY3" fmla="*/ 676035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0" y="676035"/>
                  </a:moveTo>
                  <a:cubicBezTo>
                    <a:pt x="14657" y="734295"/>
                    <a:pt x="31267" y="792189"/>
                    <a:pt x="49832" y="849471"/>
                  </a:cubicBezTo>
                  <a:lnTo>
                    <a:pt x="2673850" y="0"/>
                  </a:lnTo>
                  <a:lnTo>
                    <a:pt x="0" y="67603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AA215F59-90B4-C224-25B9-79890A783DC6}"/>
                </a:ext>
              </a:extLst>
            </p:cNvPr>
            <p:cNvSpPr/>
            <p:nvPr/>
          </p:nvSpPr>
          <p:spPr>
            <a:xfrm>
              <a:off x="-1131200" y="3412830"/>
              <a:ext cx="2712200" cy="676035"/>
            </a:xfrm>
            <a:custGeom>
              <a:avLst/>
              <a:gdLst>
                <a:gd name="csX0" fmla="*/ 0 w 2712200"/>
                <a:gd name="csY0" fmla="*/ 499667 h 676035"/>
                <a:gd name="csX1" fmla="*/ 38351 w 2712200"/>
                <a:gd name="csY1" fmla="*/ 676035 h 676035"/>
                <a:gd name="csX2" fmla="*/ 2712201 w 2712200"/>
                <a:gd name="csY2" fmla="*/ 0 h 676035"/>
                <a:gd name="csX3" fmla="*/ 0 w 2712200"/>
                <a:gd name="csY3" fmla="*/ 499667 h 676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5">
                  <a:moveTo>
                    <a:pt x="0" y="499667"/>
                  </a:moveTo>
                  <a:cubicBezTo>
                    <a:pt x="10870" y="558782"/>
                    <a:pt x="23573" y="617653"/>
                    <a:pt x="38351" y="676035"/>
                  </a:cubicBezTo>
                  <a:lnTo>
                    <a:pt x="2712201" y="0"/>
                  </a:lnTo>
                  <a:lnTo>
                    <a:pt x="0" y="4996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0A2102B1-A786-A53F-C979-52BAF1751E7E}"/>
                </a:ext>
              </a:extLst>
            </p:cNvPr>
            <p:cNvSpPr/>
            <p:nvPr/>
          </p:nvSpPr>
          <p:spPr>
            <a:xfrm>
              <a:off x="-909885" y="3412708"/>
              <a:ext cx="2490764" cy="1345230"/>
            </a:xfrm>
            <a:custGeom>
              <a:avLst/>
              <a:gdLst>
                <a:gd name="csX0" fmla="*/ 122 w 2490764"/>
                <a:gd name="csY0" fmla="*/ 1184863 h 1345230"/>
                <a:gd name="csX1" fmla="*/ 82810 w 2490764"/>
                <a:gd name="csY1" fmla="*/ 1345230 h 1345230"/>
                <a:gd name="csX2" fmla="*/ 2490764 w 2490764"/>
                <a:gd name="csY2" fmla="*/ 0 h 1345230"/>
                <a:gd name="csX3" fmla="*/ 0 w 2490764"/>
                <a:gd name="csY3" fmla="*/ 1184741 h 1345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90764" h="1345230">
                  <a:moveTo>
                    <a:pt x="122" y="1184863"/>
                  </a:moveTo>
                  <a:cubicBezTo>
                    <a:pt x="25893" y="1239092"/>
                    <a:pt x="53374" y="1292589"/>
                    <a:pt x="82810" y="1345230"/>
                  </a:cubicBezTo>
                  <a:lnTo>
                    <a:pt x="2490764" y="0"/>
                  </a:lnTo>
                  <a:lnTo>
                    <a:pt x="0" y="11847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7172047F-067C-B863-54BA-FC13C830FC51}"/>
                </a:ext>
              </a:extLst>
            </p:cNvPr>
            <p:cNvSpPr/>
            <p:nvPr/>
          </p:nvSpPr>
          <p:spPr>
            <a:xfrm>
              <a:off x="-981825" y="3412830"/>
              <a:ext cx="2562825" cy="1184740"/>
            </a:xfrm>
            <a:custGeom>
              <a:avLst/>
              <a:gdLst>
                <a:gd name="csX0" fmla="*/ 0 w 2562825"/>
                <a:gd name="csY0" fmla="*/ 1019243 h 1184740"/>
                <a:gd name="csX1" fmla="*/ 72062 w 2562825"/>
                <a:gd name="csY1" fmla="*/ 1184741 h 1184740"/>
                <a:gd name="csX2" fmla="*/ 2562826 w 2562825"/>
                <a:gd name="csY2" fmla="*/ 0 h 1184740"/>
                <a:gd name="csX3" fmla="*/ 0 w 2562825"/>
                <a:gd name="csY3" fmla="*/ 1019365 h 1184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62825" h="1184740">
                  <a:moveTo>
                    <a:pt x="0" y="1019243"/>
                  </a:moveTo>
                  <a:cubicBezTo>
                    <a:pt x="22107" y="1075060"/>
                    <a:pt x="46168" y="1130267"/>
                    <a:pt x="72062" y="1184741"/>
                  </a:cubicBezTo>
                  <a:lnTo>
                    <a:pt x="2562826" y="0"/>
                  </a:lnTo>
                  <a:lnTo>
                    <a:pt x="0" y="101936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4CC1C517-B62B-2133-1276-D38135768AC0}"/>
                </a:ext>
              </a:extLst>
            </p:cNvPr>
            <p:cNvSpPr/>
            <p:nvPr/>
          </p:nvSpPr>
          <p:spPr>
            <a:xfrm>
              <a:off x="-1158070" y="3412830"/>
              <a:ext cx="2739071" cy="499667"/>
            </a:xfrm>
            <a:custGeom>
              <a:avLst/>
              <a:gdLst>
                <a:gd name="csX0" fmla="*/ 0 w 2739071"/>
                <a:gd name="csY0" fmla="*/ 321224 h 499667"/>
                <a:gd name="csX1" fmla="*/ 26870 w 2739071"/>
                <a:gd name="csY1" fmla="*/ 499667 h 499667"/>
                <a:gd name="csX2" fmla="*/ 2739071 w 2739071"/>
                <a:gd name="csY2" fmla="*/ 0 h 499667"/>
                <a:gd name="csX3" fmla="*/ 0 w 2739071"/>
                <a:gd name="csY3" fmla="*/ 32122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0" y="321224"/>
                  </a:moveTo>
                  <a:cubicBezTo>
                    <a:pt x="6962" y="380949"/>
                    <a:pt x="16000" y="440430"/>
                    <a:pt x="26870" y="499667"/>
                  </a:cubicBezTo>
                  <a:lnTo>
                    <a:pt x="2739071" y="0"/>
                  </a:lnTo>
                  <a:lnTo>
                    <a:pt x="0" y="32122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" name="Freeform 106">
            <a:extLst>
              <a:ext uri="{FF2B5EF4-FFF2-40B4-BE49-F238E27FC236}">
                <a16:creationId xmlns:a16="http://schemas.microsoft.com/office/drawing/2014/main" id="{A79E7B7D-8EEB-81DC-0A05-076BC0BFAB55}"/>
              </a:ext>
            </a:extLst>
          </p:cNvPr>
          <p:cNvSpPr/>
          <p:nvPr/>
        </p:nvSpPr>
        <p:spPr>
          <a:xfrm>
            <a:off x="-1264697" y="3132767"/>
            <a:ext cx="5591364" cy="3013637"/>
          </a:xfrm>
          <a:custGeom>
            <a:avLst/>
            <a:gdLst>
              <a:gd name="csX0" fmla="*/ 5591365 w 5591364"/>
              <a:gd name="csY0" fmla="*/ 0 h 3013637"/>
              <a:gd name="csX1" fmla="*/ 2805515 w 5591364"/>
              <a:gd name="csY1" fmla="*/ 3013638 h 3013637"/>
              <a:gd name="csX2" fmla="*/ 0 w 5591364"/>
              <a:gd name="csY2" fmla="*/ 39329 h 3013637"/>
              <a:gd name="csX3" fmla="*/ 2805759 w 5591364"/>
              <a:gd name="csY3" fmla="*/ 247208 h 3013637"/>
              <a:gd name="csX4" fmla="*/ 5591365 w 5591364"/>
              <a:gd name="csY4" fmla="*/ 122 h 3013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1364" h="3013637">
                <a:moveTo>
                  <a:pt x="5591365" y="0"/>
                </a:moveTo>
                <a:cubicBezTo>
                  <a:pt x="5579396" y="1961417"/>
                  <a:pt x="4185066" y="3013882"/>
                  <a:pt x="2805515" y="3013638"/>
                </a:cubicBezTo>
                <a:cubicBezTo>
                  <a:pt x="1425964" y="3013394"/>
                  <a:pt x="11481" y="1999647"/>
                  <a:pt x="0" y="39329"/>
                </a:cubicBezTo>
                <a:cubicBezTo>
                  <a:pt x="931792" y="245131"/>
                  <a:pt x="1886791" y="245864"/>
                  <a:pt x="2805759" y="247208"/>
                </a:cubicBezTo>
                <a:cubicBezTo>
                  <a:pt x="3724727" y="248551"/>
                  <a:pt x="4657374" y="210933"/>
                  <a:pt x="5591365" y="122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8" name="Graphic 5">
            <a:extLst>
              <a:ext uri="{FF2B5EF4-FFF2-40B4-BE49-F238E27FC236}">
                <a16:creationId xmlns:a16="http://schemas.microsoft.com/office/drawing/2014/main" id="{39276488-3B1A-70D4-A4C6-3EC7DA4B4D27}"/>
              </a:ext>
            </a:extLst>
          </p:cNvPr>
          <p:cNvGrpSpPr/>
          <p:nvPr/>
        </p:nvGrpSpPr>
        <p:grpSpPr>
          <a:xfrm>
            <a:off x="-1616089" y="222580"/>
            <a:ext cx="6314544" cy="7714981"/>
            <a:chOff x="-1616089" y="222580"/>
            <a:chExt cx="6314544" cy="7714981"/>
          </a:xfrm>
        </p:grpSpPr>
        <p:grpSp>
          <p:nvGrpSpPr>
            <p:cNvPr id="109" name="Graphic 5">
              <a:extLst>
                <a:ext uri="{FF2B5EF4-FFF2-40B4-BE49-F238E27FC236}">
                  <a16:creationId xmlns:a16="http://schemas.microsoft.com/office/drawing/2014/main" id="{203E1B6D-AD95-D340-57E2-4D309C81617D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  <a:solidFill>
              <a:srgbClr val="01253E"/>
            </a:solidFill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3AE1DB0C-B02A-D257-F145-5ED4592C5566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AAC06600-0504-F7FF-A0DF-E43C4F724DC4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2" name="Graphic 5">
                <a:extLst>
                  <a:ext uri="{FF2B5EF4-FFF2-40B4-BE49-F238E27FC236}">
                    <a16:creationId xmlns:a16="http://schemas.microsoft.com/office/drawing/2014/main" id="{0F85B26B-DBA7-E364-D6FF-E4C5FC362728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53" cy="7546675"/>
                <a:chOff x="-1544393" y="356077"/>
                <a:chExt cx="6108253" cy="7546675"/>
              </a:xfrm>
              <a:solidFill>
                <a:srgbClr val="01253E"/>
              </a:solidFill>
            </p:grpSpPr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F346828C-CE37-C49A-4C2F-0AEF0BE2E875}"/>
                    </a:ext>
                  </a:extLst>
                </p:cNvPr>
                <p:cNvSpPr/>
                <p:nvPr/>
              </p:nvSpPr>
              <p:spPr>
                <a:xfrm>
                  <a:off x="-680754" y="33449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B49677AF-11FD-6163-8499-C0F7C11B6568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BF7A21A5-D139-9BEB-2BC5-9F5455FB2316}"/>
                    </a:ext>
                  </a:extLst>
                </p:cNvPr>
                <p:cNvSpPr/>
                <p:nvPr/>
              </p:nvSpPr>
              <p:spPr>
                <a:xfrm>
                  <a:off x="-95468" y="35806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1B6327CF-4361-60EA-9901-32EA05EFC791}"/>
                    </a:ext>
                  </a:extLst>
                </p:cNvPr>
                <p:cNvSpPr/>
                <p:nvPr/>
              </p:nvSpPr>
              <p:spPr>
                <a:xfrm>
                  <a:off x="-317882" y="3918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8FBEE679-3571-9170-F952-80E84ACB76BC}"/>
                    </a:ext>
                  </a:extLst>
                </p:cNvPr>
                <p:cNvSpPr/>
                <p:nvPr/>
              </p:nvSpPr>
              <p:spPr>
                <a:xfrm>
                  <a:off x="-352813" y="37379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E6625317-2C0D-C047-17FE-67382881925D}"/>
                    </a:ext>
                  </a:extLst>
                </p:cNvPr>
                <p:cNvSpPr/>
                <p:nvPr/>
              </p:nvSpPr>
              <p:spPr>
                <a:xfrm>
                  <a:off x="299160" y="39514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6588DC68-047B-A6FB-5604-AACDF78C44A2}"/>
                    </a:ext>
                  </a:extLst>
                </p:cNvPr>
                <p:cNvSpPr/>
                <p:nvPr/>
              </p:nvSpPr>
              <p:spPr>
                <a:xfrm>
                  <a:off x="-67498" y="42232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B9B601D5-E834-EA7B-A981-806C32B33D11}"/>
                    </a:ext>
                  </a:extLst>
                </p:cNvPr>
                <p:cNvSpPr/>
                <p:nvPr/>
              </p:nvSpPr>
              <p:spPr>
                <a:xfrm>
                  <a:off x="-173270" y="374138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5D120911-A874-3BD7-67AE-5D5071D5004C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1D982F0C-7D4A-EA02-981D-2F236ABBA87F}"/>
                    </a:ext>
                  </a:extLst>
                </p:cNvPr>
                <p:cNvSpPr/>
                <p:nvPr/>
              </p:nvSpPr>
              <p:spPr>
                <a:xfrm>
                  <a:off x="-950557" y="3862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0800209E-B8D6-0C9F-6C98-649FD2D17FCF}"/>
                    </a:ext>
                  </a:extLst>
                </p:cNvPr>
                <p:cNvSpPr/>
                <p:nvPr/>
              </p:nvSpPr>
              <p:spPr>
                <a:xfrm>
                  <a:off x="-1097123" y="38439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7323B5ED-09B4-3CE7-FA3E-213D39DC1674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B07FB327-B8DA-EDAD-134C-584FE5F020C7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925F7805-72E7-2408-E0B9-37512D991858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ADDCDA08-AF67-5726-4497-7AF52ED4FA82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512F8B96-5E9A-55B8-A207-3399091DEEFE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4930C338-AE95-4CD6-E0D5-47764C9589DD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32B2CBEF-D79C-CD38-CB4B-6835610ACABA}"/>
                    </a:ext>
                  </a:extLst>
                </p:cNvPr>
                <p:cNvSpPr/>
                <p:nvPr/>
              </p:nvSpPr>
              <p:spPr>
                <a:xfrm>
                  <a:off x="-433180" y="49350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02B23660-1B19-74CD-8475-D6A67CE24F58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22545313-087D-597E-D21F-52C1A5728DD4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DFEBB263-F597-E0D0-4EC1-78AE4D13C975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DDF9DE42-9A36-B975-1322-5EB14BFB8038}"/>
                    </a:ext>
                  </a:extLst>
                </p:cNvPr>
                <p:cNvSpPr/>
                <p:nvPr/>
              </p:nvSpPr>
              <p:spPr>
                <a:xfrm>
                  <a:off x="741056" y="56207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615B4B4B-DB3D-5D15-7590-A2AEAB10AE9C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E2E07E3C-5AF0-D4F4-18A9-D185F0358C05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00C384F3-A463-A884-F3C5-49AE64B929DB}"/>
                    </a:ext>
                  </a:extLst>
                </p:cNvPr>
                <p:cNvSpPr/>
                <p:nvPr/>
              </p:nvSpPr>
              <p:spPr>
                <a:xfrm>
                  <a:off x="-19620" y="53510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4A783BEB-D5D3-8EC4-8327-1B5A5B55F476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D2CE371C-C43E-5CFA-6117-0E0C4B8D7409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C1CBA579-0A3C-509D-0A28-AEAE767ED285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693507ED-BF92-EB10-9EDF-5A3844294D60}"/>
                    </a:ext>
                  </a:extLst>
                </p:cNvPr>
                <p:cNvSpPr/>
                <p:nvPr/>
              </p:nvSpPr>
              <p:spPr>
                <a:xfrm>
                  <a:off x="-757701" y="50789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4A592797-5EF0-EC22-84EF-F6EC7386DA22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B8D79536-F047-8947-4B08-8E660F40110B}"/>
                    </a:ext>
                  </a:extLst>
                </p:cNvPr>
                <p:cNvSpPr/>
                <p:nvPr/>
              </p:nvSpPr>
              <p:spPr>
                <a:xfrm>
                  <a:off x="-1158925" y="43342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7BB084A3-73F3-8B71-568E-F4B30A5588FA}"/>
                    </a:ext>
                  </a:extLst>
                </p:cNvPr>
                <p:cNvSpPr/>
                <p:nvPr/>
              </p:nvSpPr>
              <p:spPr>
                <a:xfrm>
                  <a:off x="-733029" y="528374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19765713-2BC9-05BF-2BBE-F7D699FB6558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6BB3E51D-B835-968B-2575-37CA2F4CFF17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56B3B97F-9203-630E-3793-63FFA4001BD5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93616DA5-C294-5AD7-F063-817D61A41435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0BF7E43E-9293-CBE1-04B0-A965E3DA5E14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9D27F2F6-FDCC-74EF-887C-BDCCC9810CB0}"/>
                    </a:ext>
                  </a:extLst>
                </p:cNvPr>
                <p:cNvSpPr/>
                <p:nvPr/>
              </p:nvSpPr>
              <p:spPr>
                <a:xfrm>
                  <a:off x="919988" y="65151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D5CFB298-4480-5C20-8EF2-8D9735817267}"/>
                    </a:ext>
                  </a:extLst>
                </p:cNvPr>
                <p:cNvSpPr/>
                <p:nvPr/>
              </p:nvSpPr>
              <p:spPr>
                <a:xfrm>
                  <a:off x="451832" y="61871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467FCE2D-DB1C-B98C-78F6-9A75AF5E38B5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F2AF2478-939F-23BC-C27F-DA021FC14B0C}"/>
                    </a:ext>
                  </a:extLst>
                </p:cNvPr>
                <p:cNvSpPr/>
                <p:nvPr/>
              </p:nvSpPr>
              <p:spPr>
                <a:xfrm>
                  <a:off x="120960" y="61773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F4DCC7D1-D7D2-2C20-1D29-179600323A39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A89CE5B8-EF61-F47E-E82A-72FAA9C61C85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9B64664B-DC4F-0D05-B09A-9D62261055C1}"/>
                    </a:ext>
                  </a:extLst>
                </p:cNvPr>
                <p:cNvSpPr/>
                <p:nvPr/>
              </p:nvSpPr>
              <p:spPr>
                <a:xfrm>
                  <a:off x="-248263" y="542346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8D6D7FE4-30E0-CB8C-BF0B-6B701FDA81FB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433DA6BB-41C1-3064-D600-CFA49D7C7DDC}"/>
                    </a:ext>
                  </a:extLst>
                </p:cNvPr>
                <p:cNvSpPr/>
                <p:nvPr/>
              </p:nvSpPr>
              <p:spPr>
                <a:xfrm>
                  <a:off x="-293332" y="563574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5063976C-24BF-C2F6-5C9D-1C909205CAAE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84A8411C-1354-EC9E-798A-691DA3076138}"/>
                    </a:ext>
                  </a:extLst>
                </p:cNvPr>
                <p:cNvSpPr/>
                <p:nvPr/>
              </p:nvSpPr>
              <p:spPr>
                <a:xfrm>
                  <a:off x="407252" y="38624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60D75AD2-6BA9-769B-05AB-481DAD54C5D7}"/>
                    </a:ext>
                  </a:extLst>
                </p:cNvPr>
                <p:cNvSpPr/>
                <p:nvPr/>
              </p:nvSpPr>
              <p:spPr>
                <a:xfrm>
                  <a:off x="583864" y="357063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0E87B08A-CD1E-05D6-F10D-1194C50641FD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F2FFA3BF-A3E4-06A1-056C-98498284BA8E}"/>
                    </a:ext>
                  </a:extLst>
                </p:cNvPr>
                <p:cNvSpPr/>
                <p:nvPr/>
              </p:nvSpPr>
              <p:spPr>
                <a:xfrm>
                  <a:off x="562978" y="36842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705CB048-AB67-6825-72C9-1C2E7BF3529C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9158BBAE-E858-33E7-D72A-F8D52F3B8A35}"/>
                    </a:ext>
                  </a:extLst>
                </p:cNvPr>
                <p:cNvSpPr/>
                <p:nvPr/>
              </p:nvSpPr>
              <p:spPr>
                <a:xfrm>
                  <a:off x="988996" y="38108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69C323AC-3846-7E41-4845-27E487A856ED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F7BD2774-7F90-422F-8AF3-144FFB799DC6}"/>
                    </a:ext>
                  </a:extLst>
                </p:cNvPr>
                <p:cNvSpPr/>
                <p:nvPr/>
              </p:nvSpPr>
              <p:spPr>
                <a:xfrm>
                  <a:off x="263129" y="34781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5D14515C-7727-C71D-2E6B-F7E2A6D4ABB3}"/>
                    </a:ext>
                  </a:extLst>
                </p:cNvPr>
                <p:cNvSpPr/>
                <p:nvPr/>
              </p:nvSpPr>
              <p:spPr>
                <a:xfrm>
                  <a:off x="-224690" y="40828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F67B42C3-115B-1910-D1EE-B588F9AAF631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0EF532A0-5637-F48F-7A43-C02379DC746C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FB2EFAA6-6060-119E-737D-4E149FC801CD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C6C0D6B4-39C4-21BE-6D86-5C7C1A67F2AD}"/>
                    </a:ext>
                  </a:extLst>
                </p:cNvPr>
                <p:cNvSpPr/>
                <p:nvPr/>
              </p:nvSpPr>
              <p:spPr>
                <a:xfrm>
                  <a:off x="1301426" y="48470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574E34BC-279E-DFB1-787A-FCFC9052DE4F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Oval 173">
                  <a:extLst>
                    <a:ext uri="{FF2B5EF4-FFF2-40B4-BE49-F238E27FC236}">
                      <a16:creationId xmlns:a16="http://schemas.microsoft.com/office/drawing/2014/main" id="{C96F03B8-929A-66DF-21A1-4C5012034EFC}"/>
                    </a:ext>
                  </a:extLst>
                </p:cNvPr>
                <p:cNvSpPr/>
                <p:nvPr/>
              </p:nvSpPr>
              <p:spPr>
                <a:xfrm>
                  <a:off x="2650931" y="4728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C349E163-7171-5322-AF54-E175988619E7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4D592C91-96A7-A3D5-033A-6C2DAF7FA39E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Oval 176">
                  <a:extLst>
                    <a:ext uri="{FF2B5EF4-FFF2-40B4-BE49-F238E27FC236}">
                      <a16:creationId xmlns:a16="http://schemas.microsoft.com/office/drawing/2014/main" id="{CB449E6E-D1D3-750F-D05B-99566CFC2EC9}"/>
                    </a:ext>
                  </a:extLst>
                </p:cNvPr>
                <p:cNvSpPr/>
                <p:nvPr/>
              </p:nvSpPr>
              <p:spPr>
                <a:xfrm>
                  <a:off x="2210012" y="40968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BC3570B1-1A27-86E4-8CC0-F67149EBA9F3}"/>
                    </a:ext>
                  </a:extLst>
                </p:cNvPr>
                <p:cNvSpPr/>
                <p:nvPr/>
              </p:nvSpPr>
              <p:spPr>
                <a:xfrm>
                  <a:off x="2749985" y="3796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D10F9894-4CC6-80E8-2F77-15A8340EC4DA}"/>
                    </a:ext>
                  </a:extLst>
                </p:cNvPr>
                <p:cNvSpPr/>
                <p:nvPr/>
              </p:nvSpPr>
              <p:spPr>
                <a:xfrm>
                  <a:off x="2038163" y="4342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B3602C92-E9A4-FE79-234D-6722395B74E2}"/>
                    </a:ext>
                  </a:extLst>
                </p:cNvPr>
                <p:cNvSpPr/>
                <p:nvPr/>
              </p:nvSpPr>
              <p:spPr>
                <a:xfrm>
                  <a:off x="2441952" y="3503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6B91FCA0-BA39-53CE-F7CA-EDB4C03776BD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0A230039-5179-CFC5-47C2-065EF448EE2A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B6B089FD-E918-BAA2-40BC-3E96B6D8A5A8}"/>
                    </a:ext>
                  </a:extLst>
                </p:cNvPr>
                <p:cNvSpPr/>
                <p:nvPr/>
              </p:nvSpPr>
              <p:spPr>
                <a:xfrm>
                  <a:off x="2087996" y="5131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E032270D-7CD0-203B-F1EC-A03BE4B650BF}"/>
                    </a:ext>
                  </a:extLst>
                </p:cNvPr>
                <p:cNvSpPr/>
                <p:nvPr/>
              </p:nvSpPr>
              <p:spPr>
                <a:xfrm>
                  <a:off x="2898383" y="46356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1A9994BD-6C61-F7E2-8AE4-4F83B645BF86}"/>
                    </a:ext>
                  </a:extLst>
                </p:cNvPr>
                <p:cNvSpPr/>
                <p:nvPr/>
              </p:nvSpPr>
              <p:spPr>
                <a:xfrm>
                  <a:off x="2202073" y="548930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BEC53185-700F-3D8B-2891-595807EF7D54}"/>
                    </a:ext>
                  </a:extLst>
                </p:cNvPr>
                <p:cNvSpPr/>
                <p:nvPr/>
              </p:nvSpPr>
              <p:spPr>
                <a:xfrm>
                  <a:off x="1848116" y="439701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E31356BF-6275-C1C9-DE4E-6C5059F21CD8}"/>
                    </a:ext>
                  </a:extLst>
                </p:cNvPr>
                <p:cNvSpPr/>
                <p:nvPr/>
              </p:nvSpPr>
              <p:spPr>
                <a:xfrm>
                  <a:off x="1679932" y="49976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9170447F-137C-4B70-7BC1-520827F47DDC}"/>
                    </a:ext>
                  </a:extLst>
                </p:cNvPr>
                <p:cNvSpPr/>
                <p:nvPr/>
              </p:nvSpPr>
              <p:spPr>
                <a:xfrm>
                  <a:off x="1232540" y="53097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DFEE43DC-1214-045F-C04B-8262B214AC3F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5A6563C9-8CF8-206C-0A7F-491A19FC25B6}"/>
                    </a:ext>
                  </a:extLst>
                </p:cNvPr>
                <p:cNvSpPr/>
                <p:nvPr/>
              </p:nvSpPr>
              <p:spPr>
                <a:xfrm>
                  <a:off x="381359" y="45001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507E368E-38BB-0891-8654-BEC6F06A182D}"/>
                    </a:ext>
                  </a:extLst>
                </p:cNvPr>
                <p:cNvSpPr/>
                <p:nvPr/>
              </p:nvSpPr>
              <p:spPr>
                <a:xfrm>
                  <a:off x="1444572" y="5067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05304AE5-4E98-55CF-5C80-2627E96FA543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D51F1BA6-6158-A959-4CB7-8D736F4E7403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52013A21-BD3C-0397-3435-8391D1B7084C}"/>
                    </a:ext>
                  </a:extLst>
                </p:cNvPr>
                <p:cNvSpPr/>
                <p:nvPr/>
              </p:nvSpPr>
              <p:spPr>
                <a:xfrm>
                  <a:off x="1845551" y="66747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1C653C78-A6A0-6FFA-34AA-04C690833BB2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2A2D8535-9331-31EA-A7FF-569825DF021F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DDF83F2B-D8FB-9792-0BD2-DFF295423C9B}"/>
                    </a:ext>
                  </a:extLst>
                </p:cNvPr>
                <p:cNvSpPr/>
                <p:nvPr/>
              </p:nvSpPr>
              <p:spPr>
                <a:xfrm>
                  <a:off x="914370" y="63987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AEF4FDDD-A421-80E9-6625-F84F9704F6E3}"/>
                    </a:ext>
                  </a:extLst>
                </p:cNvPr>
                <p:cNvSpPr/>
                <p:nvPr/>
              </p:nvSpPr>
              <p:spPr>
                <a:xfrm>
                  <a:off x="409695" y="72951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6051CF08-27C6-EB7B-8BC4-81C793E43E4C}"/>
                    </a:ext>
                  </a:extLst>
                </p:cNvPr>
                <p:cNvSpPr/>
                <p:nvPr/>
              </p:nvSpPr>
              <p:spPr>
                <a:xfrm>
                  <a:off x="560413" y="64425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6627BD41-3383-1069-1474-C4A50470C292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9E5D5784-1CF2-0A7A-60DF-C1C426A1AF27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4DF8EC37-44EB-E7B4-B795-20D1442B1E23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F9527DA0-0758-7203-98DA-918BCC13B0EE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70A54F2C-1E56-C5F9-FD2F-7A2FBC625F7C}"/>
                    </a:ext>
                  </a:extLst>
                </p:cNvPr>
                <p:cNvSpPr/>
                <p:nvPr/>
              </p:nvSpPr>
              <p:spPr>
                <a:xfrm>
                  <a:off x="-360874" y="76173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0CBB068A-5226-C5D1-87AB-B324FC70FC85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868F3E5F-630E-3AE4-B49D-BB9B1A649228}"/>
                    </a:ext>
                  </a:extLst>
                </p:cNvPr>
                <p:cNvSpPr/>
                <p:nvPr/>
              </p:nvSpPr>
              <p:spPr>
                <a:xfrm>
                  <a:off x="23494" y="71299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D1E5C0F7-0322-3B9E-4E27-B84763F00FD0}"/>
                    </a:ext>
                  </a:extLst>
                </p:cNvPr>
                <p:cNvSpPr/>
                <p:nvPr/>
              </p:nvSpPr>
              <p:spPr>
                <a:xfrm>
                  <a:off x="-237026" y="69228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45AD5E59-E4AE-879C-3B28-A16B03EF96C3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53CDDD8D-05D1-2116-11A1-1705BD5CC8A8}"/>
                    </a:ext>
                  </a:extLst>
                </p:cNvPr>
                <p:cNvSpPr/>
                <p:nvPr/>
              </p:nvSpPr>
              <p:spPr>
                <a:xfrm>
                  <a:off x="-90949" y="7303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EEA18E45-45C9-8ABE-D50C-D7ABCC184920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Oval 210">
                  <a:extLst>
                    <a:ext uri="{FF2B5EF4-FFF2-40B4-BE49-F238E27FC236}">
                      <a16:creationId xmlns:a16="http://schemas.microsoft.com/office/drawing/2014/main" id="{07CA740D-DFD8-1F6E-3A97-AD3C0581FA87}"/>
                    </a:ext>
                  </a:extLst>
                </p:cNvPr>
                <p:cNvSpPr/>
                <p:nvPr/>
              </p:nvSpPr>
              <p:spPr>
                <a:xfrm>
                  <a:off x="771712" y="77074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Oval 211">
                  <a:extLst>
                    <a:ext uri="{FF2B5EF4-FFF2-40B4-BE49-F238E27FC236}">
                      <a16:creationId xmlns:a16="http://schemas.microsoft.com/office/drawing/2014/main" id="{09E3FFA8-43C6-9D51-6212-811147503FD5}"/>
                    </a:ext>
                  </a:extLst>
                </p:cNvPr>
                <p:cNvSpPr/>
                <p:nvPr/>
              </p:nvSpPr>
              <p:spPr>
                <a:xfrm>
                  <a:off x="469542" y="78080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B2222A48-7641-46D8-D469-E224EAB83A3C}"/>
                    </a:ext>
                  </a:extLst>
                </p:cNvPr>
                <p:cNvSpPr/>
                <p:nvPr/>
              </p:nvSpPr>
              <p:spPr>
                <a:xfrm>
                  <a:off x="338977" y="75111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Oval 213">
                  <a:extLst>
                    <a:ext uri="{FF2B5EF4-FFF2-40B4-BE49-F238E27FC236}">
                      <a16:creationId xmlns:a16="http://schemas.microsoft.com/office/drawing/2014/main" id="{F44646EC-CDF0-C99E-651F-5F260B2D4C5D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8B0EEEB9-D512-3AA6-305F-BE10707F6FBC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id="{5CCCB967-1AB4-F05E-B90A-66AC7E4E3603}"/>
                    </a:ext>
                  </a:extLst>
                </p:cNvPr>
                <p:cNvSpPr/>
                <p:nvPr/>
              </p:nvSpPr>
              <p:spPr>
                <a:xfrm>
                  <a:off x="929515" y="747197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FF123844-1EA0-8D5A-4E97-CAEF582A0FFE}"/>
                    </a:ext>
                  </a:extLst>
                </p:cNvPr>
                <p:cNvSpPr/>
                <p:nvPr/>
              </p:nvSpPr>
              <p:spPr>
                <a:xfrm>
                  <a:off x="1439808" y="70917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D21C42DC-B7CB-A454-E0A4-6D00ADCA4DA7}"/>
                    </a:ext>
                  </a:extLst>
                </p:cNvPr>
                <p:cNvSpPr/>
                <p:nvPr/>
              </p:nvSpPr>
              <p:spPr>
                <a:xfrm>
                  <a:off x="1948636" y="76362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63D6AB26-A759-6A27-2217-94A3DFEBFD74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8F311FFC-F2D6-62E5-4273-EC6E703119CF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D3DC5767-D485-7DB8-2362-0E73A1A34DF2}"/>
                    </a:ext>
                  </a:extLst>
                </p:cNvPr>
                <p:cNvSpPr/>
                <p:nvPr/>
              </p:nvSpPr>
              <p:spPr>
                <a:xfrm>
                  <a:off x="1776421" y="7635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5BE1E0F3-B0DF-E6B7-409D-77F9FA85DE7B}"/>
                    </a:ext>
                  </a:extLst>
                </p:cNvPr>
                <p:cNvSpPr/>
                <p:nvPr/>
              </p:nvSpPr>
              <p:spPr>
                <a:xfrm>
                  <a:off x="1989552" y="72876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09E74522-C573-B380-1CEF-7F1F26E53939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C155D120-AFCB-E9B8-AB35-3BF06A11A943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37E5E07A-2D12-8A8D-9AE7-F1843937E602}"/>
                    </a:ext>
                  </a:extLst>
                </p:cNvPr>
                <p:cNvSpPr/>
                <p:nvPr/>
              </p:nvSpPr>
              <p:spPr>
                <a:xfrm>
                  <a:off x="3276156" y="7699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F46C6A3D-A5BF-C9CA-A19C-87A8A0C3C428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5D6A253A-141E-290E-F6A4-C19401B1517D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091E7CEE-9612-C708-2708-DAB92A96CDD3}"/>
                    </a:ext>
                  </a:extLst>
                </p:cNvPr>
                <p:cNvSpPr/>
                <p:nvPr/>
              </p:nvSpPr>
              <p:spPr>
                <a:xfrm>
                  <a:off x="2057705" y="77105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1E509400-2305-C21A-7041-9B9C4713B27D}"/>
                    </a:ext>
                  </a:extLst>
                </p:cNvPr>
                <p:cNvSpPr/>
                <p:nvPr/>
              </p:nvSpPr>
              <p:spPr>
                <a:xfrm>
                  <a:off x="1611412" y="7731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" name="Oval 229">
                  <a:extLst>
                    <a:ext uri="{FF2B5EF4-FFF2-40B4-BE49-F238E27FC236}">
                      <a16:creationId xmlns:a16="http://schemas.microsoft.com/office/drawing/2014/main" id="{E0FD812D-6B42-85AD-6BD0-3906D5BA8170}"/>
                    </a:ext>
                  </a:extLst>
                </p:cNvPr>
                <p:cNvSpPr/>
                <p:nvPr/>
              </p:nvSpPr>
              <p:spPr>
                <a:xfrm>
                  <a:off x="740079" y="72543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1" name="Oval 230">
                  <a:extLst>
                    <a:ext uri="{FF2B5EF4-FFF2-40B4-BE49-F238E27FC236}">
                      <a16:creationId xmlns:a16="http://schemas.microsoft.com/office/drawing/2014/main" id="{70D25FEB-838E-F2AC-D73C-7A8384357EDB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2" name="Oval 231">
                  <a:extLst>
                    <a:ext uri="{FF2B5EF4-FFF2-40B4-BE49-F238E27FC236}">
                      <a16:creationId xmlns:a16="http://schemas.microsoft.com/office/drawing/2014/main" id="{FE39E6C7-F88F-53C8-4340-7FE85A037D61}"/>
                    </a:ext>
                  </a:extLst>
                </p:cNvPr>
                <p:cNvSpPr/>
                <p:nvPr/>
              </p:nvSpPr>
              <p:spPr>
                <a:xfrm>
                  <a:off x="1236448" y="67484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3" name="Oval 232">
                  <a:extLst>
                    <a:ext uri="{FF2B5EF4-FFF2-40B4-BE49-F238E27FC236}">
                      <a16:creationId xmlns:a16="http://schemas.microsoft.com/office/drawing/2014/main" id="{C56BD53C-999E-3B6E-2B7D-2B87E61BD171}"/>
                    </a:ext>
                  </a:extLst>
                </p:cNvPr>
                <p:cNvSpPr/>
                <p:nvPr/>
              </p:nvSpPr>
              <p:spPr>
                <a:xfrm>
                  <a:off x="1741123" y="6844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4" name="Oval 233">
                  <a:extLst>
                    <a:ext uri="{FF2B5EF4-FFF2-40B4-BE49-F238E27FC236}">
                      <a16:creationId xmlns:a16="http://schemas.microsoft.com/office/drawing/2014/main" id="{44AB18DD-3CBC-C215-2099-0988EE470A92}"/>
                    </a:ext>
                  </a:extLst>
                </p:cNvPr>
                <p:cNvSpPr/>
                <p:nvPr/>
              </p:nvSpPr>
              <p:spPr>
                <a:xfrm>
                  <a:off x="1260876" y="682353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" name="Oval 234">
                  <a:extLst>
                    <a:ext uri="{FF2B5EF4-FFF2-40B4-BE49-F238E27FC236}">
                      <a16:creationId xmlns:a16="http://schemas.microsoft.com/office/drawing/2014/main" id="{A3674F37-A30D-30E0-1BA6-EDE79F4B2560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" name="Oval 235">
                  <a:extLst>
                    <a:ext uri="{FF2B5EF4-FFF2-40B4-BE49-F238E27FC236}">
                      <a16:creationId xmlns:a16="http://schemas.microsoft.com/office/drawing/2014/main" id="{E8960581-DC6E-0FEC-5DBB-6F9BA2F3207E}"/>
                    </a:ext>
                  </a:extLst>
                </p:cNvPr>
                <p:cNvSpPr/>
                <p:nvPr/>
              </p:nvSpPr>
              <p:spPr>
                <a:xfrm>
                  <a:off x="2274012" y="69914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E9D99C0B-B747-ED92-5812-5C44CD9BB910}"/>
                    </a:ext>
                  </a:extLst>
                </p:cNvPr>
                <p:cNvSpPr/>
                <p:nvPr/>
              </p:nvSpPr>
              <p:spPr>
                <a:xfrm>
                  <a:off x="1176723" y="57598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" name="Oval 237">
                  <a:extLst>
                    <a:ext uri="{FF2B5EF4-FFF2-40B4-BE49-F238E27FC236}">
                      <a16:creationId xmlns:a16="http://schemas.microsoft.com/office/drawing/2014/main" id="{1280BFC6-1C89-9D10-F9B7-115BB719CAB5}"/>
                    </a:ext>
                  </a:extLst>
                </p:cNvPr>
                <p:cNvSpPr/>
                <p:nvPr/>
              </p:nvSpPr>
              <p:spPr>
                <a:xfrm>
                  <a:off x="2653862" y="623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" name="Oval 238">
                  <a:extLst>
                    <a:ext uri="{FF2B5EF4-FFF2-40B4-BE49-F238E27FC236}">
                      <a16:creationId xmlns:a16="http://schemas.microsoft.com/office/drawing/2014/main" id="{AD553021-6DA5-D6A9-D19A-A81E10361DA5}"/>
                    </a:ext>
                  </a:extLst>
                </p:cNvPr>
                <p:cNvSpPr/>
                <p:nvPr/>
              </p:nvSpPr>
              <p:spPr>
                <a:xfrm>
                  <a:off x="2245310" y="6663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0" name="Oval 239">
                  <a:extLst>
                    <a:ext uri="{FF2B5EF4-FFF2-40B4-BE49-F238E27FC236}">
                      <a16:creationId xmlns:a16="http://schemas.microsoft.com/office/drawing/2014/main" id="{0F16BEDA-F2FD-2B6B-F85D-AC0DACF57D04}"/>
                    </a:ext>
                  </a:extLst>
                </p:cNvPr>
                <p:cNvSpPr/>
                <p:nvPr/>
              </p:nvSpPr>
              <p:spPr>
                <a:xfrm>
                  <a:off x="2446838" y="58169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id="{5A6127C2-0898-89C1-D27C-8EA07FB0D1C3}"/>
                    </a:ext>
                  </a:extLst>
                </p:cNvPr>
                <p:cNvSpPr/>
                <p:nvPr/>
              </p:nvSpPr>
              <p:spPr>
                <a:xfrm>
                  <a:off x="2094225" y="56892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id="{77CF202E-D2B7-B1A0-9B63-1F86117CD274}"/>
                    </a:ext>
                  </a:extLst>
                </p:cNvPr>
                <p:cNvSpPr/>
                <p:nvPr/>
              </p:nvSpPr>
              <p:spPr>
                <a:xfrm>
                  <a:off x="1541427" y="65418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" name="Oval 242">
                  <a:extLst>
                    <a:ext uri="{FF2B5EF4-FFF2-40B4-BE49-F238E27FC236}">
                      <a16:creationId xmlns:a16="http://schemas.microsoft.com/office/drawing/2014/main" id="{C94D8455-DCA0-4167-13FC-6A698B6253C8}"/>
                    </a:ext>
                  </a:extLst>
                </p:cNvPr>
                <p:cNvSpPr/>
                <p:nvPr/>
              </p:nvSpPr>
              <p:spPr>
                <a:xfrm>
                  <a:off x="2240546" y="52135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" name="Oval 243">
                  <a:extLst>
                    <a:ext uri="{FF2B5EF4-FFF2-40B4-BE49-F238E27FC236}">
                      <a16:creationId xmlns:a16="http://schemas.microsoft.com/office/drawing/2014/main" id="{D08D052B-3672-A251-8D9B-327D815D074A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" name="Oval 244">
                  <a:extLst>
                    <a:ext uri="{FF2B5EF4-FFF2-40B4-BE49-F238E27FC236}">
                      <a16:creationId xmlns:a16="http://schemas.microsoft.com/office/drawing/2014/main" id="{0265D13A-1088-8F5B-D918-8E6C77986CDE}"/>
                    </a:ext>
                  </a:extLst>
                </p:cNvPr>
                <p:cNvSpPr/>
                <p:nvPr/>
              </p:nvSpPr>
              <p:spPr>
                <a:xfrm>
                  <a:off x="3402569" y="51377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1680A732-006D-F5E7-4F61-3B214F7D2A5A}"/>
                    </a:ext>
                  </a:extLst>
                </p:cNvPr>
                <p:cNvSpPr/>
                <p:nvPr/>
              </p:nvSpPr>
              <p:spPr>
                <a:xfrm>
                  <a:off x="3682021" y="49187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7" name="Oval 246">
                  <a:extLst>
                    <a:ext uri="{FF2B5EF4-FFF2-40B4-BE49-F238E27FC236}">
                      <a16:creationId xmlns:a16="http://schemas.microsoft.com/office/drawing/2014/main" id="{EE6BA723-87D6-B485-3354-A805F6AD7607}"/>
                    </a:ext>
                  </a:extLst>
                </p:cNvPr>
                <p:cNvSpPr/>
                <p:nvPr/>
              </p:nvSpPr>
              <p:spPr>
                <a:xfrm>
                  <a:off x="3748587" y="48799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11236709-6461-17FC-B085-2AA9B252444B}"/>
                    </a:ext>
                  </a:extLst>
                </p:cNvPr>
                <p:cNvSpPr/>
                <p:nvPr/>
              </p:nvSpPr>
              <p:spPr>
                <a:xfrm>
                  <a:off x="3036032" y="55420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9" name="Oval 248">
                  <a:extLst>
                    <a:ext uri="{FF2B5EF4-FFF2-40B4-BE49-F238E27FC236}">
                      <a16:creationId xmlns:a16="http://schemas.microsoft.com/office/drawing/2014/main" id="{290DEFBD-535E-4054-23C5-5BCE76AE2971}"/>
                    </a:ext>
                  </a:extLst>
                </p:cNvPr>
                <p:cNvSpPr/>
                <p:nvPr/>
              </p:nvSpPr>
              <p:spPr>
                <a:xfrm>
                  <a:off x="2685007" y="58860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5220F42A-6435-E0DD-F8EE-BA4829470B9F}"/>
                    </a:ext>
                  </a:extLst>
                </p:cNvPr>
                <p:cNvSpPr/>
                <p:nvPr/>
              </p:nvSpPr>
              <p:spPr>
                <a:xfrm>
                  <a:off x="3249530" y="48282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1" name="Oval 250">
                  <a:extLst>
                    <a:ext uri="{FF2B5EF4-FFF2-40B4-BE49-F238E27FC236}">
                      <a16:creationId xmlns:a16="http://schemas.microsoft.com/office/drawing/2014/main" id="{8E7491FD-6A98-ABB4-EB03-728B45088D0A}"/>
                    </a:ext>
                  </a:extLst>
                </p:cNvPr>
                <p:cNvSpPr/>
                <p:nvPr/>
              </p:nvSpPr>
              <p:spPr>
                <a:xfrm>
                  <a:off x="3395730" y="47887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2" name="Oval 251">
                  <a:extLst>
                    <a:ext uri="{FF2B5EF4-FFF2-40B4-BE49-F238E27FC236}">
                      <a16:creationId xmlns:a16="http://schemas.microsoft.com/office/drawing/2014/main" id="{0EE08829-F630-1598-3B27-F35F7AE39569}"/>
                    </a:ext>
                  </a:extLst>
                </p:cNvPr>
                <p:cNvSpPr/>
                <p:nvPr/>
              </p:nvSpPr>
              <p:spPr>
                <a:xfrm>
                  <a:off x="2535754" y="56577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BEE9788C-3145-CC68-E26E-6A1EE45B774A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2963EE5F-D792-F064-E0C5-B315AB03A3D9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6EE6673B-777B-C7E9-02D0-6F6A07DC48DA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" name="Oval 255">
                  <a:extLst>
                    <a:ext uri="{FF2B5EF4-FFF2-40B4-BE49-F238E27FC236}">
                      <a16:creationId xmlns:a16="http://schemas.microsoft.com/office/drawing/2014/main" id="{3B06DCE7-99E0-650F-B989-50F9C0DCEF8F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Oval 256">
                  <a:extLst>
                    <a:ext uri="{FF2B5EF4-FFF2-40B4-BE49-F238E27FC236}">
                      <a16:creationId xmlns:a16="http://schemas.microsoft.com/office/drawing/2014/main" id="{9A989291-5E7B-B87E-D042-9B890039096B}"/>
                    </a:ext>
                  </a:extLst>
                </p:cNvPr>
                <p:cNvSpPr/>
                <p:nvPr/>
              </p:nvSpPr>
              <p:spPr>
                <a:xfrm>
                  <a:off x="2333982" y="59551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" name="Oval 257">
                  <a:extLst>
                    <a:ext uri="{FF2B5EF4-FFF2-40B4-BE49-F238E27FC236}">
                      <a16:creationId xmlns:a16="http://schemas.microsoft.com/office/drawing/2014/main" id="{17BCE559-BC99-330E-8AB5-288A1976B2B3}"/>
                    </a:ext>
                  </a:extLst>
                </p:cNvPr>
                <p:cNvSpPr/>
                <p:nvPr/>
              </p:nvSpPr>
              <p:spPr>
                <a:xfrm>
                  <a:off x="1956697" y="59624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" name="Oval 258">
                  <a:extLst>
                    <a:ext uri="{FF2B5EF4-FFF2-40B4-BE49-F238E27FC236}">
                      <a16:creationId xmlns:a16="http://schemas.microsoft.com/office/drawing/2014/main" id="{B680694E-751C-733E-E25E-1F895A94B766}"/>
                    </a:ext>
                  </a:extLst>
                </p:cNvPr>
                <p:cNvSpPr/>
                <p:nvPr/>
              </p:nvSpPr>
              <p:spPr>
                <a:xfrm>
                  <a:off x="2575083" y="48197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24F542D3-1AF9-B17B-6423-C8BCB5412AD2}"/>
                    </a:ext>
                  </a:extLst>
                </p:cNvPr>
                <p:cNvSpPr/>
                <p:nvPr/>
              </p:nvSpPr>
              <p:spPr>
                <a:xfrm>
                  <a:off x="1387900" y="60251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1" name="Oval 260">
                  <a:extLst>
                    <a:ext uri="{FF2B5EF4-FFF2-40B4-BE49-F238E27FC236}">
                      <a16:creationId xmlns:a16="http://schemas.microsoft.com/office/drawing/2014/main" id="{C60E9257-1D12-76DB-B514-690C9DE4018A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2" name="Oval 261">
                  <a:extLst>
                    <a:ext uri="{FF2B5EF4-FFF2-40B4-BE49-F238E27FC236}">
                      <a16:creationId xmlns:a16="http://schemas.microsoft.com/office/drawing/2014/main" id="{18BBC668-16CB-B629-212B-125661645FBE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8348FBBF-951F-C9A4-6AA0-A59390820A81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id="{9975D605-CA06-4286-4C58-E072EE6F5349}"/>
                    </a:ext>
                  </a:extLst>
                </p:cNvPr>
                <p:cNvSpPr/>
                <p:nvPr/>
              </p:nvSpPr>
              <p:spPr>
                <a:xfrm>
                  <a:off x="3465470" y="36784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5" name="Oval 264">
                  <a:extLst>
                    <a:ext uri="{FF2B5EF4-FFF2-40B4-BE49-F238E27FC236}">
                      <a16:creationId xmlns:a16="http://schemas.microsoft.com/office/drawing/2014/main" id="{AC42A386-4B41-8152-1471-452AAC10C6D3}"/>
                    </a:ext>
                  </a:extLst>
                </p:cNvPr>
                <p:cNvSpPr/>
                <p:nvPr/>
              </p:nvSpPr>
              <p:spPr>
                <a:xfrm>
                  <a:off x="3311821" y="35297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" name="Oval 265">
                  <a:extLst>
                    <a:ext uri="{FF2B5EF4-FFF2-40B4-BE49-F238E27FC236}">
                      <a16:creationId xmlns:a16="http://schemas.microsoft.com/office/drawing/2014/main" id="{B703588D-60A4-8CB2-B4A6-945FC95EAB5B}"/>
                    </a:ext>
                  </a:extLst>
                </p:cNvPr>
                <p:cNvSpPr/>
                <p:nvPr/>
              </p:nvSpPr>
              <p:spPr>
                <a:xfrm>
                  <a:off x="3055208" y="36444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" name="Oval 266">
                  <a:extLst>
                    <a:ext uri="{FF2B5EF4-FFF2-40B4-BE49-F238E27FC236}">
                      <a16:creationId xmlns:a16="http://schemas.microsoft.com/office/drawing/2014/main" id="{090556E2-4096-784F-FB8D-CDEADA76453F}"/>
                    </a:ext>
                  </a:extLst>
                </p:cNvPr>
                <p:cNvSpPr/>
                <p:nvPr/>
              </p:nvSpPr>
              <p:spPr>
                <a:xfrm>
                  <a:off x="3226080" y="36943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" name="Oval 267">
                  <a:extLst>
                    <a:ext uri="{FF2B5EF4-FFF2-40B4-BE49-F238E27FC236}">
                      <a16:creationId xmlns:a16="http://schemas.microsoft.com/office/drawing/2014/main" id="{DC412B07-770F-BBFE-78CF-48624771B3EB}"/>
                    </a:ext>
                  </a:extLst>
                </p:cNvPr>
                <p:cNvSpPr/>
                <p:nvPr/>
              </p:nvSpPr>
              <p:spPr>
                <a:xfrm>
                  <a:off x="3553776" y="34450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F02ABA7B-D991-9681-F9AA-6C50F7FB6885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3817F3AB-419E-E825-8C46-23478AD36058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FA588C83-48D8-AAA8-5C8B-B6AA23F00C13}"/>
                    </a:ext>
                  </a:extLst>
                </p:cNvPr>
                <p:cNvSpPr/>
                <p:nvPr/>
              </p:nvSpPr>
              <p:spPr>
                <a:xfrm>
                  <a:off x="1654649" y="400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" name="Oval 271">
                  <a:extLst>
                    <a:ext uri="{FF2B5EF4-FFF2-40B4-BE49-F238E27FC236}">
                      <a16:creationId xmlns:a16="http://schemas.microsoft.com/office/drawing/2014/main" id="{F14E00C3-CEAC-5BC0-1A51-20BBD18ACB5D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AA16E719-4A20-2927-5942-202850CEA055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60E2F792-5B4D-DAAF-317B-108DED062BB3}"/>
                    </a:ext>
                  </a:extLst>
                </p:cNvPr>
                <p:cNvSpPr/>
                <p:nvPr/>
              </p:nvSpPr>
              <p:spPr>
                <a:xfrm>
                  <a:off x="4016436" y="402388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5" name="Oval 274">
                  <a:extLst>
                    <a:ext uri="{FF2B5EF4-FFF2-40B4-BE49-F238E27FC236}">
                      <a16:creationId xmlns:a16="http://schemas.microsoft.com/office/drawing/2014/main" id="{BA4ED947-E33B-CF04-56CB-614E947C2413}"/>
                    </a:ext>
                  </a:extLst>
                </p:cNvPr>
                <p:cNvSpPr/>
                <p:nvPr/>
              </p:nvSpPr>
              <p:spPr>
                <a:xfrm>
                  <a:off x="4478851" y="35708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6" name="Oval 275">
                  <a:extLst>
                    <a:ext uri="{FF2B5EF4-FFF2-40B4-BE49-F238E27FC236}">
                      <a16:creationId xmlns:a16="http://schemas.microsoft.com/office/drawing/2014/main" id="{7BBE9125-F03D-3059-41D0-2C3517831E8A}"/>
                    </a:ext>
                  </a:extLst>
                </p:cNvPr>
                <p:cNvSpPr/>
                <p:nvPr/>
              </p:nvSpPr>
              <p:spPr>
                <a:xfrm>
                  <a:off x="4321171" y="44638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3F8F0554-CF75-11B5-A6FC-0CC22DE0735C}"/>
                    </a:ext>
                  </a:extLst>
                </p:cNvPr>
                <p:cNvSpPr/>
                <p:nvPr/>
              </p:nvSpPr>
              <p:spPr>
                <a:xfrm>
                  <a:off x="4122940" y="46688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864D3DE0-5CA2-A03B-9149-141B436FF76D}"/>
                    </a:ext>
                  </a:extLst>
                </p:cNvPr>
                <p:cNvSpPr/>
                <p:nvPr/>
              </p:nvSpPr>
              <p:spPr>
                <a:xfrm>
                  <a:off x="3885626" y="48887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9" name="Oval 278">
                  <a:extLst>
                    <a:ext uri="{FF2B5EF4-FFF2-40B4-BE49-F238E27FC236}">
                      <a16:creationId xmlns:a16="http://schemas.microsoft.com/office/drawing/2014/main" id="{2A0C43E4-B9C6-D62B-2A8C-8BB16F22F121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" name="Oval 279">
                  <a:extLst>
                    <a:ext uri="{FF2B5EF4-FFF2-40B4-BE49-F238E27FC236}">
                      <a16:creationId xmlns:a16="http://schemas.microsoft.com/office/drawing/2014/main" id="{BCEB85F7-448C-E818-2CD5-52B7349E8D38}"/>
                    </a:ext>
                  </a:extLst>
                </p:cNvPr>
                <p:cNvSpPr/>
                <p:nvPr/>
              </p:nvSpPr>
              <p:spPr>
                <a:xfrm>
                  <a:off x="3599456" y="55247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1" name="Oval 280">
                  <a:extLst>
                    <a:ext uri="{FF2B5EF4-FFF2-40B4-BE49-F238E27FC236}">
                      <a16:creationId xmlns:a16="http://schemas.microsoft.com/office/drawing/2014/main" id="{D6E8C55D-450C-A7B2-B53A-2F53E4E141D2}"/>
                    </a:ext>
                  </a:extLst>
                </p:cNvPr>
                <p:cNvSpPr/>
                <p:nvPr/>
              </p:nvSpPr>
              <p:spPr>
                <a:xfrm>
                  <a:off x="3326355" y="562646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18FE9834-654A-3D1C-E570-27B96F120514}"/>
                    </a:ext>
                  </a:extLst>
                </p:cNvPr>
                <p:cNvSpPr/>
                <p:nvPr/>
              </p:nvSpPr>
              <p:spPr>
                <a:xfrm>
                  <a:off x="3331729" y="5797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3" name="Oval 282">
                  <a:extLst>
                    <a:ext uri="{FF2B5EF4-FFF2-40B4-BE49-F238E27FC236}">
                      <a16:creationId xmlns:a16="http://schemas.microsoft.com/office/drawing/2014/main" id="{895A4884-0EB6-D13F-5712-3F72A5E74A03}"/>
                    </a:ext>
                  </a:extLst>
                </p:cNvPr>
                <p:cNvSpPr/>
                <p:nvPr/>
              </p:nvSpPr>
              <p:spPr>
                <a:xfrm>
                  <a:off x="3038720" y="59338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4" name="Oval 283">
                  <a:extLst>
                    <a:ext uri="{FF2B5EF4-FFF2-40B4-BE49-F238E27FC236}">
                      <a16:creationId xmlns:a16="http://schemas.microsoft.com/office/drawing/2014/main" id="{600F5324-8685-5752-FEAD-470E486D7B26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id="{A31D6897-4A47-908B-480A-99ACDC2C7321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" name="Oval 285">
                  <a:extLst>
                    <a:ext uri="{FF2B5EF4-FFF2-40B4-BE49-F238E27FC236}">
                      <a16:creationId xmlns:a16="http://schemas.microsoft.com/office/drawing/2014/main" id="{5FB0F584-A7C3-B8B0-EB97-839C9DF3C101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" name="Oval 286">
                  <a:extLst>
                    <a:ext uri="{FF2B5EF4-FFF2-40B4-BE49-F238E27FC236}">
                      <a16:creationId xmlns:a16="http://schemas.microsoft.com/office/drawing/2014/main" id="{496A5219-3AE2-FE1F-4A47-5E2E4DF268E4}"/>
                    </a:ext>
                  </a:extLst>
                </p:cNvPr>
                <p:cNvSpPr/>
                <p:nvPr/>
              </p:nvSpPr>
              <p:spPr>
                <a:xfrm>
                  <a:off x="4440255" y="23336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F93650AF-5F3C-D00D-ED9A-7B74C1CB5249}"/>
                    </a:ext>
                  </a:extLst>
                </p:cNvPr>
                <p:cNvSpPr/>
                <p:nvPr/>
              </p:nvSpPr>
              <p:spPr>
                <a:xfrm>
                  <a:off x="4247033" y="21223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9B286ADF-AE2F-9CF6-66EE-D73DDF0C6DF7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A2A0D4AF-FA5F-0ABC-F811-DF863946B850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41687976-EAC2-72B5-2053-7BE6C3AE314A}"/>
                    </a:ext>
                  </a:extLst>
                </p:cNvPr>
                <p:cNvSpPr/>
                <p:nvPr/>
              </p:nvSpPr>
              <p:spPr>
                <a:xfrm>
                  <a:off x="3947916" y="18015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AE6262D3-6633-9372-12E9-FB0097986CDF}"/>
                    </a:ext>
                  </a:extLst>
                </p:cNvPr>
                <p:cNvSpPr/>
                <p:nvPr/>
              </p:nvSpPr>
              <p:spPr>
                <a:xfrm>
                  <a:off x="3653685" y="14659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E3BBE4CB-5063-EE48-5D34-7E0752486490}"/>
                    </a:ext>
                  </a:extLst>
                </p:cNvPr>
                <p:cNvSpPr/>
                <p:nvPr/>
              </p:nvSpPr>
              <p:spPr>
                <a:xfrm>
                  <a:off x="3903214" y="14523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2E6EE527-BE99-50EC-C704-C433058C571E}"/>
                    </a:ext>
                  </a:extLst>
                </p:cNvPr>
                <p:cNvSpPr/>
                <p:nvPr/>
              </p:nvSpPr>
              <p:spPr>
                <a:xfrm>
                  <a:off x="3717686" y="124280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id="{35122C45-767E-EA85-2F62-AD82115D55F0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9080B04C-67B8-DC24-2240-0FD02EABE676}"/>
                    </a:ext>
                  </a:extLst>
                </p:cNvPr>
                <p:cNvSpPr/>
                <p:nvPr/>
              </p:nvSpPr>
              <p:spPr>
                <a:xfrm>
                  <a:off x="2800428" y="688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EF437152-2AC5-D335-07CC-6AE9525EB8C3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BE47C2D9-376E-CCFA-47C5-D95F7112E7FE}"/>
                    </a:ext>
                  </a:extLst>
                </p:cNvPr>
                <p:cNvSpPr/>
                <p:nvPr/>
              </p:nvSpPr>
              <p:spPr>
                <a:xfrm>
                  <a:off x="1843109" y="41531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id="{6C6589E8-F5EE-9B03-65E7-24FBF2DEBE37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8552F043-2C36-98AB-36C7-78A53B080739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1" name="Oval 300">
                  <a:extLst>
                    <a:ext uri="{FF2B5EF4-FFF2-40B4-BE49-F238E27FC236}">
                      <a16:creationId xmlns:a16="http://schemas.microsoft.com/office/drawing/2014/main" id="{3F499D64-E599-90D5-4584-73750C7F4C83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D641D789-4D32-086D-B414-C7F228C282D0}"/>
                    </a:ext>
                  </a:extLst>
                </p:cNvPr>
                <p:cNvSpPr/>
                <p:nvPr/>
              </p:nvSpPr>
              <p:spPr>
                <a:xfrm>
                  <a:off x="80166" y="7160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3" name="Oval 302">
                  <a:extLst>
                    <a:ext uri="{FF2B5EF4-FFF2-40B4-BE49-F238E27FC236}">
                      <a16:creationId xmlns:a16="http://schemas.microsoft.com/office/drawing/2014/main" id="{B8755670-8814-FBDB-6E94-2E481BA1586A}"/>
                    </a:ext>
                  </a:extLst>
                </p:cNvPr>
                <p:cNvSpPr/>
                <p:nvPr/>
              </p:nvSpPr>
              <p:spPr>
                <a:xfrm>
                  <a:off x="397237" y="5543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56BDA26E-A4A8-3145-27BA-620029D9FA5E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6F2B3AF2-4787-B131-3AE1-B3D63163805B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ADC122A2-0562-1EA8-2E0C-52FDC77A508B}"/>
                    </a:ext>
                  </a:extLst>
                </p:cNvPr>
                <p:cNvSpPr/>
                <p:nvPr/>
              </p:nvSpPr>
              <p:spPr>
                <a:xfrm>
                  <a:off x="-315927" y="11222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id="{2864679F-1E53-2E8F-B4A7-2F182C62CD1F}"/>
                    </a:ext>
                  </a:extLst>
                </p:cNvPr>
                <p:cNvSpPr/>
                <p:nvPr/>
              </p:nvSpPr>
              <p:spPr>
                <a:xfrm>
                  <a:off x="-625059" y="14374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8" name="Oval 307">
                  <a:extLst>
                    <a:ext uri="{FF2B5EF4-FFF2-40B4-BE49-F238E27FC236}">
                      <a16:creationId xmlns:a16="http://schemas.microsoft.com/office/drawing/2014/main" id="{60715790-EDDD-6678-C208-66A3BF14EFA9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9" name="Oval 308">
                  <a:extLst>
                    <a:ext uri="{FF2B5EF4-FFF2-40B4-BE49-F238E27FC236}">
                      <a16:creationId xmlns:a16="http://schemas.microsoft.com/office/drawing/2014/main" id="{756C6229-B335-5A74-C6F9-7BA0BEBA5A54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" name="Oval 309">
                  <a:extLst>
                    <a:ext uri="{FF2B5EF4-FFF2-40B4-BE49-F238E27FC236}">
                      <a16:creationId xmlns:a16="http://schemas.microsoft.com/office/drawing/2014/main" id="{CB4E72CA-2294-EB89-30D3-CF22E06C6923}"/>
                    </a:ext>
                  </a:extLst>
                </p:cNvPr>
                <p:cNvSpPr/>
                <p:nvPr/>
              </p:nvSpPr>
              <p:spPr>
                <a:xfrm>
                  <a:off x="-1300728" y="23499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1" name="Oval 310">
                  <a:extLst>
                    <a:ext uri="{FF2B5EF4-FFF2-40B4-BE49-F238E27FC236}">
                      <a16:creationId xmlns:a16="http://schemas.microsoft.com/office/drawing/2014/main" id="{6B9E68DF-B382-82D2-DE2C-ED111A9A8DE3}"/>
                    </a:ext>
                  </a:extLst>
                </p:cNvPr>
                <p:cNvSpPr/>
                <p:nvPr/>
              </p:nvSpPr>
              <p:spPr>
                <a:xfrm>
                  <a:off x="-1308911" y="28060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2" name="Oval 311">
                  <a:extLst>
                    <a:ext uri="{FF2B5EF4-FFF2-40B4-BE49-F238E27FC236}">
                      <a16:creationId xmlns:a16="http://schemas.microsoft.com/office/drawing/2014/main" id="{54EA4260-619D-5B0E-CC45-69675A77BC22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C2AE4C41-256E-7DF6-6BD3-65E6901502B5}"/>
                    </a:ext>
                  </a:extLst>
                </p:cNvPr>
                <p:cNvSpPr/>
                <p:nvPr/>
              </p:nvSpPr>
              <p:spPr>
                <a:xfrm>
                  <a:off x="-1428240" y="34971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14" name="Graphic 5">
                <a:extLst>
                  <a:ext uri="{FF2B5EF4-FFF2-40B4-BE49-F238E27FC236}">
                    <a16:creationId xmlns:a16="http://schemas.microsoft.com/office/drawing/2014/main" id="{2B32610D-7A8C-7934-7C3C-E1B07D6DD1A5}"/>
                  </a:ext>
                </a:extLst>
              </p:cNvPr>
              <p:cNvGrpSpPr/>
              <p:nvPr/>
            </p:nvGrpSpPr>
            <p:grpSpPr>
              <a:xfrm>
                <a:off x="2454166" y="6616881"/>
                <a:ext cx="622049" cy="678599"/>
                <a:chOff x="2454166" y="6616881"/>
                <a:chExt cx="622049" cy="678599"/>
              </a:xfrm>
              <a:solidFill>
                <a:srgbClr val="01253E"/>
              </a:solidFill>
            </p:grpSpPr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17ADE055-3AAB-187A-470C-4AECCE953FD2}"/>
                    </a:ext>
                  </a:extLst>
                </p:cNvPr>
                <p:cNvSpPr/>
                <p:nvPr/>
              </p:nvSpPr>
              <p:spPr>
                <a:xfrm>
                  <a:off x="2454166" y="67978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id="{23FA47FA-08EA-B982-55CC-BC3DDC5E7DD4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4DBFAE90-8D09-C979-9B8A-DF2772A9CADA}"/>
                    </a:ext>
                  </a:extLst>
                </p:cNvPr>
                <p:cNvSpPr/>
                <p:nvPr/>
              </p:nvSpPr>
              <p:spPr>
                <a:xfrm>
                  <a:off x="2689649" y="70635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6EB121C3-3975-E634-93DC-F6597791DCA9}"/>
                    </a:ext>
                  </a:extLst>
                </p:cNvPr>
                <p:cNvSpPr/>
                <p:nvPr/>
              </p:nvSpPr>
              <p:spPr>
                <a:xfrm>
                  <a:off x="2749496" y="7182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0715EDCA-0407-A5A4-CF39-FD9AF6C04F5E}"/>
                    </a:ext>
                  </a:extLst>
                </p:cNvPr>
                <p:cNvSpPr/>
                <p:nvPr/>
              </p:nvSpPr>
              <p:spPr>
                <a:xfrm>
                  <a:off x="2854291" y="72659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C6B33938-E120-999A-AEC4-9B015B4FC5E8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id="{6409E792-C35C-E99C-EF93-61F291DF0455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22" name="Graphic 5">
              <a:extLst>
                <a:ext uri="{FF2B5EF4-FFF2-40B4-BE49-F238E27FC236}">
                  <a16:creationId xmlns:a16="http://schemas.microsoft.com/office/drawing/2014/main" id="{8D17EE62-EC9A-AF5F-5D4D-37F45DC3B9BF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</p:grpSpPr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49DD50FD-290B-6BFC-5474-391BDDDBDF0F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35CFDDDE-F276-E1CA-70C4-8BBD1C4EE6D6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25" name="Graphic 5">
                <a:extLst>
                  <a:ext uri="{FF2B5EF4-FFF2-40B4-BE49-F238E27FC236}">
                    <a16:creationId xmlns:a16="http://schemas.microsoft.com/office/drawing/2014/main" id="{41B90BA0-E4AB-D89F-9A80-033A2002F5E8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14" cy="7546636"/>
                <a:chOff x="-1544393" y="356077"/>
                <a:chExt cx="6108214" cy="7546636"/>
              </a:xfrm>
            </p:grpSpPr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903EE754-1034-745B-6280-B8AC3F424699}"/>
                    </a:ext>
                  </a:extLst>
                </p:cNvPr>
                <p:cNvSpPr/>
                <p:nvPr/>
              </p:nvSpPr>
              <p:spPr>
                <a:xfrm>
                  <a:off x="-680876" y="33447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E2A34466-CAE9-1358-376D-CA2F3A6ECFFA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61A5C627-0C3C-977A-2C6E-1B7AE107B486}"/>
                    </a:ext>
                  </a:extLst>
                </p:cNvPr>
                <p:cNvSpPr/>
                <p:nvPr/>
              </p:nvSpPr>
              <p:spPr>
                <a:xfrm>
                  <a:off x="-95468" y="35805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9" name="Oval 328">
                  <a:extLst>
                    <a:ext uri="{FF2B5EF4-FFF2-40B4-BE49-F238E27FC236}">
                      <a16:creationId xmlns:a16="http://schemas.microsoft.com/office/drawing/2014/main" id="{F5635D4F-E3F5-9979-25CB-4404FB2C88AE}"/>
                    </a:ext>
                  </a:extLst>
                </p:cNvPr>
                <p:cNvSpPr/>
                <p:nvPr/>
              </p:nvSpPr>
              <p:spPr>
                <a:xfrm>
                  <a:off x="-318004" y="3918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0" name="Oval 329">
                  <a:extLst>
                    <a:ext uri="{FF2B5EF4-FFF2-40B4-BE49-F238E27FC236}">
                      <a16:creationId xmlns:a16="http://schemas.microsoft.com/office/drawing/2014/main" id="{E1737D59-1779-1D84-914C-BA3C9FB6B4DA}"/>
                    </a:ext>
                  </a:extLst>
                </p:cNvPr>
                <p:cNvSpPr/>
                <p:nvPr/>
              </p:nvSpPr>
              <p:spPr>
                <a:xfrm>
                  <a:off x="-352935" y="37378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1" name="Oval 330">
                  <a:extLst>
                    <a:ext uri="{FF2B5EF4-FFF2-40B4-BE49-F238E27FC236}">
                      <a16:creationId xmlns:a16="http://schemas.microsoft.com/office/drawing/2014/main" id="{3C3CEF7D-2CFA-EEF2-4C5C-F273FA2FD782}"/>
                    </a:ext>
                  </a:extLst>
                </p:cNvPr>
                <p:cNvSpPr/>
                <p:nvPr/>
              </p:nvSpPr>
              <p:spPr>
                <a:xfrm>
                  <a:off x="299038" y="395133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" name="Oval 331">
                  <a:extLst>
                    <a:ext uri="{FF2B5EF4-FFF2-40B4-BE49-F238E27FC236}">
                      <a16:creationId xmlns:a16="http://schemas.microsoft.com/office/drawing/2014/main" id="{8111D8B8-5707-0AA7-8842-86D5CCE8A392}"/>
                    </a:ext>
                  </a:extLst>
                </p:cNvPr>
                <p:cNvSpPr/>
                <p:nvPr/>
              </p:nvSpPr>
              <p:spPr>
                <a:xfrm>
                  <a:off x="-67620" y="422321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6A101187-9397-2A47-2AF8-9E5D9E0CCF69}"/>
                    </a:ext>
                  </a:extLst>
                </p:cNvPr>
                <p:cNvSpPr/>
                <p:nvPr/>
              </p:nvSpPr>
              <p:spPr>
                <a:xfrm>
                  <a:off x="-173270" y="37412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AFE3E697-D9DE-F9DC-F5B4-0429857016F1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5" name="Oval 334">
                  <a:extLst>
                    <a:ext uri="{FF2B5EF4-FFF2-40B4-BE49-F238E27FC236}">
                      <a16:creationId xmlns:a16="http://schemas.microsoft.com/office/drawing/2014/main" id="{F4A5F6E5-A0F4-4CA7-D58C-E7F081236D90}"/>
                    </a:ext>
                  </a:extLst>
                </p:cNvPr>
                <p:cNvSpPr/>
                <p:nvPr/>
              </p:nvSpPr>
              <p:spPr>
                <a:xfrm>
                  <a:off x="-950680" y="38622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F07A91BB-EF19-972F-A1B9-67620643BEB2}"/>
                    </a:ext>
                  </a:extLst>
                </p:cNvPr>
                <p:cNvSpPr/>
                <p:nvPr/>
              </p:nvSpPr>
              <p:spPr>
                <a:xfrm>
                  <a:off x="-1097245" y="38439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A8D8AE46-A69E-7AB1-21E1-2A005646DCC7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0E2B53E9-451E-6D72-60C8-AFF4646C4781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588DC3F5-5294-F65B-F4CB-7FF0A1C6E485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DFBC17E4-74C0-227B-1198-FD3332EDBCDA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3658DC5E-6701-9E18-D445-D68594BC7760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2" name="Oval 341">
                  <a:extLst>
                    <a:ext uri="{FF2B5EF4-FFF2-40B4-BE49-F238E27FC236}">
                      <a16:creationId xmlns:a16="http://schemas.microsoft.com/office/drawing/2014/main" id="{100B8476-6402-A663-348A-6CAF7B3D9225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3" name="Oval 342">
                  <a:extLst>
                    <a:ext uri="{FF2B5EF4-FFF2-40B4-BE49-F238E27FC236}">
                      <a16:creationId xmlns:a16="http://schemas.microsoft.com/office/drawing/2014/main" id="{40F02B5F-8C88-EF37-602A-528180DFFDE4}"/>
                    </a:ext>
                  </a:extLst>
                </p:cNvPr>
                <p:cNvSpPr/>
                <p:nvPr/>
              </p:nvSpPr>
              <p:spPr>
                <a:xfrm>
                  <a:off x="-433302" y="49350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4" name="Oval 343">
                  <a:extLst>
                    <a:ext uri="{FF2B5EF4-FFF2-40B4-BE49-F238E27FC236}">
                      <a16:creationId xmlns:a16="http://schemas.microsoft.com/office/drawing/2014/main" id="{33A1CF85-4729-2887-2005-2F9C8B9BDD96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id="{BF815017-EA8A-7834-6BBB-9C36A2A0D5C2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6" name="Oval 345">
                  <a:extLst>
                    <a:ext uri="{FF2B5EF4-FFF2-40B4-BE49-F238E27FC236}">
                      <a16:creationId xmlns:a16="http://schemas.microsoft.com/office/drawing/2014/main" id="{6A9B4FF8-A2DD-0B16-118A-CE5BB79F19A1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63B5A16F-756F-E36B-63F0-9CD50A9C786F}"/>
                    </a:ext>
                  </a:extLst>
                </p:cNvPr>
                <p:cNvSpPr/>
                <p:nvPr/>
              </p:nvSpPr>
              <p:spPr>
                <a:xfrm>
                  <a:off x="740934" y="562060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25D8C8A4-8AE0-0159-C7B0-54B8583E9341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" name="Oval 348">
                  <a:extLst>
                    <a:ext uri="{FF2B5EF4-FFF2-40B4-BE49-F238E27FC236}">
                      <a16:creationId xmlns:a16="http://schemas.microsoft.com/office/drawing/2014/main" id="{3C9ECA45-CAE8-4CC9-B27D-252C94DD83CB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id="{6C8443D8-133E-C4D6-0750-6DB8FD09595A}"/>
                    </a:ext>
                  </a:extLst>
                </p:cNvPr>
                <p:cNvSpPr/>
                <p:nvPr/>
              </p:nvSpPr>
              <p:spPr>
                <a:xfrm>
                  <a:off x="-19620" y="53509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" name="Oval 350">
                  <a:extLst>
                    <a:ext uri="{FF2B5EF4-FFF2-40B4-BE49-F238E27FC236}">
                      <a16:creationId xmlns:a16="http://schemas.microsoft.com/office/drawing/2014/main" id="{21327937-30F2-5FA9-126E-96CA68C3FDDE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" name="Oval 351">
                  <a:extLst>
                    <a:ext uri="{FF2B5EF4-FFF2-40B4-BE49-F238E27FC236}">
                      <a16:creationId xmlns:a16="http://schemas.microsoft.com/office/drawing/2014/main" id="{57A3C963-5E52-A270-D1E6-6DCEDB2A44A8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3" name="Oval 352">
                  <a:extLst>
                    <a:ext uri="{FF2B5EF4-FFF2-40B4-BE49-F238E27FC236}">
                      <a16:creationId xmlns:a16="http://schemas.microsoft.com/office/drawing/2014/main" id="{0A9ABEFF-309A-D820-AFEC-AE5CA5332D77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A2FEF795-1DF9-13F3-62E2-7AB084C0CA86}"/>
                    </a:ext>
                  </a:extLst>
                </p:cNvPr>
                <p:cNvSpPr/>
                <p:nvPr/>
              </p:nvSpPr>
              <p:spPr>
                <a:xfrm>
                  <a:off x="-757823" y="5078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5" name="Oval 354">
                  <a:extLst>
                    <a:ext uri="{FF2B5EF4-FFF2-40B4-BE49-F238E27FC236}">
                      <a16:creationId xmlns:a16="http://schemas.microsoft.com/office/drawing/2014/main" id="{9C941DBA-33A3-CBD2-FC3C-38A3EB77F833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ED7A613B-55D5-1660-BD18-0D728A013E2A}"/>
                    </a:ext>
                  </a:extLst>
                </p:cNvPr>
                <p:cNvSpPr/>
                <p:nvPr/>
              </p:nvSpPr>
              <p:spPr>
                <a:xfrm>
                  <a:off x="-1158925" y="43341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8BA7CA99-161E-CB97-CB77-9987EBA0D843}"/>
                    </a:ext>
                  </a:extLst>
                </p:cNvPr>
                <p:cNvSpPr/>
                <p:nvPr/>
              </p:nvSpPr>
              <p:spPr>
                <a:xfrm>
                  <a:off x="-733029" y="52836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" name="Oval 357">
                  <a:extLst>
                    <a:ext uri="{FF2B5EF4-FFF2-40B4-BE49-F238E27FC236}">
                      <a16:creationId xmlns:a16="http://schemas.microsoft.com/office/drawing/2014/main" id="{3A5CB9F1-BEE1-E629-C542-2767A890268B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" name="Oval 358">
                  <a:extLst>
                    <a:ext uri="{FF2B5EF4-FFF2-40B4-BE49-F238E27FC236}">
                      <a16:creationId xmlns:a16="http://schemas.microsoft.com/office/drawing/2014/main" id="{25AFEBF6-8C88-36F6-566F-85BFA7028F75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0" name="Oval 359">
                  <a:extLst>
                    <a:ext uri="{FF2B5EF4-FFF2-40B4-BE49-F238E27FC236}">
                      <a16:creationId xmlns:a16="http://schemas.microsoft.com/office/drawing/2014/main" id="{2EA17968-45C3-C1DC-8DA1-67099A502785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3CB10A9B-0C70-0F9C-2B6B-A1D9B354680E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2" name="Oval 361">
                  <a:extLst>
                    <a:ext uri="{FF2B5EF4-FFF2-40B4-BE49-F238E27FC236}">
                      <a16:creationId xmlns:a16="http://schemas.microsoft.com/office/drawing/2014/main" id="{89D1CD67-06CF-1AAF-C410-5D21E559A96E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0F19A72B-E554-CEA2-A64C-70392B474837}"/>
                    </a:ext>
                  </a:extLst>
                </p:cNvPr>
                <p:cNvSpPr/>
                <p:nvPr/>
              </p:nvSpPr>
              <p:spPr>
                <a:xfrm>
                  <a:off x="919988" y="65150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4" name="Oval 363">
                  <a:extLst>
                    <a:ext uri="{FF2B5EF4-FFF2-40B4-BE49-F238E27FC236}">
                      <a16:creationId xmlns:a16="http://schemas.microsoft.com/office/drawing/2014/main" id="{22CDD2BC-C9E2-C288-3218-9DCFC7C79C01}"/>
                    </a:ext>
                  </a:extLst>
                </p:cNvPr>
                <p:cNvSpPr/>
                <p:nvPr/>
              </p:nvSpPr>
              <p:spPr>
                <a:xfrm>
                  <a:off x="451710" y="61871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5" name="Oval 364">
                  <a:extLst>
                    <a:ext uri="{FF2B5EF4-FFF2-40B4-BE49-F238E27FC236}">
                      <a16:creationId xmlns:a16="http://schemas.microsoft.com/office/drawing/2014/main" id="{E673514D-AE62-1B63-E6C5-3F6CC4C5B8C6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8BDAA992-19B6-8FCC-4732-73FAD812365D}"/>
                    </a:ext>
                  </a:extLst>
                </p:cNvPr>
                <p:cNvSpPr/>
                <p:nvPr/>
              </p:nvSpPr>
              <p:spPr>
                <a:xfrm>
                  <a:off x="120960" y="61771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B2263A3F-F8D6-6A27-44AA-E10899D5ABC4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78C51D7B-4CA6-00FC-C0CA-8A5A457619BC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D01B0265-DB5A-C2BD-252B-46342014F3E6}"/>
                    </a:ext>
                  </a:extLst>
                </p:cNvPr>
                <p:cNvSpPr/>
                <p:nvPr/>
              </p:nvSpPr>
              <p:spPr>
                <a:xfrm>
                  <a:off x="-248385" y="542346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" name="Oval 369">
                  <a:extLst>
                    <a:ext uri="{FF2B5EF4-FFF2-40B4-BE49-F238E27FC236}">
                      <a16:creationId xmlns:a16="http://schemas.microsoft.com/office/drawing/2014/main" id="{65E851B6-D69B-F8B4-0C62-F7AB3B3D4257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382BC22F-DEBF-AE9D-F88F-2EDCB32D99D5}"/>
                    </a:ext>
                  </a:extLst>
                </p:cNvPr>
                <p:cNvSpPr/>
                <p:nvPr/>
              </p:nvSpPr>
              <p:spPr>
                <a:xfrm>
                  <a:off x="-293454" y="563574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2" name="Oval 371">
                  <a:extLst>
                    <a:ext uri="{FF2B5EF4-FFF2-40B4-BE49-F238E27FC236}">
                      <a16:creationId xmlns:a16="http://schemas.microsoft.com/office/drawing/2014/main" id="{963EEBF4-13E6-7F86-4F03-C05EBA644601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48191A35-1BDB-D5D1-3EAE-0260753B369E}"/>
                    </a:ext>
                  </a:extLst>
                </p:cNvPr>
                <p:cNvSpPr/>
                <p:nvPr/>
              </p:nvSpPr>
              <p:spPr>
                <a:xfrm>
                  <a:off x="407130" y="38624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4" name="Oval 373">
                  <a:extLst>
                    <a:ext uri="{FF2B5EF4-FFF2-40B4-BE49-F238E27FC236}">
                      <a16:creationId xmlns:a16="http://schemas.microsoft.com/office/drawing/2014/main" id="{61BDD325-7D06-D503-CEFF-603FEC77AD76}"/>
                    </a:ext>
                  </a:extLst>
                </p:cNvPr>
                <p:cNvSpPr/>
                <p:nvPr/>
              </p:nvSpPr>
              <p:spPr>
                <a:xfrm>
                  <a:off x="583742" y="3570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A1DAB48F-836E-6C6F-365D-492A938D037F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6" name="Oval 375">
                  <a:extLst>
                    <a:ext uri="{FF2B5EF4-FFF2-40B4-BE49-F238E27FC236}">
                      <a16:creationId xmlns:a16="http://schemas.microsoft.com/office/drawing/2014/main" id="{38ADA635-AEE9-7A59-57BB-442EBBCDBDE3}"/>
                    </a:ext>
                  </a:extLst>
                </p:cNvPr>
                <p:cNvSpPr/>
                <p:nvPr/>
              </p:nvSpPr>
              <p:spPr>
                <a:xfrm>
                  <a:off x="562856" y="36842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444EF2DA-6374-7DFF-9D94-E450B38F6B49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F83FBC5F-0DAC-E44B-4AC1-07462952FF55}"/>
                    </a:ext>
                  </a:extLst>
                </p:cNvPr>
                <p:cNvSpPr/>
                <p:nvPr/>
              </p:nvSpPr>
              <p:spPr>
                <a:xfrm>
                  <a:off x="988874" y="38108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806048F0-B547-BDAB-D88F-495381D0FECD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" name="Oval 379">
                  <a:extLst>
                    <a:ext uri="{FF2B5EF4-FFF2-40B4-BE49-F238E27FC236}">
                      <a16:creationId xmlns:a16="http://schemas.microsoft.com/office/drawing/2014/main" id="{52C7FC6F-2C51-D202-45BD-710F9F32C018}"/>
                    </a:ext>
                  </a:extLst>
                </p:cNvPr>
                <p:cNvSpPr/>
                <p:nvPr/>
              </p:nvSpPr>
              <p:spPr>
                <a:xfrm>
                  <a:off x="263007" y="34781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" name="Oval 380">
                  <a:extLst>
                    <a:ext uri="{FF2B5EF4-FFF2-40B4-BE49-F238E27FC236}">
                      <a16:creationId xmlns:a16="http://schemas.microsoft.com/office/drawing/2014/main" id="{342154CC-AEE8-B552-5E54-4F9E5A7EE224}"/>
                    </a:ext>
                  </a:extLst>
                </p:cNvPr>
                <p:cNvSpPr/>
                <p:nvPr/>
              </p:nvSpPr>
              <p:spPr>
                <a:xfrm>
                  <a:off x="-224812" y="40828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2" name="Oval 381">
                  <a:extLst>
                    <a:ext uri="{FF2B5EF4-FFF2-40B4-BE49-F238E27FC236}">
                      <a16:creationId xmlns:a16="http://schemas.microsoft.com/office/drawing/2014/main" id="{46B93C23-CB5D-B2FF-EA55-747EE5C88C20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3" name="Oval 382">
                  <a:extLst>
                    <a:ext uri="{FF2B5EF4-FFF2-40B4-BE49-F238E27FC236}">
                      <a16:creationId xmlns:a16="http://schemas.microsoft.com/office/drawing/2014/main" id="{6F414B7E-C353-02CA-E759-88D8053A7045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FD2AD4C4-2372-AB9D-BF04-62B358822545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5" name="Oval 384">
                  <a:extLst>
                    <a:ext uri="{FF2B5EF4-FFF2-40B4-BE49-F238E27FC236}">
                      <a16:creationId xmlns:a16="http://schemas.microsoft.com/office/drawing/2014/main" id="{D34CFCEE-CCC7-7450-96ED-664FE078CA97}"/>
                    </a:ext>
                  </a:extLst>
                </p:cNvPr>
                <p:cNvSpPr/>
                <p:nvPr/>
              </p:nvSpPr>
              <p:spPr>
                <a:xfrm>
                  <a:off x="1301304" y="48470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9473C38F-8B40-63BC-142C-58B8061CB64C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7" name="Oval 386">
                  <a:extLst>
                    <a:ext uri="{FF2B5EF4-FFF2-40B4-BE49-F238E27FC236}">
                      <a16:creationId xmlns:a16="http://schemas.microsoft.com/office/drawing/2014/main" id="{03DBBBF6-8383-8FA5-CB4F-FA409F5CDCD5}"/>
                    </a:ext>
                  </a:extLst>
                </p:cNvPr>
                <p:cNvSpPr/>
                <p:nvPr/>
              </p:nvSpPr>
              <p:spPr>
                <a:xfrm>
                  <a:off x="2650931" y="47283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80224A51-604F-CF8D-AB83-6F06101B34C8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68113930-63B5-1330-F667-879BD4F7DF8E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A7871180-7208-BD58-9829-6105AC81A4C7}"/>
                    </a:ext>
                  </a:extLst>
                </p:cNvPr>
                <p:cNvSpPr/>
                <p:nvPr/>
              </p:nvSpPr>
              <p:spPr>
                <a:xfrm>
                  <a:off x="2209890" y="40966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65A727AE-4AC8-AFA4-FB6B-2284D1520EF9}"/>
                    </a:ext>
                  </a:extLst>
                </p:cNvPr>
                <p:cNvSpPr/>
                <p:nvPr/>
              </p:nvSpPr>
              <p:spPr>
                <a:xfrm>
                  <a:off x="2749863" y="3796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" name="Oval 391">
                  <a:extLst>
                    <a:ext uri="{FF2B5EF4-FFF2-40B4-BE49-F238E27FC236}">
                      <a16:creationId xmlns:a16="http://schemas.microsoft.com/office/drawing/2014/main" id="{E0C3B2A2-D83F-AFC1-482B-FE2D7288A511}"/>
                    </a:ext>
                  </a:extLst>
                </p:cNvPr>
                <p:cNvSpPr/>
                <p:nvPr/>
              </p:nvSpPr>
              <p:spPr>
                <a:xfrm>
                  <a:off x="2038041" y="4342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" name="Oval 392">
                  <a:extLst>
                    <a:ext uri="{FF2B5EF4-FFF2-40B4-BE49-F238E27FC236}">
                      <a16:creationId xmlns:a16="http://schemas.microsoft.com/office/drawing/2014/main" id="{D94F0196-07E5-3BFD-40E6-090500886D3E}"/>
                    </a:ext>
                  </a:extLst>
                </p:cNvPr>
                <p:cNvSpPr/>
                <p:nvPr/>
              </p:nvSpPr>
              <p:spPr>
                <a:xfrm>
                  <a:off x="2441952" y="3503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" name="Oval 393">
                  <a:extLst>
                    <a:ext uri="{FF2B5EF4-FFF2-40B4-BE49-F238E27FC236}">
                      <a16:creationId xmlns:a16="http://schemas.microsoft.com/office/drawing/2014/main" id="{A594A31A-D7BA-9571-D367-EF9108720805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D4BDC103-1D80-3E22-DA69-BB1C1393B51C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6" name="Oval 395">
                  <a:extLst>
                    <a:ext uri="{FF2B5EF4-FFF2-40B4-BE49-F238E27FC236}">
                      <a16:creationId xmlns:a16="http://schemas.microsoft.com/office/drawing/2014/main" id="{38D37143-86D2-000B-C6FD-22DC24445886}"/>
                    </a:ext>
                  </a:extLst>
                </p:cNvPr>
                <p:cNvSpPr/>
                <p:nvPr/>
              </p:nvSpPr>
              <p:spPr>
                <a:xfrm>
                  <a:off x="2087874" y="5131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59C82A4C-F541-6255-217D-CAD2838B57BE}"/>
                    </a:ext>
                  </a:extLst>
                </p:cNvPr>
                <p:cNvSpPr/>
                <p:nvPr/>
              </p:nvSpPr>
              <p:spPr>
                <a:xfrm>
                  <a:off x="2898383" y="463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8" name="Oval 397">
                  <a:extLst>
                    <a:ext uri="{FF2B5EF4-FFF2-40B4-BE49-F238E27FC236}">
                      <a16:creationId xmlns:a16="http://schemas.microsoft.com/office/drawing/2014/main" id="{BCB5D64F-FDE1-5B18-9BEC-8019B9D53C09}"/>
                    </a:ext>
                  </a:extLst>
                </p:cNvPr>
                <p:cNvSpPr/>
                <p:nvPr/>
              </p:nvSpPr>
              <p:spPr>
                <a:xfrm>
                  <a:off x="2202073" y="5489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" name="Oval 398">
                  <a:extLst>
                    <a:ext uri="{FF2B5EF4-FFF2-40B4-BE49-F238E27FC236}">
                      <a16:creationId xmlns:a16="http://schemas.microsoft.com/office/drawing/2014/main" id="{A2FCFB7A-5DFA-710C-6C05-01918936038E}"/>
                    </a:ext>
                  </a:extLst>
                </p:cNvPr>
                <p:cNvSpPr/>
                <p:nvPr/>
              </p:nvSpPr>
              <p:spPr>
                <a:xfrm>
                  <a:off x="1847994" y="43970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" name="Oval 399">
                  <a:extLst>
                    <a:ext uri="{FF2B5EF4-FFF2-40B4-BE49-F238E27FC236}">
                      <a16:creationId xmlns:a16="http://schemas.microsoft.com/office/drawing/2014/main" id="{D266016B-51C4-A46B-257D-DCD69583D5CD}"/>
                    </a:ext>
                  </a:extLst>
                </p:cNvPr>
                <p:cNvSpPr/>
                <p:nvPr/>
              </p:nvSpPr>
              <p:spPr>
                <a:xfrm>
                  <a:off x="1679810" y="49976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1" name="Oval 400">
                  <a:extLst>
                    <a:ext uri="{FF2B5EF4-FFF2-40B4-BE49-F238E27FC236}">
                      <a16:creationId xmlns:a16="http://schemas.microsoft.com/office/drawing/2014/main" id="{0CE13A22-0289-ECED-F5EE-051CFA05DF5D}"/>
                    </a:ext>
                  </a:extLst>
                </p:cNvPr>
                <p:cNvSpPr/>
                <p:nvPr/>
              </p:nvSpPr>
              <p:spPr>
                <a:xfrm>
                  <a:off x="1232418" y="53097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2" name="Oval 401">
                  <a:extLst>
                    <a:ext uri="{FF2B5EF4-FFF2-40B4-BE49-F238E27FC236}">
                      <a16:creationId xmlns:a16="http://schemas.microsoft.com/office/drawing/2014/main" id="{F35AD22B-15AA-D6A7-8179-A9B05C68E792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" name="Oval 402">
                  <a:extLst>
                    <a:ext uri="{FF2B5EF4-FFF2-40B4-BE49-F238E27FC236}">
                      <a16:creationId xmlns:a16="http://schemas.microsoft.com/office/drawing/2014/main" id="{8BE41499-C658-0CC3-5436-359818C828A0}"/>
                    </a:ext>
                  </a:extLst>
                </p:cNvPr>
                <p:cNvSpPr/>
                <p:nvPr/>
              </p:nvSpPr>
              <p:spPr>
                <a:xfrm>
                  <a:off x="381359" y="44999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4" name="Oval 403">
                  <a:extLst>
                    <a:ext uri="{FF2B5EF4-FFF2-40B4-BE49-F238E27FC236}">
                      <a16:creationId xmlns:a16="http://schemas.microsoft.com/office/drawing/2014/main" id="{050EC107-37AC-56B9-FD65-6DD76534F866}"/>
                    </a:ext>
                  </a:extLst>
                </p:cNvPr>
                <p:cNvSpPr/>
                <p:nvPr/>
              </p:nvSpPr>
              <p:spPr>
                <a:xfrm>
                  <a:off x="1444450" y="5067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5" name="Oval 404">
                  <a:extLst>
                    <a:ext uri="{FF2B5EF4-FFF2-40B4-BE49-F238E27FC236}">
                      <a16:creationId xmlns:a16="http://schemas.microsoft.com/office/drawing/2014/main" id="{E6DE4EB5-07C4-4AAB-4187-7B747D239E9F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6" name="Oval 405">
                  <a:extLst>
                    <a:ext uri="{FF2B5EF4-FFF2-40B4-BE49-F238E27FC236}">
                      <a16:creationId xmlns:a16="http://schemas.microsoft.com/office/drawing/2014/main" id="{7EA49992-48DA-36C4-8635-3C398D6D4FBA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051557B3-B1E9-DCDC-7945-93A04D930CA8}"/>
                    </a:ext>
                  </a:extLst>
                </p:cNvPr>
                <p:cNvSpPr/>
                <p:nvPr/>
              </p:nvSpPr>
              <p:spPr>
                <a:xfrm>
                  <a:off x="1845551" y="66746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8" name="Oval 407">
                  <a:extLst>
                    <a:ext uri="{FF2B5EF4-FFF2-40B4-BE49-F238E27FC236}">
                      <a16:creationId xmlns:a16="http://schemas.microsoft.com/office/drawing/2014/main" id="{85AD9553-8054-0F0A-8B33-A20A9E5F42E9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42A7E954-0679-3111-70DC-80565E60A305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" name="Oval 409">
                  <a:extLst>
                    <a:ext uri="{FF2B5EF4-FFF2-40B4-BE49-F238E27FC236}">
                      <a16:creationId xmlns:a16="http://schemas.microsoft.com/office/drawing/2014/main" id="{2A5DF23F-3FDE-1308-C259-A7D1FA92F85A}"/>
                    </a:ext>
                  </a:extLst>
                </p:cNvPr>
                <p:cNvSpPr/>
                <p:nvPr/>
              </p:nvSpPr>
              <p:spPr>
                <a:xfrm>
                  <a:off x="914248" y="63987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" name="Oval 410">
                  <a:extLst>
                    <a:ext uri="{FF2B5EF4-FFF2-40B4-BE49-F238E27FC236}">
                      <a16:creationId xmlns:a16="http://schemas.microsoft.com/office/drawing/2014/main" id="{13841737-11C8-A77D-24C3-D7C15C1E1017}"/>
                    </a:ext>
                  </a:extLst>
                </p:cNvPr>
                <p:cNvSpPr/>
                <p:nvPr/>
              </p:nvSpPr>
              <p:spPr>
                <a:xfrm>
                  <a:off x="409695" y="72949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" name="Oval 411">
                  <a:extLst>
                    <a:ext uri="{FF2B5EF4-FFF2-40B4-BE49-F238E27FC236}">
                      <a16:creationId xmlns:a16="http://schemas.microsoft.com/office/drawing/2014/main" id="{F184C4F6-3990-41B8-7698-E1EC62B80789}"/>
                    </a:ext>
                  </a:extLst>
                </p:cNvPr>
                <p:cNvSpPr/>
                <p:nvPr/>
              </p:nvSpPr>
              <p:spPr>
                <a:xfrm>
                  <a:off x="560291" y="64425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" name="Oval 412">
                  <a:extLst>
                    <a:ext uri="{FF2B5EF4-FFF2-40B4-BE49-F238E27FC236}">
                      <a16:creationId xmlns:a16="http://schemas.microsoft.com/office/drawing/2014/main" id="{2FEDF877-E7D4-588B-61BA-20CA573E638E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" name="Oval 413">
                  <a:extLst>
                    <a:ext uri="{FF2B5EF4-FFF2-40B4-BE49-F238E27FC236}">
                      <a16:creationId xmlns:a16="http://schemas.microsoft.com/office/drawing/2014/main" id="{F38CB4BB-7166-19A9-A086-12472F4D2BAC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5" name="Oval 414">
                  <a:extLst>
                    <a:ext uri="{FF2B5EF4-FFF2-40B4-BE49-F238E27FC236}">
                      <a16:creationId xmlns:a16="http://schemas.microsoft.com/office/drawing/2014/main" id="{816B9BE6-24BD-DA51-39F0-B57FB044BAA8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id="{72F849D9-3CB1-459F-B6E3-1713FACC36E5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7" name="Oval 416">
                  <a:extLst>
                    <a:ext uri="{FF2B5EF4-FFF2-40B4-BE49-F238E27FC236}">
                      <a16:creationId xmlns:a16="http://schemas.microsoft.com/office/drawing/2014/main" id="{7766EE19-66FF-754B-81F0-95AFB8E2E34D}"/>
                    </a:ext>
                  </a:extLst>
                </p:cNvPr>
                <p:cNvSpPr/>
                <p:nvPr/>
              </p:nvSpPr>
              <p:spPr>
                <a:xfrm>
                  <a:off x="-360874" y="76171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id="{D9CCB034-E9B5-7672-970D-2C185AA52CCB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" name="Oval 418">
                  <a:extLst>
                    <a:ext uri="{FF2B5EF4-FFF2-40B4-BE49-F238E27FC236}">
                      <a16:creationId xmlns:a16="http://schemas.microsoft.com/office/drawing/2014/main" id="{2B44F0CE-E503-F2A4-B697-BA306568676E}"/>
                    </a:ext>
                  </a:extLst>
                </p:cNvPr>
                <p:cNvSpPr/>
                <p:nvPr/>
              </p:nvSpPr>
              <p:spPr>
                <a:xfrm>
                  <a:off x="23372" y="71299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" name="Oval 419">
                  <a:extLst>
                    <a:ext uri="{FF2B5EF4-FFF2-40B4-BE49-F238E27FC236}">
                      <a16:creationId xmlns:a16="http://schemas.microsoft.com/office/drawing/2014/main" id="{5E8EF5A3-02D6-465A-6EAB-F6005C9192B6}"/>
                    </a:ext>
                  </a:extLst>
                </p:cNvPr>
                <p:cNvSpPr/>
                <p:nvPr/>
              </p:nvSpPr>
              <p:spPr>
                <a:xfrm>
                  <a:off x="-237148" y="69227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1" name="Oval 420">
                  <a:extLst>
                    <a:ext uri="{FF2B5EF4-FFF2-40B4-BE49-F238E27FC236}">
                      <a16:creationId xmlns:a16="http://schemas.microsoft.com/office/drawing/2014/main" id="{B29973D3-184D-7724-CE17-9AAC60A723EB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2" name="Oval 421">
                  <a:extLst>
                    <a:ext uri="{FF2B5EF4-FFF2-40B4-BE49-F238E27FC236}">
                      <a16:creationId xmlns:a16="http://schemas.microsoft.com/office/drawing/2014/main" id="{365AB81C-CE04-87CF-824A-25F5F67E2FFD}"/>
                    </a:ext>
                  </a:extLst>
                </p:cNvPr>
                <p:cNvSpPr/>
                <p:nvPr/>
              </p:nvSpPr>
              <p:spPr>
                <a:xfrm>
                  <a:off x="-90949" y="73031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3" name="Oval 422">
                  <a:extLst>
                    <a:ext uri="{FF2B5EF4-FFF2-40B4-BE49-F238E27FC236}">
                      <a16:creationId xmlns:a16="http://schemas.microsoft.com/office/drawing/2014/main" id="{FCA7A647-C039-9889-DBB2-1DCE7A413A35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4" name="Oval 423">
                  <a:extLst>
                    <a:ext uri="{FF2B5EF4-FFF2-40B4-BE49-F238E27FC236}">
                      <a16:creationId xmlns:a16="http://schemas.microsoft.com/office/drawing/2014/main" id="{431669F6-98E4-A45E-9D7B-579919FD7C21}"/>
                    </a:ext>
                  </a:extLst>
                </p:cNvPr>
                <p:cNvSpPr/>
                <p:nvPr/>
              </p:nvSpPr>
              <p:spPr>
                <a:xfrm>
                  <a:off x="771712" y="770733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" name="Oval 424">
                  <a:extLst>
                    <a:ext uri="{FF2B5EF4-FFF2-40B4-BE49-F238E27FC236}">
                      <a16:creationId xmlns:a16="http://schemas.microsoft.com/office/drawing/2014/main" id="{C6B3CBA8-BFF6-5E70-0994-3B20D26CDE59}"/>
                    </a:ext>
                  </a:extLst>
                </p:cNvPr>
                <p:cNvSpPr/>
                <p:nvPr/>
              </p:nvSpPr>
              <p:spPr>
                <a:xfrm>
                  <a:off x="469420" y="78080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" name="Oval 425">
                  <a:extLst>
                    <a:ext uri="{FF2B5EF4-FFF2-40B4-BE49-F238E27FC236}">
                      <a16:creationId xmlns:a16="http://schemas.microsoft.com/office/drawing/2014/main" id="{9FED5A57-8286-31DE-2EE5-896A70686AD4}"/>
                    </a:ext>
                  </a:extLst>
                </p:cNvPr>
                <p:cNvSpPr/>
                <p:nvPr/>
              </p:nvSpPr>
              <p:spPr>
                <a:xfrm>
                  <a:off x="338855" y="75110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7" name="Oval 426">
                  <a:extLst>
                    <a:ext uri="{FF2B5EF4-FFF2-40B4-BE49-F238E27FC236}">
                      <a16:creationId xmlns:a16="http://schemas.microsoft.com/office/drawing/2014/main" id="{4E08A805-8963-5E44-5396-1A0EB3EE6958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8" name="Oval 427">
                  <a:extLst>
                    <a:ext uri="{FF2B5EF4-FFF2-40B4-BE49-F238E27FC236}">
                      <a16:creationId xmlns:a16="http://schemas.microsoft.com/office/drawing/2014/main" id="{808B1C60-BB53-D3EF-7AD4-274BF7BF1445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9" name="Oval 428">
                  <a:extLst>
                    <a:ext uri="{FF2B5EF4-FFF2-40B4-BE49-F238E27FC236}">
                      <a16:creationId xmlns:a16="http://schemas.microsoft.com/office/drawing/2014/main" id="{AC717FD4-C7B4-2998-D21A-54FE46D9100E}"/>
                    </a:ext>
                  </a:extLst>
                </p:cNvPr>
                <p:cNvSpPr/>
                <p:nvPr/>
              </p:nvSpPr>
              <p:spPr>
                <a:xfrm>
                  <a:off x="929515" y="747184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" name="Oval 429">
                  <a:extLst>
                    <a:ext uri="{FF2B5EF4-FFF2-40B4-BE49-F238E27FC236}">
                      <a16:creationId xmlns:a16="http://schemas.microsoft.com/office/drawing/2014/main" id="{6412583C-6CA7-1976-F0D1-647473A6E80F}"/>
                    </a:ext>
                  </a:extLst>
                </p:cNvPr>
                <p:cNvSpPr/>
                <p:nvPr/>
              </p:nvSpPr>
              <p:spPr>
                <a:xfrm>
                  <a:off x="1439686" y="7091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1" name="Oval 430">
                  <a:extLst>
                    <a:ext uri="{FF2B5EF4-FFF2-40B4-BE49-F238E27FC236}">
                      <a16:creationId xmlns:a16="http://schemas.microsoft.com/office/drawing/2014/main" id="{92AFC171-7A04-A376-E536-7E5732F5E5E2}"/>
                    </a:ext>
                  </a:extLst>
                </p:cNvPr>
                <p:cNvSpPr/>
                <p:nvPr/>
              </p:nvSpPr>
              <p:spPr>
                <a:xfrm>
                  <a:off x="1948514" y="76362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2" name="Oval 431">
                  <a:extLst>
                    <a:ext uri="{FF2B5EF4-FFF2-40B4-BE49-F238E27FC236}">
                      <a16:creationId xmlns:a16="http://schemas.microsoft.com/office/drawing/2014/main" id="{60F87256-DCF1-AC93-4DC1-79B901B923CB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3" name="Oval 432">
                  <a:extLst>
                    <a:ext uri="{FF2B5EF4-FFF2-40B4-BE49-F238E27FC236}">
                      <a16:creationId xmlns:a16="http://schemas.microsoft.com/office/drawing/2014/main" id="{3692F0BF-FE0C-8C8C-7F2A-536F71BC47E8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4" name="Oval 433">
                  <a:extLst>
                    <a:ext uri="{FF2B5EF4-FFF2-40B4-BE49-F238E27FC236}">
                      <a16:creationId xmlns:a16="http://schemas.microsoft.com/office/drawing/2014/main" id="{4EE95026-4C40-5E18-E23E-4A02B373B52F}"/>
                    </a:ext>
                  </a:extLst>
                </p:cNvPr>
                <p:cNvSpPr/>
                <p:nvPr/>
              </p:nvSpPr>
              <p:spPr>
                <a:xfrm>
                  <a:off x="1776299" y="7635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5" name="Oval 434">
                  <a:extLst>
                    <a:ext uri="{FF2B5EF4-FFF2-40B4-BE49-F238E27FC236}">
                      <a16:creationId xmlns:a16="http://schemas.microsoft.com/office/drawing/2014/main" id="{85208775-68BB-9586-7F9A-8CBCED9835C0}"/>
                    </a:ext>
                  </a:extLst>
                </p:cNvPr>
                <p:cNvSpPr/>
                <p:nvPr/>
              </p:nvSpPr>
              <p:spPr>
                <a:xfrm>
                  <a:off x="1989552" y="72875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6" name="Oval 435">
                  <a:extLst>
                    <a:ext uri="{FF2B5EF4-FFF2-40B4-BE49-F238E27FC236}">
                      <a16:creationId xmlns:a16="http://schemas.microsoft.com/office/drawing/2014/main" id="{8394D8DD-37BF-78C6-64A0-4B80957938C2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" name="Oval 436">
                  <a:extLst>
                    <a:ext uri="{FF2B5EF4-FFF2-40B4-BE49-F238E27FC236}">
                      <a16:creationId xmlns:a16="http://schemas.microsoft.com/office/drawing/2014/main" id="{BE2013D7-908F-5A36-A634-F076A72E8047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" name="Oval 437">
                  <a:extLst>
                    <a:ext uri="{FF2B5EF4-FFF2-40B4-BE49-F238E27FC236}">
                      <a16:creationId xmlns:a16="http://schemas.microsoft.com/office/drawing/2014/main" id="{09792236-F79A-06A9-CAAD-128F91F0B09A}"/>
                    </a:ext>
                  </a:extLst>
                </p:cNvPr>
                <p:cNvSpPr/>
                <p:nvPr/>
              </p:nvSpPr>
              <p:spPr>
                <a:xfrm>
                  <a:off x="3276156" y="76997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" name="Oval 438">
                  <a:extLst>
                    <a:ext uri="{FF2B5EF4-FFF2-40B4-BE49-F238E27FC236}">
                      <a16:creationId xmlns:a16="http://schemas.microsoft.com/office/drawing/2014/main" id="{7642A48A-9D27-8033-88C3-0CCFC5AA8E4D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A2EE23D0-ED45-4DB9-B4AC-D60E294F4E35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" name="Oval 440">
                  <a:extLst>
                    <a:ext uri="{FF2B5EF4-FFF2-40B4-BE49-F238E27FC236}">
                      <a16:creationId xmlns:a16="http://schemas.microsoft.com/office/drawing/2014/main" id="{B5897E22-B4CB-8602-F011-89C84544A85B}"/>
                    </a:ext>
                  </a:extLst>
                </p:cNvPr>
                <p:cNvSpPr/>
                <p:nvPr/>
              </p:nvSpPr>
              <p:spPr>
                <a:xfrm>
                  <a:off x="2057705" y="77103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" name="Oval 441">
                  <a:extLst>
                    <a:ext uri="{FF2B5EF4-FFF2-40B4-BE49-F238E27FC236}">
                      <a16:creationId xmlns:a16="http://schemas.microsoft.com/office/drawing/2014/main" id="{307FD30A-D072-CBE7-CEE6-8FC4FF2A5E7D}"/>
                    </a:ext>
                  </a:extLst>
                </p:cNvPr>
                <p:cNvSpPr/>
                <p:nvPr/>
              </p:nvSpPr>
              <p:spPr>
                <a:xfrm>
                  <a:off x="1611290" y="7731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" name="Oval 442">
                  <a:extLst>
                    <a:ext uri="{FF2B5EF4-FFF2-40B4-BE49-F238E27FC236}">
                      <a16:creationId xmlns:a16="http://schemas.microsoft.com/office/drawing/2014/main" id="{D2E80C2C-18BC-B8E4-CF77-37366AF65121}"/>
                    </a:ext>
                  </a:extLst>
                </p:cNvPr>
                <p:cNvSpPr/>
                <p:nvPr/>
              </p:nvSpPr>
              <p:spPr>
                <a:xfrm>
                  <a:off x="740079" y="72541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" name="Oval 443">
                  <a:extLst>
                    <a:ext uri="{FF2B5EF4-FFF2-40B4-BE49-F238E27FC236}">
                      <a16:creationId xmlns:a16="http://schemas.microsoft.com/office/drawing/2014/main" id="{8EAF7F7D-0BA6-AB78-8F22-26187D44FC1A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5" name="Oval 444">
                  <a:extLst>
                    <a:ext uri="{FF2B5EF4-FFF2-40B4-BE49-F238E27FC236}">
                      <a16:creationId xmlns:a16="http://schemas.microsoft.com/office/drawing/2014/main" id="{6118859A-2DBA-0A90-0D18-FD3298E5DBF6}"/>
                    </a:ext>
                  </a:extLst>
                </p:cNvPr>
                <p:cNvSpPr/>
                <p:nvPr/>
              </p:nvSpPr>
              <p:spPr>
                <a:xfrm>
                  <a:off x="1236448" y="67483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6" name="Oval 445">
                  <a:extLst>
                    <a:ext uri="{FF2B5EF4-FFF2-40B4-BE49-F238E27FC236}">
                      <a16:creationId xmlns:a16="http://schemas.microsoft.com/office/drawing/2014/main" id="{C43C775B-28C0-FEA2-FAC6-3ECE98DE6D64}"/>
                    </a:ext>
                  </a:extLst>
                </p:cNvPr>
                <p:cNvSpPr/>
                <p:nvPr/>
              </p:nvSpPr>
              <p:spPr>
                <a:xfrm>
                  <a:off x="1741001" y="6844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7" name="Oval 446">
                  <a:extLst>
                    <a:ext uri="{FF2B5EF4-FFF2-40B4-BE49-F238E27FC236}">
                      <a16:creationId xmlns:a16="http://schemas.microsoft.com/office/drawing/2014/main" id="{DF8B565E-97FC-A33D-343D-85CA95985461}"/>
                    </a:ext>
                  </a:extLst>
                </p:cNvPr>
                <p:cNvSpPr/>
                <p:nvPr/>
              </p:nvSpPr>
              <p:spPr>
                <a:xfrm>
                  <a:off x="1260754" y="682353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8" name="Oval 447">
                  <a:extLst>
                    <a:ext uri="{FF2B5EF4-FFF2-40B4-BE49-F238E27FC236}">
                      <a16:creationId xmlns:a16="http://schemas.microsoft.com/office/drawing/2014/main" id="{AA5C3085-7F3C-FD6B-0429-DD6B69277A35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8DD2F455-3D2F-240A-7F7F-F035C6BDB4A7}"/>
                    </a:ext>
                  </a:extLst>
                </p:cNvPr>
                <p:cNvSpPr/>
                <p:nvPr/>
              </p:nvSpPr>
              <p:spPr>
                <a:xfrm>
                  <a:off x="2274012" y="69913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0" name="Oval 449">
                  <a:extLst>
                    <a:ext uri="{FF2B5EF4-FFF2-40B4-BE49-F238E27FC236}">
                      <a16:creationId xmlns:a16="http://schemas.microsoft.com/office/drawing/2014/main" id="{7E14FE32-9063-2650-F4AC-241722BF88C2}"/>
                    </a:ext>
                  </a:extLst>
                </p:cNvPr>
                <p:cNvSpPr/>
                <p:nvPr/>
              </p:nvSpPr>
              <p:spPr>
                <a:xfrm>
                  <a:off x="1176600" y="57598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" name="Oval 450">
                  <a:extLst>
                    <a:ext uri="{FF2B5EF4-FFF2-40B4-BE49-F238E27FC236}">
                      <a16:creationId xmlns:a16="http://schemas.microsoft.com/office/drawing/2014/main" id="{FE1994CC-9318-5584-75D5-6469DF9268D5}"/>
                    </a:ext>
                  </a:extLst>
                </p:cNvPr>
                <p:cNvSpPr/>
                <p:nvPr/>
              </p:nvSpPr>
              <p:spPr>
                <a:xfrm>
                  <a:off x="2653862" y="6229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" name="Oval 451">
                  <a:extLst>
                    <a:ext uri="{FF2B5EF4-FFF2-40B4-BE49-F238E27FC236}">
                      <a16:creationId xmlns:a16="http://schemas.microsoft.com/office/drawing/2014/main" id="{6916B9CA-6D00-52F6-7E09-9C9498A13F2F}"/>
                    </a:ext>
                  </a:extLst>
                </p:cNvPr>
                <p:cNvSpPr/>
                <p:nvPr/>
              </p:nvSpPr>
              <p:spPr>
                <a:xfrm>
                  <a:off x="2245188" y="666390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" name="Oval 452">
                  <a:extLst>
                    <a:ext uri="{FF2B5EF4-FFF2-40B4-BE49-F238E27FC236}">
                      <a16:creationId xmlns:a16="http://schemas.microsoft.com/office/drawing/2014/main" id="{199CAE59-691C-42E5-547C-CF461094AA27}"/>
                    </a:ext>
                  </a:extLst>
                </p:cNvPr>
                <p:cNvSpPr/>
                <p:nvPr/>
              </p:nvSpPr>
              <p:spPr>
                <a:xfrm>
                  <a:off x="2446838" y="58168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8A0135B1-0788-EF39-FBCA-4324EEB108BA}"/>
                    </a:ext>
                  </a:extLst>
                </p:cNvPr>
                <p:cNvSpPr/>
                <p:nvPr/>
              </p:nvSpPr>
              <p:spPr>
                <a:xfrm>
                  <a:off x="2094225" y="56891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4CA0BD93-3F4E-71ED-ECB9-DDA48C60B123}"/>
                    </a:ext>
                  </a:extLst>
                </p:cNvPr>
                <p:cNvSpPr/>
                <p:nvPr/>
              </p:nvSpPr>
              <p:spPr>
                <a:xfrm>
                  <a:off x="1541427" y="654176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F5974002-48C4-8838-99B0-695BD74CAE12}"/>
                    </a:ext>
                  </a:extLst>
                </p:cNvPr>
                <p:cNvSpPr/>
                <p:nvPr/>
              </p:nvSpPr>
              <p:spPr>
                <a:xfrm>
                  <a:off x="2240424" y="52135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0463879B-EB4F-21CF-395C-FC533F1F780B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8" name="Oval 457">
                  <a:extLst>
                    <a:ext uri="{FF2B5EF4-FFF2-40B4-BE49-F238E27FC236}">
                      <a16:creationId xmlns:a16="http://schemas.microsoft.com/office/drawing/2014/main" id="{403E8ECE-B685-EC4C-9AA0-5B1983FCB1DB}"/>
                    </a:ext>
                  </a:extLst>
                </p:cNvPr>
                <p:cNvSpPr/>
                <p:nvPr/>
              </p:nvSpPr>
              <p:spPr>
                <a:xfrm>
                  <a:off x="3402447" y="51377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id="{1BA4D14B-2B7D-3050-7AF9-BCADE72D6EA7}"/>
                    </a:ext>
                  </a:extLst>
                </p:cNvPr>
                <p:cNvSpPr/>
                <p:nvPr/>
              </p:nvSpPr>
              <p:spPr>
                <a:xfrm>
                  <a:off x="3682021" y="49186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4F19C35D-2C03-4345-B79C-3D0375067A45}"/>
                    </a:ext>
                  </a:extLst>
                </p:cNvPr>
                <p:cNvSpPr/>
                <p:nvPr/>
              </p:nvSpPr>
              <p:spPr>
                <a:xfrm>
                  <a:off x="3748587" y="48798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" name="Oval 460">
                  <a:extLst>
                    <a:ext uri="{FF2B5EF4-FFF2-40B4-BE49-F238E27FC236}">
                      <a16:creationId xmlns:a16="http://schemas.microsoft.com/office/drawing/2014/main" id="{AEF6022D-59B9-1B06-6EAD-A4787A60E7C2}"/>
                    </a:ext>
                  </a:extLst>
                </p:cNvPr>
                <p:cNvSpPr/>
                <p:nvPr/>
              </p:nvSpPr>
              <p:spPr>
                <a:xfrm>
                  <a:off x="3035910" y="554206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" name="Oval 461">
                  <a:extLst>
                    <a:ext uri="{FF2B5EF4-FFF2-40B4-BE49-F238E27FC236}">
                      <a16:creationId xmlns:a16="http://schemas.microsoft.com/office/drawing/2014/main" id="{8979521D-2617-C3B7-225B-6AE0F95ED1D9}"/>
                    </a:ext>
                  </a:extLst>
                </p:cNvPr>
                <p:cNvSpPr/>
                <p:nvPr/>
              </p:nvSpPr>
              <p:spPr>
                <a:xfrm>
                  <a:off x="2685007" y="5885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" name="Oval 462">
                  <a:extLst>
                    <a:ext uri="{FF2B5EF4-FFF2-40B4-BE49-F238E27FC236}">
                      <a16:creationId xmlns:a16="http://schemas.microsoft.com/office/drawing/2014/main" id="{B6EE3C18-0ED5-E46E-E453-EEDCB188ABE3}"/>
                    </a:ext>
                  </a:extLst>
                </p:cNvPr>
                <p:cNvSpPr/>
                <p:nvPr/>
              </p:nvSpPr>
              <p:spPr>
                <a:xfrm>
                  <a:off x="3249530" y="48281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60DDE2A1-5A1E-F642-1A67-9C7CB02BBF22}"/>
                    </a:ext>
                  </a:extLst>
                </p:cNvPr>
                <p:cNvSpPr/>
                <p:nvPr/>
              </p:nvSpPr>
              <p:spPr>
                <a:xfrm>
                  <a:off x="3395730" y="47885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5" name="Oval 464">
                  <a:extLst>
                    <a:ext uri="{FF2B5EF4-FFF2-40B4-BE49-F238E27FC236}">
                      <a16:creationId xmlns:a16="http://schemas.microsoft.com/office/drawing/2014/main" id="{C66FFB3A-7905-5DC2-6A29-CDA58150A11C}"/>
                    </a:ext>
                  </a:extLst>
                </p:cNvPr>
                <p:cNvSpPr/>
                <p:nvPr/>
              </p:nvSpPr>
              <p:spPr>
                <a:xfrm>
                  <a:off x="2535632" y="56577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6" name="Oval 465">
                  <a:extLst>
                    <a:ext uri="{FF2B5EF4-FFF2-40B4-BE49-F238E27FC236}">
                      <a16:creationId xmlns:a16="http://schemas.microsoft.com/office/drawing/2014/main" id="{85D65F39-B836-9D58-99E6-1B176D20EA40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7" name="Oval 466">
                  <a:extLst>
                    <a:ext uri="{FF2B5EF4-FFF2-40B4-BE49-F238E27FC236}">
                      <a16:creationId xmlns:a16="http://schemas.microsoft.com/office/drawing/2014/main" id="{459F1FCF-1046-742F-600B-65C15D21F1AB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8" name="Oval 467">
                  <a:extLst>
                    <a:ext uri="{FF2B5EF4-FFF2-40B4-BE49-F238E27FC236}">
                      <a16:creationId xmlns:a16="http://schemas.microsoft.com/office/drawing/2014/main" id="{A33A9F92-7311-D8DE-E6DF-5FAC5BEC158F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9" name="Oval 468">
                  <a:extLst>
                    <a:ext uri="{FF2B5EF4-FFF2-40B4-BE49-F238E27FC236}">
                      <a16:creationId xmlns:a16="http://schemas.microsoft.com/office/drawing/2014/main" id="{C8C7B999-23D2-48C0-7A0C-B9513F70AF5E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0" name="Oval 469">
                  <a:extLst>
                    <a:ext uri="{FF2B5EF4-FFF2-40B4-BE49-F238E27FC236}">
                      <a16:creationId xmlns:a16="http://schemas.microsoft.com/office/drawing/2014/main" id="{9B78A54D-78D5-DF48-6195-AD429B12B001}"/>
                    </a:ext>
                  </a:extLst>
                </p:cNvPr>
                <p:cNvSpPr/>
                <p:nvPr/>
              </p:nvSpPr>
              <p:spPr>
                <a:xfrm>
                  <a:off x="2333982" y="595501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" name="Oval 470">
                  <a:extLst>
                    <a:ext uri="{FF2B5EF4-FFF2-40B4-BE49-F238E27FC236}">
                      <a16:creationId xmlns:a16="http://schemas.microsoft.com/office/drawing/2014/main" id="{8BA7ED53-865A-D7A3-9FD6-E3111CC0D2FC}"/>
                    </a:ext>
                  </a:extLst>
                </p:cNvPr>
                <p:cNvSpPr/>
                <p:nvPr/>
              </p:nvSpPr>
              <p:spPr>
                <a:xfrm>
                  <a:off x="1956697" y="596234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" name="Oval 471">
                  <a:extLst>
                    <a:ext uri="{FF2B5EF4-FFF2-40B4-BE49-F238E27FC236}">
                      <a16:creationId xmlns:a16="http://schemas.microsoft.com/office/drawing/2014/main" id="{26A187B1-12A7-461A-C889-33D60E935B02}"/>
                    </a:ext>
                  </a:extLst>
                </p:cNvPr>
                <p:cNvSpPr/>
                <p:nvPr/>
              </p:nvSpPr>
              <p:spPr>
                <a:xfrm>
                  <a:off x="2574961" y="48196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id="{FC0965E2-8A8C-D641-F79F-CC1966382D74}"/>
                    </a:ext>
                  </a:extLst>
                </p:cNvPr>
                <p:cNvSpPr/>
                <p:nvPr/>
              </p:nvSpPr>
              <p:spPr>
                <a:xfrm>
                  <a:off x="1387777" y="60251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4" name="Oval 473">
                  <a:extLst>
                    <a:ext uri="{FF2B5EF4-FFF2-40B4-BE49-F238E27FC236}">
                      <a16:creationId xmlns:a16="http://schemas.microsoft.com/office/drawing/2014/main" id="{7C7B607F-0323-80C2-C097-989E6DA81992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5" name="Oval 474">
                  <a:extLst>
                    <a:ext uri="{FF2B5EF4-FFF2-40B4-BE49-F238E27FC236}">
                      <a16:creationId xmlns:a16="http://schemas.microsoft.com/office/drawing/2014/main" id="{C9404154-B0BD-DDB4-8376-C3D4666E6385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6" name="Oval 475">
                  <a:extLst>
                    <a:ext uri="{FF2B5EF4-FFF2-40B4-BE49-F238E27FC236}">
                      <a16:creationId xmlns:a16="http://schemas.microsoft.com/office/drawing/2014/main" id="{4DBF3ABB-4CC8-C0DE-20FE-1B7F2CD4C3B0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7" name="Oval 476">
                  <a:extLst>
                    <a:ext uri="{FF2B5EF4-FFF2-40B4-BE49-F238E27FC236}">
                      <a16:creationId xmlns:a16="http://schemas.microsoft.com/office/drawing/2014/main" id="{7ED96F54-B61C-21B3-0332-410FB4C60255}"/>
                    </a:ext>
                  </a:extLst>
                </p:cNvPr>
                <p:cNvSpPr/>
                <p:nvPr/>
              </p:nvSpPr>
              <p:spPr>
                <a:xfrm>
                  <a:off x="3465470" y="3678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8" name="Oval 477">
                  <a:extLst>
                    <a:ext uri="{FF2B5EF4-FFF2-40B4-BE49-F238E27FC236}">
                      <a16:creationId xmlns:a16="http://schemas.microsoft.com/office/drawing/2014/main" id="{81EA8530-F9E7-CEF6-BAF4-A632A2FFC243}"/>
                    </a:ext>
                  </a:extLst>
                </p:cNvPr>
                <p:cNvSpPr/>
                <p:nvPr/>
              </p:nvSpPr>
              <p:spPr>
                <a:xfrm>
                  <a:off x="3311821" y="35295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9" name="Oval 478">
                  <a:extLst>
                    <a:ext uri="{FF2B5EF4-FFF2-40B4-BE49-F238E27FC236}">
                      <a16:creationId xmlns:a16="http://schemas.microsoft.com/office/drawing/2014/main" id="{EAB709DA-1757-0DF4-DDEE-A0541F90188A}"/>
                    </a:ext>
                  </a:extLst>
                </p:cNvPr>
                <p:cNvSpPr/>
                <p:nvPr/>
              </p:nvSpPr>
              <p:spPr>
                <a:xfrm>
                  <a:off x="3055208" y="36442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0" name="Oval 479">
                  <a:extLst>
                    <a:ext uri="{FF2B5EF4-FFF2-40B4-BE49-F238E27FC236}">
                      <a16:creationId xmlns:a16="http://schemas.microsoft.com/office/drawing/2014/main" id="{DC5560D2-BD9F-1D9A-6D89-CB95A9F97939}"/>
                    </a:ext>
                  </a:extLst>
                </p:cNvPr>
                <p:cNvSpPr/>
                <p:nvPr/>
              </p:nvSpPr>
              <p:spPr>
                <a:xfrm>
                  <a:off x="3225957" y="3694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" name="Oval 480">
                  <a:extLst>
                    <a:ext uri="{FF2B5EF4-FFF2-40B4-BE49-F238E27FC236}">
                      <a16:creationId xmlns:a16="http://schemas.microsoft.com/office/drawing/2014/main" id="{915DEA53-F671-ACDA-FC61-F36071DD70E7}"/>
                    </a:ext>
                  </a:extLst>
                </p:cNvPr>
                <p:cNvSpPr/>
                <p:nvPr/>
              </p:nvSpPr>
              <p:spPr>
                <a:xfrm>
                  <a:off x="3553654" y="34450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2" name="Oval 481">
                  <a:extLst>
                    <a:ext uri="{FF2B5EF4-FFF2-40B4-BE49-F238E27FC236}">
                      <a16:creationId xmlns:a16="http://schemas.microsoft.com/office/drawing/2014/main" id="{9D721BA8-A16A-D87D-14F7-38BB7E4A0C8F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" name="Oval 482">
                  <a:extLst>
                    <a:ext uri="{FF2B5EF4-FFF2-40B4-BE49-F238E27FC236}">
                      <a16:creationId xmlns:a16="http://schemas.microsoft.com/office/drawing/2014/main" id="{181F78D5-69ED-1BBE-95E6-6CEE9ECC980F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4" name="Oval 483">
                  <a:extLst>
                    <a:ext uri="{FF2B5EF4-FFF2-40B4-BE49-F238E27FC236}">
                      <a16:creationId xmlns:a16="http://schemas.microsoft.com/office/drawing/2014/main" id="{235CC211-7ACD-FBBF-753C-B47EF753B072}"/>
                    </a:ext>
                  </a:extLst>
                </p:cNvPr>
                <p:cNvSpPr/>
                <p:nvPr/>
              </p:nvSpPr>
              <p:spPr>
                <a:xfrm>
                  <a:off x="1654527" y="4000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5" name="Oval 484">
                  <a:extLst>
                    <a:ext uri="{FF2B5EF4-FFF2-40B4-BE49-F238E27FC236}">
                      <a16:creationId xmlns:a16="http://schemas.microsoft.com/office/drawing/2014/main" id="{248C051A-B5E4-8297-C450-BB94CDFCF959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6" name="Oval 485">
                  <a:extLst>
                    <a:ext uri="{FF2B5EF4-FFF2-40B4-BE49-F238E27FC236}">
                      <a16:creationId xmlns:a16="http://schemas.microsoft.com/office/drawing/2014/main" id="{F5F76777-B342-45EC-5DCF-0FDDE307AB31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7" name="Oval 486">
                  <a:extLst>
                    <a:ext uri="{FF2B5EF4-FFF2-40B4-BE49-F238E27FC236}">
                      <a16:creationId xmlns:a16="http://schemas.microsoft.com/office/drawing/2014/main" id="{E4BF23C0-21AA-3677-F937-5D878ACFA90C}"/>
                    </a:ext>
                  </a:extLst>
                </p:cNvPr>
                <p:cNvSpPr/>
                <p:nvPr/>
              </p:nvSpPr>
              <p:spPr>
                <a:xfrm>
                  <a:off x="4016314" y="402388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8" name="Oval 487">
                  <a:extLst>
                    <a:ext uri="{FF2B5EF4-FFF2-40B4-BE49-F238E27FC236}">
                      <a16:creationId xmlns:a16="http://schemas.microsoft.com/office/drawing/2014/main" id="{44D1AD9F-1620-AC2F-17C5-D22A6EDB0CF5}"/>
                    </a:ext>
                  </a:extLst>
                </p:cNvPr>
                <p:cNvSpPr/>
                <p:nvPr/>
              </p:nvSpPr>
              <p:spPr>
                <a:xfrm>
                  <a:off x="4478851" y="35707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9" name="Oval 488">
                  <a:extLst>
                    <a:ext uri="{FF2B5EF4-FFF2-40B4-BE49-F238E27FC236}">
                      <a16:creationId xmlns:a16="http://schemas.microsoft.com/office/drawing/2014/main" id="{5F6160A1-609B-73C0-4ED5-4D117ADE7563}"/>
                    </a:ext>
                  </a:extLst>
                </p:cNvPr>
                <p:cNvSpPr/>
                <p:nvPr/>
              </p:nvSpPr>
              <p:spPr>
                <a:xfrm>
                  <a:off x="4321171" y="446370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0" name="Oval 489">
                  <a:extLst>
                    <a:ext uri="{FF2B5EF4-FFF2-40B4-BE49-F238E27FC236}">
                      <a16:creationId xmlns:a16="http://schemas.microsoft.com/office/drawing/2014/main" id="{3DAA537E-7AC3-F469-58DA-33A30585AA4A}"/>
                    </a:ext>
                  </a:extLst>
                </p:cNvPr>
                <p:cNvSpPr/>
                <p:nvPr/>
              </p:nvSpPr>
              <p:spPr>
                <a:xfrm>
                  <a:off x="4122818" y="46688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1" name="Oval 490">
                  <a:extLst>
                    <a:ext uri="{FF2B5EF4-FFF2-40B4-BE49-F238E27FC236}">
                      <a16:creationId xmlns:a16="http://schemas.microsoft.com/office/drawing/2014/main" id="{689303EB-3CE3-5F49-0614-BCD0360F422F}"/>
                    </a:ext>
                  </a:extLst>
                </p:cNvPr>
                <p:cNvSpPr/>
                <p:nvPr/>
              </p:nvSpPr>
              <p:spPr>
                <a:xfrm>
                  <a:off x="3885626" y="4888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" name="Oval 491">
                  <a:extLst>
                    <a:ext uri="{FF2B5EF4-FFF2-40B4-BE49-F238E27FC236}">
                      <a16:creationId xmlns:a16="http://schemas.microsoft.com/office/drawing/2014/main" id="{FAB98F56-56CF-40EC-A0CA-381C5E06F578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" name="Oval 492">
                  <a:extLst>
                    <a:ext uri="{FF2B5EF4-FFF2-40B4-BE49-F238E27FC236}">
                      <a16:creationId xmlns:a16="http://schemas.microsoft.com/office/drawing/2014/main" id="{93F48401-483D-D754-DCA9-3BD47D1FFF9B}"/>
                    </a:ext>
                  </a:extLst>
                </p:cNvPr>
                <p:cNvSpPr/>
                <p:nvPr/>
              </p:nvSpPr>
              <p:spPr>
                <a:xfrm>
                  <a:off x="3599334" y="55245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" name="Oval 493">
                  <a:extLst>
                    <a:ext uri="{FF2B5EF4-FFF2-40B4-BE49-F238E27FC236}">
                      <a16:creationId xmlns:a16="http://schemas.microsoft.com/office/drawing/2014/main" id="{BCFDF778-2999-9605-0874-69151CD80E81}"/>
                    </a:ext>
                  </a:extLst>
                </p:cNvPr>
                <p:cNvSpPr/>
                <p:nvPr/>
              </p:nvSpPr>
              <p:spPr>
                <a:xfrm>
                  <a:off x="3326233" y="562646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5" name="Oval 494">
                  <a:extLst>
                    <a:ext uri="{FF2B5EF4-FFF2-40B4-BE49-F238E27FC236}">
                      <a16:creationId xmlns:a16="http://schemas.microsoft.com/office/drawing/2014/main" id="{A6333E41-10D0-75F6-8F63-4C60F65B0606}"/>
                    </a:ext>
                  </a:extLst>
                </p:cNvPr>
                <p:cNvSpPr/>
                <p:nvPr/>
              </p:nvSpPr>
              <p:spPr>
                <a:xfrm>
                  <a:off x="3331607" y="5797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6" name="Oval 495">
                  <a:extLst>
                    <a:ext uri="{FF2B5EF4-FFF2-40B4-BE49-F238E27FC236}">
                      <a16:creationId xmlns:a16="http://schemas.microsoft.com/office/drawing/2014/main" id="{B66D340A-93D3-E9F9-A32F-40FAA9998B83}"/>
                    </a:ext>
                  </a:extLst>
                </p:cNvPr>
                <p:cNvSpPr/>
                <p:nvPr/>
              </p:nvSpPr>
              <p:spPr>
                <a:xfrm>
                  <a:off x="3038597" y="5933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7" name="Oval 496">
                  <a:extLst>
                    <a:ext uri="{FF2B5EF4-FFF2-40B4-BE49-F238E27FC236}">
                      <a16:creationId xmlns:a16="http://schemas.microsoft.com/office/drawing/2014/main" id="{1160B9A5-A477-5F04-C254-17034D696475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8" name="Oval 497">
                  <a:extLst>
                    <a:ext uri="{FF2B5EF4-FFF2-40B4-BE49-F238E27FC236}">
                      <a16:creationId xmlns:a16="http://schemas.microsoft.com/office/drawing/2014/main" id="{EEF7CA54-0FCC-2A2D-65FB-332EC66204D4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9" name="Oval 498">
                  <a:extLst>
                    <a:ext uri="{FF2B5EF4-FFF2-40B4-BE49-F238E27FC236}">
                      <a16:creationId xmlns:a16="http://schemas.microsoft.com/office/drawing/2014/main" id="{A91270AA-58F3-D342-2415-75FC0DC19624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0" name="Oval 499">
                  <a:extLst>
                    <a:ext uri="{FF2B5EF4-FFF2-40B4-BE49-F238E27FC236}">
                      <a16:creationId xmlns:a16="http://schemas.microsoft.com/office/drawing/2014/main" id="{BEA6DC5C-4F9F-5551-49A5-2BC9D8433F49}"/>
                    </a:ext>
                  </a:extLst>
                </p:cNvPr>
                <p:cNvSpPr/>
                <p:nvPr/>
              </p:nvSpPr>
              <p:spPr>
                <a:xfrm>
                  <a:off x="4440133" y="23334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1" name="Oval 500">
                  <a:extLst>
                    <a:ext uri="{FF2B5EF4-FFF2-40B4-BE49-F238E27FC236}">
                      <a16:creationId xmlns:a16="http://schemas.microsoft.com/office/drawing/2014/main" id="{D2735860-8C2D-8B8F-7C7F-BDC7B5C2C67A}"/>
                    </a:ext>
                  </a:extLst>
                </p:cNvPr>
                <p:cNvSpPr/>
                <p:nvPr/>
              </p:nvSpPr>
              <p:spPr>
                <a:xfrm>
                  <a:off x="4246911" y="2122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" name="Oval 501">
                  <a:extLst>
                    <a:ext uri="{FF2B5EF4-FFF2-40B4-BE49-F238E27FC236}">
                      <a16:creationId xmlns:a16="http://schemas.microsoft.com/office/drawing/2014/main" id="{3F252856-737C-82C0-8905-8679419D05CA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3" name="Oval 502">
                  <a:extLst>
                    <a:ext uri="{FF2B5EF4-FFF2-40B4-BE49-F238E27FC236}">
                      <a16:creationId xmlns:a16="http://schemas.microsoft.com/office/drawing/2014/main" id="{8C1197CD-9368-015D-EB4B-92D3DCAFB5E9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4" name="Oval 503">
                  <a:extLst>
                    <a:ext uri="{FF2B5EF4-FFF2-40B4-BE49-F238E27FC236}">
                      <a16:creationId xmlns:a16="http://schemas.microsoft.com/office/drawing/2014/main" id="{A75869C8-6CF8-B809-332E-32BB6B91D7C3}"/>
                    </a:ext>
                  </a:extLst>
                </p:cNvPr>
                <p:cNvSpPr/>
                <p:nvPr/>
              </p:nvSpPr>
              <p:spPr>
                <a:xfrm>
                  <a:off x="3947794" y="18015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5" name="Oval 504">
                  <a:extLst>
                    <a:ext uri="{FF2B5EF4-FFF2-40B4-BE49-F238E27FC236}">
                      <a16:creationId xmlns:a16="http://schemas.microsoft.com/office/drawing/2014/main" id="{D816AFD1-0D78-2E53-C15C-E3515932FA8E}"/>
                    </a:ext>
                  </a:extLst>
                </p:cNvPr>
                <p:cNvSpPr/>
                <p:nvPr/>
              </p:nvSpPr>
              <p:spPr>
                <a:xfrm>
                  <a:off x="3653563" y="1465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6" name="Oval 505">
                  <a:extLst>
                    <a:ext uri="{FF2B5EF4-FFF2-40B4-BE49-F238E27FC236}">
                      <a16:creationId xmlns:a16="http://schemas.microsoft.com/office/drawing/2014/main" id="{97C10FAC-4F15-8415-85C6-DEFB78A1A593}"/>
                    </a:ext>
                  </a:extLst>
                </p:cNvPr>
                <p:cNvSpPr/>
                <p:nvPr/>
              </p:nvSpPr>
              <p:spPr>
                <a:xfrm>
                  <a:off x="3903092" y="14523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7" name="Oval 506">
                  <a:extLst>
                    <a:ext uri="{FF2B5EF4-FFF2-40B4-BE49-F238E27FC236}">
                      <a16:creationId xmlns:a16="http://schemas.microsoft.com/office/drawing/2014/main" id="{742B2405-2369-3F7C-FEE0-CDBB0604885E}"/>
                    </a:ext>
                  </a:extLst>
                </p:cNvPr>
                <p:cNvSpPr/>
                <p:nvPr/>
              </p:nvSpPr>
              <p:spPr>
                <a:xfrm>
                  <a:off x="3717564" y="12426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8" name="Oval 507">
                  <a:extLst>
                    <a:ext uri="{FF2B5EF4-FFF2-40B4-BE49-F238E27FC236}">
                      <a16:creationId xmlns:a16="http://schemas.microsoft.com/office/drawing/2014/main" id="{CDAC4E53-9A60-50A5-0AE3-9A159ECACDDC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9" name="Oval 508">
                  <a:extLst>
                    <a:ext uri="{FF2B5EF4-FFF2-40B4-BE49-F238E27FC236}">
                      <a16:creationId xmlns:a16="http://schemas.microsoft.com/office/drawing/2014/main" id="{6455BC9E-4694-0D2B-6D00-1B3B5E54F7F4}"/>
                    </a:ext>
                  </a:extLst>
                </p:cNvPr>
                <p:cNvSpPr/>
                <p:nvPr/>
              </p:nvSpPr>
              <p:spPr>
                <a:xfrm>
                  <a:off x="2800306" y="6887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0" name="Oval 509">
                  <a:extLst>
                    <a:ext uri="{FF2B5EF4-FFF2-40B4-BE49-F238E27FC236}">
                      <a16:creationId xmlns:a16="http://schemas.microsoft.com/office/drawing/2014/main" id="{2B1CB342-3399-C3F5-CEBB-FD0D41C9967E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1" name="Oval 510">
                  <a:extLst>
                    <a:ext uri="{FF2B5EF4-FFF2-40B4-BE49-F238E27FC236}">
                      <a16:creationId xmlns:a16="http://schemas.microsoft.com/office/drawing/2014/main" id="{6ACCA2C6-AF59-8F62-7241-98D5D3D8C6E6}"/>
                    </a:ext>
                  </a:extLst>
                </p:cNvPr>
                <p:cNvSpPr/>
                <p:nvPr/>
              </p:nvSpPr>
              <p:spPr>
                <a:xfrm>
                  <a:off x="1842987" y="415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" name="Oval 511">
                  <a:extLst>
                    <a:ext uri="{FF2B5EF4-FFF2-40B4-BE49-F238E27FC236}">
                      <a16:creationId xmlns:a16="http://schemas.microsoft.com/office/drawing/2014/main" id="{02FCD72C-410C-9424-4FE4-A5FBF2186601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3" name="Oval 512">
                  <a:extLst>
                    <a:ext uri="{FF2B5EF4-FFF2-40B4-BE49-F238E27FC236}">
                      <a16:creationId xmlns:a16="http://schemas.microsoft.com/office/drawing/2014/main" id="{EE71F439-DF01-FA34-0279-892A6DECA27A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4" name="Oval 513">
                  <a:extLst>
                    <a:ext uri="{FF2B5EF4-FFF2-40B4-BE49-F238E27FC236}">
                      <a16:creationId xmlns:a16="http://schemas.microsoft.com/office/drawing/2014/main" id="{5E91478D-6C35-7A29-BE1E-D4A938910A1C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5" name="Oval 514">
                  <a:extLst>
                    <a:ext uri="{FF2B5EF4-FFF2-40B4-BE49-F238E27FC236}">
                      <a16:creationId xmlns:a16="http://schemas.microsoft.com/office/drawing/2014/main" id="{00B8BB12-6B81-113D-F943-C3641CCB731A}"/>
                    </a:ext>
                  </a:extLst>
                </p:cNvPr>
                <p:cNvSpPr/>
                <p:nvPr/>
              </p:nvSpPr>
              <p:spPr>
                <a:xfrm>
                  <a:off x="80044" y="7158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" name="Oval 515">
                  <a:extLst>
                    <a:ext uri="{FF2B5EF4-FFF2-40B4-BE49-F238E27FC236}">
                      <a16:creationId xmlns:a16="http://schemas.microsoft.com/office/drawing/2014/main" id="{A164ADBD-1E45-E381-0906-518361DD804F}"/>
                    </a:ext>
                  </a:extLst>
                </p:cNvPr>
                <p:cNvSpPr/>
                <p:nvPr/>
              </p:nvSpPr>
              <p:spPr>
                <a:xfrm>
                  <a:off x="397114" y="5541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" name="Oval 516">
                  <a:extLst>
                    <a:ext uri="{FF2B5EF4-FFF2-40B4-BE49-F238E27FC236}">
                      <a16:creationId xmlns:a16="http://schemas.microsoft.com/office/drawing/2014/main" id="{6FB2D812-1237-3C3E-1108-B9EF1CEA7CA3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8" name="Oval 517">
                  <a:extLst>
                    <a:ext uri="{FF2B5EF4-FFF2-40B4-BE49-F238E27FC236}">
                      <a16:creationId xmlns:a16="http://schemas.microsoft.com/office/drawing/2014/main" id="{01BA8A71-4F94-26E6-A2C2-C97267D086A7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9" name="Oval 518">
                  <a:extLst>
                    <a:ext uri="{FF2B5EF4-FFF2-40B4-BE49-F238E27FC236}">
                      <a16:creationId xmlns:a16="http://schemas.microsoft.com/office/drawing/2014/main" id="{515AB55A-F3B8-AAE1-1115-16F7E3CACC39}"/>
                    </a:ext>
                  </a:extLst>
                </p:cNvPr>
                <p:cNvSpPr/>
                <p:nvPr/>
              </p:nvSpPr>
              <p:spPr>
                <a:xfrm>
                  <a:off x="-316049" y="11222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0" name="Oval 519">
                  <a:extLst>
                    <a:ext uri="{FF2B5EF4-FFF2-40B4-BE49-F238E27FC236}">
                      <a16:creationId xmlns:a16="http://schemas.microsoft.com/office/drawing/2014/main" id="{EA05AF0A-1975-13D3-E8BF-817AB695F8DA}"/>
                    </a:ext>
                  </a:extLst>
                </p:cNvPr>
                <p:cNvSpPr/>
                <p:nvPr/>
              </p:nvSpPr>
              <p:spPr>
                <a:xfrm>
                  <a:off x="-625059" y="14373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1" name="Oval 520">
                  <a:extLst>
                    <a:ext uri="{FF2B5EF4-FFF2-40B4-BE49-F238E27FC236}">
                      <a16:creationId xmlns:a16="http://schemas.microsoft.com/office/drawing/2014/main" id="{BFF39805-F0C8-F68F-1689-4658496CF873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" name="Oval 521">
                  <a:extLst>
                    <a:ext uri="{FF2B5EF4-FFF2-40B4-BE49-F238E27FC236}">
                      <a16:creationId xmlns:a16="http://schemas.microsoft.com/office/drawing/2014/main" id="{231CDFAD-BFC9-B661-181F-63DE55F4914D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3" name="Oval 522">
                  <a:extLst>
                    <a:ext uri="{FF2B5EF4-FFF2-40B4-BE49-F238E27FC236}">
                      <a16:creationId xmlns:a16="http://schemas.microsoft.com/office/drawing/2014/main" id="{3A14AF9A-67E1-6F60-E8E2-6B243E0B16CA}"/>
                    </a:ext>
                  </a:extLst>
                </p:cNvPr>
                <p:cNvSpPr/>
                <p:nvPr/>
              </p:nvSpPr>
              <p:spPr>
                <a:xfrm>
                  <a:off x="-1300850" y="234986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4" name="Oval 523">
                  <a:extLst>
                    <a:ext uri="{FF2B5EF4-FFF2-40B4-BE49-F238E27FC236}">
                      <a16:creationId xmlns:a16="http://schemas.microsoft.com/office/drawing/2014/main" id="{79775959-F109-4A72-FFF3-CD1F627619EE}"/>
                    </a:ext>
                  </a:extLst>
                </p:cNvPr>
                <p:cNvSpPr/>
                <p:nvPr/>
              </p:nvSpPr>
              <p:spPr>
                <a:xfrm>
                  <a:off x="-1308911" y="2805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5" name="Oval 524">
                  <a:extLst>
                    <a:ext uri="{FF2B5EF4-FFF2-40B4-BE49-F238E27FC236}">
                      <a16:creationId xmlns:a16="http://schemas.microsoft.com/office/drawing/2014/main" id="{AD367111-49AB-DF22-89E3-47B4D15135F7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6" name="Oval 525">
                  <a:extLst>
                    <a:ext uri="{FF2B5EF4-FFF2-40B4-BE49-F238E27FC236}">
                      <a16:creationId xmlns:a16="http://schemas.microsoft.com/office/drawing/2014/main" id="{90D4B532-47B6-B78B-3FC1-B67DAA163754}"/>
                    </a:ext>
                  </a:extLst>
                </p:cNvPr>
                <p:cNvSpPr/>
                <p:nvPr/>
              </p:nvSpPr>
              <p:spPr>
                <a:xfrm>
                  <a:off x="-1428240" y="34969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7" name="Graphic 5">
                <a:extLst>
                  <a:ext uri="{FF2B5EF4-FFF2-40B4-BE49-F238E27FC236}">
                    <a16:creationId xmlns:a16="http://schemas.microsoft.com/office/drawing/2014/main" id="{8BBB6846-23A7-3A08-25E8-C375AD6944B6}"/>
                  </a:ext>
                </a:extLst>
              </p:cNvPr>
              <p:cNvGrpSpPr/>
              <p:nvPr/>
            </p:nvGrpSpPr>
            <p:grpSpPr>
              <a:xfrm>
                <a:off x="2454044" y="6616881"/>
                <a:ext cx="622132" cy="678438"/>
                <a:chOff x="2454044" y="6616881"/>
                <a:chExt cx="622132" cy="678438"/>
              </a:xfrm>
            </p:grpSpPr>
            <p:sp>
              <p:nvSpPr>
                <p:cNvPr id="528" name="Oval 527">
                  <a:extLst>
                    <a:ext uri="{FF2B5EF4-FFF2-40B4-BE49-F238E27FC236}">
                      <a16:creationId xmlns:a16="http://schemas.microsoft.com/office/drawing/2014/main" id="{D704A43B-1A97-00B3-DE92-0D6ED50FF56B}"/>
                    </a:ext>
                  </a:extLst>
                </p:cNvPr>
                <p:cNvSpPr/>
                <p:nvPr/>
              </p:nvSpPr>
              <p:spPr>
                <a:xfrm>
                  <a:off x="2454044" y="67978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9" name="Oval 528">
                  <a:extLst>
                    <a:ext uri="{FF2B5EF4-FFF2-40B4-BE49-F238E27FC236}">
                      <a16:creationId xmlns:a16="http://schemas.microsoft.com/office/drawing/2014/main" id="{E5570FD1-6728-5DFA-5395-C599B806D564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0" name="Oval 529">
                  <a:extLst>
                    <a:ext uri="{FF2B5EF4-FFF2-40B4-BE49-F238E27FC236}">
                      <a16:creationId xmlns:a16="http://schemas.microsoft.com/office/drawing/2014/main" id="{01C57980-6350-B226-B5AF-DB20B5A8A9F5}"/>
                    </a:ext>
                  </a:extLst>
                </p:cNvPr>
                <p:cNvSpPr/>
                <p:nvPr/>
              </p:nvSpPr>
              <p:spPr>
                <a:xfrm>
                  <a:off x="2689526" y="706354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1" name="Oval 530">
                  <a:extLst>
                    <a:ext uri="{FF2B5EF4-FFF2-40B4-BE49-F238E27FC236}">
                      <a16:creationId xmlns:a16="http://schemas.microsoft.com/office/drawing/2014/main" id="{2795546C-D47E-E2AE-5D4B-CC5725EF7B92}"/>
                    </a:ext>
                  </a:extLst>
                </p:cNvPr>
                <p:cNvSpPr/>
                <p:nvPr/>
              </p:nvSpPr>
              <p:spPr>
                <a:xfrm>
                  <a:off x="2749374" y="71823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2" name="Oval 531">
                  <a:extLst>
                    <a:ext uri="{FF2B5EF4-FFF2-40B4-BE49-F238E27FC236}">
                      <a16:creationId xmlns:a16="http://schemas.microsoft.com/office/drawing/2014/main" id="{27042AF4-3180-5903-93CE-872A242CCC01}"/>
                    </a:ext>
                  </a:extLst>
                </p:cNvPr>
                <p:cNvSpPr/>
                <p:nvPr/>
              </p:nvSpPr>
              <p:spPr>
                <a:xfrm>
                  <a:off x="2854291" y="72658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3" name="Oval 532">
                  <a:extLst>
                    <a:ext uri="{FF2B5EF4-FFF2-40B4-BE49-F238E27FC236}">
                      <a16:creationId xmlns:a16="http://schemas.microsoft.com/office/drawing/2014/main" id="{66B83EBD-0A8A-8BE8-D38A-6AE6D4C3FC62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4" name="Oval 533">
                  <a:extLst>
                    <a:ext uri="{FF2B5EF4-FFF2-40B4-BE49-F238E27FC236}">
                      <a16:creationId xmlns:a16="http://schemas.microsoft.com/office/drawing/2014/main" id="{5297B77E-DCFE-65E3-2144-0EBBA81BDB8F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35" name="Graphic 5">
            <a:extLst>
              <a:ext uri="{FF2B5EF4-FFF2-40B4-BE49-F238E27FC236}">
                <a16:creationId xmlns:a16="http://schemas.microsoft.com/office/drawing/2014/main" id="{05DA42C3-BC80-5A75-6736-FD3B47FA686C}"/>
              </a:ext>
            </a:extLst>
          </p:cNvPr>
          <p:cNvGrpSpPr/>
          <p:nvPr/>
        </p:nvGrpSpPr>
        <p:grpSpPr>
          <a:xfrm>
            <a:off x="1043103" y="1057028"/>
            <a:ext cx="996159" cy="2820904"/>
            <a:chOff x="1043103" y="1057028"/>
            <a:chExt cx="996159" cy="2820904"/>
          </a:xfrm>
        </p:grpSpPr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986C0DAD-F59A-DDA2-4816-530398EB37DA}"/>
                </a:ext>
              </a:extLst>
            </p:cNvPr>
            <p:cNvSpPr/>
            <p:nvPr/>
          </p:nvSpPr>
          <p:spPr>
            <a:xfrm>
              <a:off x="1043103" y="1057028"/>
              <a:ext cx="996159" cy="2820904"/>
            </a:xfrm>
            <a:custGeom>
              <a:avLst/>
              <a:gdLst>
                <a:gd name="csX0" fmla="*/ 570874 w 996159"/>
                <a:gd name="csY0" fmla="*/ 1830119 h 2820904"/>
                <a:gd name="csX1" fmla="*/ 548523 w 996159"/>
                <a:gd name="csY1" fmla="*/ 70107 h 2820904"/>
                <a:gd name="csX2" fmla="*/ 548279 w 996159"/>
                <a:gd name="csY2" fmla="*/ 70107 h 2820904"/>
                <a:gd name="csX3" fmla="*/ 500889 w 996159"/>
                <a:gd name="csY3" fmla="*/ 0 h 2820904"/>
                <a:gd name="csX4" fmla="*/ 453499 w 996159"/>
                <a:gd name="csY4" fmla="*/ 70107 h 2820904"/>
                <a:gd name="csX5" fmla="*/ 453255 w 996159"/>
                <a:gd name="csY5" fmla="*/ 70107 h 2820904"/>
                <a:gd name="csX6" fmla="*/ 425408 w 996159"/>
                <a:gd name="csY6" fmla="*/ 1830119 h 2820904"/>
                <a:gd name="csX7" fmla="*/ 0 w 996159"/>
                <a:gd name="csY7" fmla="*/ 2322825 h 2820904"/>
                <a:gd name="csX8" fmla="*/ 498080 w 996159"/>
                <a:gd name="csY8" fmla="*/ 2820904 h 2820904"/>
                <a:gd name="csX9" fmla="*/ 996159 w 996159"/>
                <a:gd name="csY9" fmla="*/ 2322825 h 2820904"/>
                <a:gd name="csX10" fmla="*/ 570874 w 996159"/>
                <a:gd name="csY10" fmla="*/ 1830119 h 2820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96159" h="2820904">
                  <a:moveTo>
                    <a:pt x="570874" y="1830119"/>
                  </a:moveTo>
                  <a:lnTo>
                    <a:pt x="548523" y="70107"/>
                  </a:lnTo>
                  <a:lnTo>
                    <a:pt x="548279" y="70107"/>
                  </a:lnTo>
                  <a:cubicBezTo>
                    <a:pt x="545836" y="15145"/>
                    <a:pt x="525561" y="0"/>
                    <a:pt x="500889" y="0"/>
                  </a:cubicBezTo>
                  <a:cubicBezTo>
                    <a:pt x="476217" y="0"/>
                    <a:pt x="456064" y="15145"/>
                    <a:pt x="453499" y="70107"/>
                  </a:cubicBezTo>
                  <a:lnTo>
                    <a:pt x="453255" y="70107"/>
                  </a:lnTo>
                  <a:lnTo>
                    <a:pt x="425408" y="1830119"/>
                  </a:lnTo>
                  <a:cubicBezTo>
                    <a:pt x="184795" y="1865295"/>
                    <a:pt x="0" y="2072441"/>
                    <a:pt x="0" y="2322825"/>
                  </a:cubicBezTo>
                  <a:cubicBezTo>
                    <a:pt x="0" y="2597880"/>
                    <a:pt x="223024" y="2820904"/>
                    <a:pt x="498080" y="2820904"/>
                  </a:cubicBezTo>
                  <a:cubicBezTo>
                    <a:pt x="773135" y="2820904"/>
                    <a:pt x="996159" y="2597880"/>
                    <a:pt x="996159" y="2322825"/>
                  </a:cubicBezTo>
                  <a:cubicBezTo>
                    <a:pt x="996159" y="2072441"/>
                    <a:pt x="811364" y="1865295"/>
                    <a:pt x="570874" y="1830119"/>
                  </a:cubicBezTo>
                  <a:close/>
                </a:path>
              </a:pathLst>
            </a:custGeom>
            <a:solidFill>
              <a:srgbClr val="A4282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49091133-2980-BAB8-972A-E9582CEA1A6C}"/>
                </a:ext>
              </a:extLst>
            </p:cNvPr>
            <p:cNvSpPr/>
            <p:nvPr/>
          </p:nvSpPr>
          <p:spPr>
            <a:xfrm>
              <a:off x="1174768" y="3013438"/>
              <a:ext cx="732829" cy="732829"/>
            </a:xfrm>
            <a:prstGeom prst="ellipse">
              <a:avLst/>
            </a:prstGeom>
            <a:noFill/>
            <a:ln w="48808" cap="flat">
              <a:solidFill>
                <a:srgbClr val="87151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A3D432F2-5383-91C6-1797-A526AF3CF53F}"/>
              </a:ext>
            </a:extLst>
          </p:cNvPr>
          <p:cNvSpPr/>
          <p:nvPr/>
        </p:nvSpPr>
        <p:spPr>
          <a:xfrm>
            <a:off x="-2467126" y="3105639"/>
            <a:ext cx="1543815" cy="340534"/>
          </a:xfrm>
          <a:custGeom>
            <a:avLst/>
            <a:gdLst>
              <a:gd name="csX0" fmla="*/ 1436568 w 1543815"/>
              <a:gd name="csY0" fmla="*/ 148534 h 340534"/>
              <a:gd name="csX1" fmla="*/ 1436568 w 1543815"/>
              <a:gd name="csY1" fmla="*/ 147923 h 340534"/>
              <a:gd name="csX2" fmla="*/ 1422888 w 1543815"/>
              <a:gd name="csY2" fmla="*/ 146335 h 340534"/>
              <a:gd name="csX3" fmla="*/ 1422888 w 1543815"/>
              <a:gd name="csY3" fmla="*/ 146335 h 340534"/>
              <a:gd name="csX4" fmla="*/ 130910 w 1543815"/>
              <a:gd name="csY4" fmla="*/ 869 h 340534"/>
              <a:gd name="csX5" fmla="*/ 711 w 1543815"/>
              <a:gd name="csY5" fmla="*/ 84045 h 340534"/>
              <a:gd name="csX6" fmla="*/ 104651 w 1543815"/>
              <a:gd name="csY6" fmla="*/ 193480 h 340534"/>
              <a:gd name="csX7" fmla="*/ 1410430 w 1543815"/>
              <a:gd name="csY7" fmla="*/ 340535 h 340534"/>
              <a:gd name="csX8" fmla="*/ 1410430 w 1543815"/>
              <a:gd name="csY8" fmla="*/ 339924 h 340534"/>
              <a:gd name="csX9" fmla="*/ 1543194 w 1543815"/>
              <a:gd name="csY9" fmla="*/ 257603 h 340534"/>
              <a:gd name="csX10" fmla="*/ 1436568 w 1543815"/>
              <a:gd name="csY10" fmla="*/ 148411 h 340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3815" h="340534">
                <a:moveTo>
                  <a:pt x="1436568" y="148534"/>
                </a:moveTo>
                <a:lnTo>
                  <a:pt x="1436568" y="147923"/>
                </a:lnTo>
                <a:cubicBezTo>
                  <a:pt x="1436568" y="147923"/>
                  <a:pt x="1422888" y="146335"/>
                  <a:pt x="1422888" y="146335"/>
                </a:cubicBezTo>
                <a:lnTo>
                  <a:pt x="1422888" y="146335"/>
                </a:lnTo>
                <a:cubicBezTo>
                  <a:pt x="1422888" y="146335"/>
                  <a:pt x="130910" y="869"/>
                  <a:pt x="130910" y="869"/>
                </a:cubicBezTo>
                <a:cubicBezTo>
                  <a:pt x="68253" y="-6216"/>
                  <a:pt x="7917" y="30792"/>
                  <a:pt x="711" y="84045"/>
                </a:cubicBezTo>
                <a:cubicBezTo>
                  <a:pt x="-6495" y="137175"/>
                  <a:pt x="41994" y="186519"/>
                  <a:pt x="104651" y="193480"/>
                </a:cubicBezTo>
                <a:lnTo>
                  <a:pt x="1410430" y="340535"/>
                </a:lnTo>
                <a:lnTo>
                  <a:pt x="1410430" y="339924"/>
                </a:lnTo>
                <a:cubicBezTo>
                  <a:pt x="1476629" y="342245"/>
                  <a:pt x="1536477" y="307435"/>
                  <a:pt x="1543194" y="257603"/>
                </a:cubicBezTo>
                <a:cubicBezTo>
                  <a:pt x="1549912" y="207893"/>
                  <a:pt x="1501301" y="160869"/>
                  <a:pt x="1436568" y="148411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9FE16345-494D-27CB-E091-FC92D2E523F4}"/>
              </a:ext>
            </a:extLst>
          </p:cNvPr>
          <p:cNvGrpSpPr/>
          <p:nvPr/>
        </p:nvGrpSpPr>
        <p:grpSpPr>
          <a:xfrm>
            <a:off x="6317432" y="1469573"/>
            <a:ext cx="4688026" cy="4495288"/>
            <a:chOff x="6096000" y="1747159"/>
            <a:chExt cx="5874569" cy="449528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EBE9D5E-5B06-FE08-6F49-2A70DFB622A6}"/>
                </a:ext>
              </a:extLst>
            </p:cNvPr>
            <p:cNvSpPr txBox="1"/>
            <p:nvPr/>
          </p:nvSpPr>
          <p:spPr>
            <a:xfrm>
              <a:off x="6096000" y="1747159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Model Architecture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A38B6522-7D16-BEC3-C617-D60C396652F8}"/>
                </a:ext>
              </a:extLst>
            </p:cNvPr>
            <p:cNvSpPr txBox="1"/>
            <p:nvPr/>
          </p:nvSpPr>
          <p:spPr>
            <a:xfrm>
              <a:off x="6366648" y="2764572"/>
              <a:ext cx="5235615" cy="3477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Pretrained sentence embedder: Sentence Transformers’ </a:t>
              </a:r>
            </a:p>
            <a:p>
              <a:r>
                <a:rPr lang="en-US" sz="2000" i="1" dirty="0">
                  <a:solidFill>
                    <a:schemeClr val="bg2">
                      <a:lumMod val="7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all-mpnet-base-v2.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Unfroze the last 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four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layers to implicitly learn axis projection.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Applied a regression output node, to calculate a 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[0, 100]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guess.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</p:txBody>
        </p:sp>
      </p:grpSp>
      <p:grpSp>
        <p:nvGrpSpPr>
          <p:cNvPr id="547" name="Group 546">
            <a:extLst>
              <a:ext uri="{FF2B5EF4-FFF2-40B4-BE49-F238E27FC236}">
                <a16:creationId xmlns:a16="http://schemas.microsoft.com/office/drawing/2014/main" id="{689EE7ED-7254-1A17-CD1F-CD85C399E76E}"/>
              </a:ext>
            </a:extLst>
          </p:cNvPr>
          <p:cNvGrpSpPr/>
          <p:nvPr/>
        </p:nvGrpSpPr>
        <p:grpSpPr>
          <a:xfrm rot="1297936">
            <a:off x="4533446" y="10446734"/>
            <a:ext cx="5591364" cy="4561205"/>
            <a:chOff x="5923334" y="1266158"/>
            <a:chExt cx="5591364" cy="4561205"/>
          </a:xfrm>
        </p:grpSpPr>
        <p:grpSp>
          <p:nvGrpSpPr>
            <p:cNvPr id="548" name="Group 547">
              <a:extLst>
                <a:ext uri="{FF2B5EF4-FFF2-40B4-BE49-F238E27FC236}">
                  <a16:creationId xmlns:a16="http://schemas.microsoft.com/office/drawing/2014/main" id="{4E465218-76D8-012E-A791-8F5DC42AE0B2}"/>
                </a:ext>
              </a:extLst>
            </p:cNvPr>
            <p:cNvGrpSpPr/>
            <p:nvPr/>
          </p:nvGrpSpPr>
          <p:grpSpPr>
            <a:xfrm>
              <a:off x="6529987" y="1266158"/>
              <a:ext cx="4688026" cy="2490094"/>
              <a:chOff x="6280508" y="1886644"/>
              <a:chExt cx="5874569" cy="2490094"/>
            </a:xfrm>
          </p:grpSpPr>
          <p:sp>
            <p:nvSpPr>
              <p:cNvPr id="550" name="TextBox 549">
                <a:extLst>
                  <a:ext uri="{FF2B5EF4-FFF2-40B4-BE49-F238E27FC236}">
                    <a16:creationId xmlns:a16="http://schemas.microsoft.com/office/drawing/2014/main" id="{CD1EF270-4385-B83F-3B6A-9E0CDDD735CE}"/>
                  </a:ext>
                </a:extLst>
              </p:cNvPr>
              <p:cNvSpPr txBox="1"/>
              <p:nvPr/>
            </p:nvSpPr>
            <p:spPr>
              <a:xfrm>
                <a:off x="6280508" y="1886644"/>
                <a:ext cx="587456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>
                    <a:solidFill>
                      <a:schemeClr val="bg1"/>
                    </a:solidFill>
                    <a:latin typeface="PT Serif" panose="020A0603040505020204" pitchFamily="18" charset="77"/>
                  </a:rPr>
                  <a:t>Experimentation</a:t>
                </a:r>
              </a:p>
            </p:txBody>
          </p:sp>
          <p:sp>
            <p:nvSpPr>
              <p:cNvPr id="551" name="TextBox 550">
                <a:extLst>
                  <a:ext uri="{FF2B5EF4-FFF2-40B4-BE49-F238E27FC236}">
                    <a16:creationId xmlns:a16="http://schemas.microsoft.com/office/drawing/2014/main" id="{5C60CA81-2D34-6331-CE59-15CB3DE502AE}"/>
                  </a:ext>
                </a:extLst>
              </p:cNvPr>
              <p:cNvSpPr txBox="1"/>
              <p:nvPr/>
            </p:nvSpPr>
            <p:spPr>
              <a:xfrm>
                <a:off x="6629143" y="2745522"/>
                <a:ext cx="4788876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>
                        <a:lumMod val="85000"/>
                      </a:schemeClr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12 total experiments, tweaking epochs, batch size, and LR.</a:t>
                </a:r>
              </a:p>
              <a:p>
                <a:endPara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endPara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endPara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</p:txBody>
          </p:sp>
        </p:grpSp>
        <p:pic>
          <p:nvPicPr>
            <p:cNvPr id="549" name="Picture 548">
              <a:extLst>
                <a:ext uri="{FF2B5EF4-FFF2-40B4-BE49-F238E27FC236}">
                  <a16:creationId xmlns:a16="http://schemas.microsoft.com/office/drawing/2014/main" id="{DD2A495E-F13F-B7A0-1148-47D8C8786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23334" y="3132767"/>
              <a:ext cx="5591364" cy="2694596"/>
            </a:xfrm>
            <a:prstGeom prst="rect">
              <a:avLst/>
            </a:prstGeom>
            <a:ln w="38100">
              <a:solidFill>
                <a:schemeClr val="bg1">
                  <a:alpha val="6000"/>
                </a:schemeClr>
              </a:solidFill>
            </a:ln>
          </p:spPr>
        </p:pic>
      </p:grpSp>
      <p:grpSp>
        <p:nvGrpSpPr>
          <p:cNvPr id="552" name="Group 551">
            <a:extLst>
              <a:ext uri="{FF2B5EF4-FFF2-40B4-BE49-F238E27FC236}">
                <a16:creationId xmlns:a16="http://schemas.microsoft.com/office/drawing/2014/main" id="{DBEECC06-536E-E68B-1C72-EF44D1FA538E}"/>
              </a:ext>
            </a:extLst>
          </p:cNvPr>
          <p:cNvGrpSpPr/>
          <p:nvPr/>
        </p:nvGrpSpPr>
        <p:grpSpPr>
          <a:xfrm rot="20187535">
            <a:off x="4848176" y="-6638530"/>
            <a:ext cx="4688026" cy="3588286"/>
            <a:chOff x="6096000" y="1747159"/>
            <a:chExt cx="5874569" cy="3588286"/>
          </a:xfrm>
        </p:grpSpPr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1EF8CDD3-2834-151F-C4D3-78A63C5A1C5B}"/>
                </a:ext>
              </a:extLst>
            </p:cNvPr>
            <p:cNvSpPr txBox="1"/>
            <p:nvPr/>
          </p:nvSpPr>
          <p:spPr>
            <a:xfrm>
              <a:off x="6096000" y="1747159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Data Augmentation</a:t>
              </a: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FDFE9841-1BC4-D3D6-03AE-4F38A699E42F}"/>
                </a:ext>
              </a:extLst>
            </p:cNvPr>
            <p:cNvSpPr txBox="1"/>
            <p:nvPr/>
          </p:nvSpPr>
          <p:spPr>
            <a:xfrm>
              <a:off x="6405084" y="2780900"/>
              <a:ext cx="554502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Originally used the </a:t>
              </a:r>
              <a:r>
                <a:rPr lang="en-US" sz="2000" i="1" u="sng" dirty="0" err="1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WavelengthEval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 Dataset (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100 rows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).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Played and documented too many games (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1500 rows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).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30 word pairs. 50 clues per pair. </a:t>
              </a: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5 responses per clue.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22958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3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11139-F424-6808-99C0-AC2B5E79F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5">
            <a:extLst>
              <a:ext uri="{FF2B5EF4-FFF2-40B4-BE49-F238E27FC236}">
                <a16:creationId xmlns:a16="http://schemas.microsoft.com/office/drawing/2014/main" id="{3B3A1310-BA74-A637-48B6-76611934465D}"/>
              </a:ext>
            </a:extLst>
          </p:cNvPr>
          <p:cNvGrpSpPr/>
          <p:nvPr/>
        </p:nvGrpSpPr>
        <p:grpSpPr>
          <a:xfrm rot="3038425">
            <a:off x="-1948160" y="-78388"/>
            <a:ext cx="6958167" cy="6980484"/>
            <a:chOff x="-1948160" y="-78388"/>
            <a:chExt cx="6958167" cy="698048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5F81CBF-DE41-3D17-2166-346551AB919E}"/>
                </a:ext>
              </a:extLst>
            </p:cNvPr>
            <p:cNvSpPr/>
            <p:nvPr/>
          </p:nvSpPr>
          <p:spPr>
            <a:xfrm>
              <a:off x="-1948160" y="-78388"/>
              <a:ext cx="6958167" cy="6980484"/>
            </a:xfrm>
            <a:custGeom>
              <a:avLst/>
              <a:gdLst>
                <a:gd name="csX0" fmla="*/ 6119712 w 6958167"/>
                <a:gd name="csY0" fmla="*/ 5773616 h 6980484"/>
                <a:gd name="csX1" fmla="*/ 5722275 w 6958167"/>
                <a:gd name="csY1" fmla="*/ 5883418 h 6980484"/>
                <a:gd name="csX2" fmla="*/ 5587678 w 6958167"/>
                <a:gd name="csY2" fmla="*/ 6273161 h 6980484"/>
                <a:gd name="csX3" fmla="*/ 5176072 w 6958167"/>
                <a:gd name="csY3" fmla="*/ 6297955 h 6980484"/>
                <a:gd name="csX4" fmla="*/ 4962941 w 6958167"/>
                <a:gd name="csY4" fmla="*/ 6650934 h 6980484"/>
                <a:gd name="csX5" fmla="*/ 4555244 w 6958167"/>
                <a:gd name="csY5" fmla="*/ 6589010 h 6980484"/>
                <a:gd name="csX6" fmla="*/ 4273227 w 6958167"/>
                <a:gd name="csY6" fmla="*/ 6889837 h 6980484"/>
                <a:gd name="csX7" fmla="*/ 3887270 w 6958167"/>
                <a:gd name="csY7" fmla="*/ 6744615 h 6980484"/>
                <a:gd name="csX8" fmla="*/ 3549069 w 6958167"/>
                <a:gd name="csY8" fmla="*/ 6980464 h 6980484"/>
                <a:gd name="csX9" fmla="*/ 3201586 w 6958167"/>
                <a:gd name="csY9" fmla="*/ 6758538 h 6980484"/>
                <a:gd name="csX10" fmla="*/ 2821859 w 6958167"/>
                <a:gd name="csY10" fmla="*/ 6919272 h 6980484"/>
                <a:gd name="csX11" fmla="*/ 2527994 w 6958167"/>
                <a:gd name="csY11" fmla="*/ 6630049 h 6980484"/>
                <a:gd name="csX12" fmla="*/ 2123106 w 6958167"/>
                <a:gd name="csY12" fmla="*/ 6707973 h 6980484"/>
                <a:gd name="csX13" fmla="*/ 1896295 w 6958167"/>
                <a:gd name="csY13" fmla="*/ 6363666 h 6980484"/>
                <a:gd name="csX14" fmla="*/ 1484079 w 6958167"/>
                <a:gd name="csY14" fmla="*/ 6355238 h 6980484"/>
                <a:gd name="csX15" fmla="*/ 1333849 w 6958167"/>
                <a:gd name="csY15" fmla="*/ 5971236 h 6980484"/>
                <a:gd name="csX16" fmla="*/ 932136 w 6958167"/>
                <a:gd name="csY16" fmla="*/ 5878044 h 6980484"/>
                <a:gd name="csX17" fmla="*/ 864227 w 6958167"/>
                <a:gd name="csY17" fmla="*/ 5471324 h 6980484"/>
                <a:gd name="csX18" fmla="*/ 490729 w 6958167"/>
                <a:gd name="csY18" fmla="*/ 5296544 h 6980484"/>
                <a:gd name="csX19" fmla="*/ 509416 w 6958167"/>
                <a:gd name="csY19" fmla="*/ 4884572 h 6980484"/>
                <a:gd name="csX20" fmla="*/ 180742 w 6958167"/>
                <a:gd name="csY20" fmla="*/ 4635532 h 6980484"/>
                <a:gd name="csX21" fmla="*/ 284926 w 6958167"/>
                <a:gd name="csY21" fmla="*/ 4236629 h 6980484"/>
                <a:gd name="csX22" fmla="*/ 15245 w 6958167"/>
                <a:gd name="csY22" fmla="*/ 3924810 h 6980484"/>
                <a:gd name="csX23" fmla="*/ 199795 w 6958167"/>
                <a:gd name="csY23" fmla="*/ 3556074 h 6980484"/>
                <a:gd name="csX24" fmla="*/ 344 w 6958167"/>
                <a:gd name="csY24" fmla="*/ 3195156 h 6980484"/>
                <a:gd name="csX25" fmla="*/ 257200 w 6958167"/>
                <a:gd name="csY25" fmla="*/ 2872589 h 6980484"/>
                <a:gd name="csX26" fmla="*/ 137139 w 6958167"/>
                <a:gd name="csY26" fmla="*/ 2478083 h 6980484"/>
                <a:gd name="csX27" fmla="*/ 455675 w 6958167"/>
                <a:gd name="csY27" fmla="*/ 2216218 h 6980484"/>
                <a:gd name="csX28" fmla="*/ 420744 w 6958167"/>
                <a:gd name="csY28" fmla="*/ 1805345 h 6980484"/>
                <a:gd name="csX29" fmla="*/ 787036 w 6958167"/>
                <a:gd name="csY29" fmla="*/ 1615909 h 6980484"/>
                <a:gd name="csX30" fmla="*/ 838334 w 6958167"/>
                <a:gd name="csY30" fmla="*/ 1206746 h 6980484"/>
                <a:gd name="csX31" fmla="*/ 1235772 w 6958167"/>
                <a:gd name="csY31" fmla="*/ 1096944 h 6980484"/>
                <a:gd name="csX32" fmla="*/ 1370368 w 6958167"/>
                <a:gd name="csY32" fmla="*/ 707201 h 6980484"/>
                <a:gd name="csX33" fmla="*/ 1781974 w 6958167"/>
                <a:gd name="csY33" fmla="*/ 682407 h 6980484"/>
                <a:gd name="csX34" fmla="*/ 1995105 w 6958167"/>
                <a:gd name="csY34" fmla="*/ 329427 h 6980484"/>
                <a:gd name="csX35" fmla="*/ 2402802 w 6958167"/>
                <a:gd name="csY35" fmla="*/ 391352 h 6980484"/>
                <a:gd name="csX36" fmla="*/ 2684819 w 6958167"/>
                <a:gd name="csY36" fmla="*/ 90525 h 6980484"/>
                <a:gd name="csX37" fmla="*/ 3070776 w 6958167"/>
                <a:gd name="csY37" fmla="*/ 235747 h 6980484"/>
                <a:gd name="csX38" fmla="*/ 3409099 w 6958167"/>
                <a:gd name="csY38" fmla="*/ 21 h 6980484"/>
                <a:gd name="csX39" fmla="*/ 3756582 w 6958167"/>
                <a:gd name="csY39" fmla="*/ 221946 h 6980484"/>
                <a:gd name="csX40" fmla="*/ 4136310 w 6958167"/>
                <a:gd name="csY40" fmla="*/ 61212 h 6980484"/>
                <a:gd name="csX41" fmla="*/ 4430174 w 6958167"/>
                <a:gd name="csY41" fmla="*/ 350435 h 6980484"/>
                <a:gd name="csX42" fmla="*/ 4835062 w 6958167"/>
                <a:gd name="csY42" fmla="*/ 272511 h 6980484"/>
                <a:gd name="csX43" fmla="*/ 5061873 w 6958167"/>
                <a:gd name="csY43" fmla="*/ 616819 h 6980484"/>
                <a:gd name="csX44" fmla="*/ 5474090 w 6958167"/>
                <a:gd name="csY44" fmla="*/ 625246 h 6980484"/>
                <a:gd name="csX45" fmla="*/ 5624320 w 6958167"/>
                <a:gd name="csY45" fmla="*/ 1009249 h 6980484"/>
                <a:gd name="csX46" fmla="*/ 6026032 w 6958167"/>
                <a:gd name="csY46" fmla="*/ 1102440 h 6980484"/>
                <a:gd name="csX47" fmla="*/ 6093941 w 6958167"/>
                <a:gd name="csY47" fmla="*/ 1509160 h 6980484"/>
                <a:gd name="csX48" fmla="*/ 6467440 w 6958167"/>
                <a:gd name="csY48" fmla="*/ 1683940 h 6980484"/>
                <a:gd name="csX49" fmla="*/ 6448752 w 6958167"/>
                <a:gd name="csY49" fmla="*/ 2095912 h 6980484"/>
                <a:gd name="csX50" fmla="*/ 6777427 w 6958167"/>
                <a:gd name="csY50" fmla="*/ 2344952 h 6980484"/>
                <a:gd name="csX51" fmla="*/ 6673242 w 6958167"/>
                <a:gd name="csY51" fmla="*/ 2743855 h 6980484"/>
                <a:gd name="csX52" fmla="*/ 6942924 w 6958167"/>
                <a:gd name="csY52" fmla="*/ 3055674 h 6980484"/>
                <a:gd name="csX53" fmla="*/ 6758373 w 6958167"/>
                <a:gd name="csY53" fmla="*/ 3424410 h 6980484"/>
                <a:gd name="csX54" fmla="*/ 6957824 w 6958167"/>
                <a:gd name="csY54" fmla="*/ 3785328 h 6980484"/>
                <a:gd name="csX55" fmla="*/ 6700968 w 6958167"/>
                <a:gd name="csY55" fmla="*/ 4107895 h 6980484"/>
                <a:gd name="csX56" fmla="*/ 6821030 w 6958167"/>
                <a:gd name="csY56" fmla="*/ 4502402 h 6980484"/>
                <a:gd name="csX57" fmla="*/ 6502493 w 6958167"/>
                <a:gd name="csY57" fmla="*/ 4764266 h 6980484"/>
                <a:gd name="csX58" fmla="*/ 6537425 w 6958167"/>
                <a:gd name="csY58" fmla="*/ 5175139 h 6980484"/>
                <a:gd name="csX59" fmla="*/ 6171132 w 6958167"/>
                <a:gd name="csY59" fmla="*/ 5364575 h 6980484"/>
                <a:gd name="csX60" fmla="*/ 6119834 w 6958167"/>
                <a:gd name="csY60" fmla="*/ 5773738 h 6980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</a:cxnLst>
              <a:rect l="l" t="t" r="r" b="b"/>
              <a:pathLst>
                <a:path w="6958167" h="6980484">
                  <a:moveTo>
                    <a:pt x="6119712" y="5773616"/>
                  </a:moveTo>
                  <a:cubicBezTo>
                    <a:pt x="6041544" y="5863998"/>
                    <a:pt x="5807527" y="5803418"/>
                    <a:pt x="5722275" y="5883418"/>
                  </a:cubicBezTo>
                  <a:cubicBezTo>
                    <a:pt x="5635312" y="5965129"/>
                    <a:pt x="5681114" y="6202321"/>
                    <a:pt x="5587678" y="6273161"/>
                  </a:cubicBezTo>
                  <a:cubicBezTo>
                    <a:pt x="5494242" y="6344001"/>
                    <a:pt x="5276592" y="6237130"/>
                    <a:pt x="5176072" y="6297955"/>
                  </a:cubicBezTo>
                  <a:cubicBezTo>
                    <a:pt x="5074453" y="6359390"/>
                    <a:pt x="5069446" y="6600980"/>
                    <a:pt x="4962941" y="6650934"/>
                  </a:cubicBezTo>
                  <a:cubicBezTo>
                    <a:pt x="4855582" y="6701255"/>
                    <a:pt x="4666634" y="6550537"/>
                    <a:pt x="4555244" y="6589010"/>
                  </a:cubicBezTo>
                  <a:cubicBezTo>
                    <a:pt x="4443243" y="6627728"/>
                    <a:pt x="4388037" y="6863088"/>
                    <a:pt x="4273227" y="6889837"/>
                  </a:cubicBezTo>
                  <a:cubicBezTo>
                    <a:pt x="4157928" y="6916707"/>
                    <a:pt x="4004523" y="6729958"/>
                    <a:pt x="3887270" y="6744615"/>
                  </a:cubicBezTo>
                  <a:cubicBezTo>
                    <a:pt x="3770017" y="6759271"/>
                    <a:pt x="3667177" y="6978021"/>
                    <a:pt x="3549069" y="6980464"/>
                  </a:cubicBezTo>
                  <a:cubicBezTo>
                    <a:pt x="3430962" y="6982906"/>
                    <a:pt x="3319449" y="6768431"/>
                    <a:pt x="3201586" y="6758538"/>
                  </a:cubicBezTo>
                  <a:cubicBezTo>
                    <a:pt x="3083723" y="6748645"/>
                    <a:pt x="2938256" y="6941502"/>
                    <a:pt x="2821859" y="6919272"/>
                  </a:cubicBezTo>
                  <a:cubicBezTo>
                    <a:pt x="2705461" y="6897043"/>
                    <a:pt x="2641582" y="6664370"/>
                    <a:pt x="2527994" y="6630049"/>
                  </a:cubicBezTo>
                  <a:cubicBezTo>
                    <a:pt x="2415383" y="6595972"/>
                    <a:pt x="2232542" y="6754141"/>
                    <a:pt x="2123106" y="6707973"/>
                  </a:cubicBezTo>
                  <a:cubicBezTo>
                    <a:pt x="2014891" y="6662293"/>
                    <a:pt x="2000479" y="6421192"/>
                    <a:pt x="1896295" y="6363666"/>
                  </a:cubicBezTo>
                  <a:cubicBezTo>
                    <a:pt x="1793699" y="6306993"/>
                    <a:pt x="1581911" y="6423513"/>
                    <a:pt x="1484079" y="6355238"/>
                  </a:cubicBezTo>
                  <a:cubicBezTo>
                    <a:pt x="1386246" y="6286963"/>
                    <a:pt x="1424231" y="6049404"/>
                    <a:pt x="1333849" y="5971236"/>
                  </a:cubicBezTo>
                  <a:cubicBezTo>
                    <a:pt x="1243466" y="5893067"/>
                    <a:pt x="1012259" y="5963174"/>
                    <a:pt x="932136" y="5878044"/>
                  </a:cubicBezTo>
                  <a:cubicBezTo>
                    <a:pt x="850426" y="5791082"/>
                    <a:pt x="935068" y="5564637"/>
                    <a:pt x="864227" y="5471324"/>
                  </a:cubicBezTo>
                  <a:cubicBezTo>
                    <a:pt x="792288" y="5376545"/>
                    <a:pt x="551554" y="5397064"/>
                    <a:pt x="490729" y="5296544"/>
                  </a:cubicBezTo>
                  <a:cubicBezTo>
                    <a:pt x="429904" y="5196024"/>
                    <a:pt x="559370" y="4991198"/>
                    <a:pt x="509416" y="4884572"/>
                  </a:cubicBezTo>
                  <a:cubicBezTo>
                    <a:pt x="459095" y="4777212"/>
                    <a:pt x="219338" y="4746922"/>
                    <a:pt x="180742" y="4635532"/>
                  </a:cubicBezTo>
                  <a:cubicBezTo>
                    <a:pt x="142146" y="4524142"/>
                    <a:pt x="311674" y="4351439"/>
                    <a:pt x="284926" y="4236629"/>
                  </a:cubicBezTo>
                  <a:cubicBezTo>
                    <a:pt x="258178" y="4121819"/>
                    <a:pt x="29901" y="4041940"/>
                    <a:pt x="15245" y="3924810"/>
                  </a:cubicBezTo>
                  <a:cubicBezTo>
                    <a:pt x="588" y="3807679"/>
                    <a:pt x="202238" y="3674304"/>
                    <a:pt x="199795" y="3556074"/>
                  </a:cubicBezTo>
                  <a:cubicBezTo>
                    <a:pt x="197353" y="3437845"/>
                    <a:pt x="-9549" y="3313020"/>
                    <a:pt x="344" y="3195156"/>
                  </a:cubicBezTo>
                  <a:cubicBezTo>
                    <a:pt x="10237" y="3077293"/>
                    <a:pt x="235093" y="2988987"/>
                    <a:pt x="257200" y="2872589"/>
                  </a:cubicBezTo>
                  <a:cubicBezTo>
                    <a:pt x="279307" y="2756192"/>
                    <a:pt x="102818" y="2591671"/>
                    <a:pt x="137139" y="2478083"/>
                  </a:cubicBezTo>
                  <a:cubicBezTo>
                    <a:pt x="171459" y="2364494"/>
                    <a:pt x="409507" y="2325776"/>
                    <a:pt x="455675" y="2216218"/>
                  </a:cubicBezTo>
                  <a:cubicBezTo>
                    <a:pt x="501843" y="2106660"/>
                    <a:pt x="363216" y="1909529"/>
                    <a:pt x="420744" y="1805345"/>
                  </a:cubicBezTo>
                  <a:cubicBezTo>
                    <a:pt x="478271" y="1701162"/>
                    <a:pt x="718761" y="1713742"/>
                    <a:pt x="787036" y="1615909"/>
                  </a:cubicBezTo>
                  <a:cubicBezTo>
                    <a:pt x="855311" y="1518076"/>
                    <a:pt x="760166" y="1297251"/>
                    <a:pt x="838334" y="1206746"/>
                  </a:cubicBezTo>
                  <a:cubicBezTo>
                    <a:pt x="916502" y="1116242"/>
                    <a:pt x="1150519" y="1176944"/>
                    <a:pt x="1235772" y="1096944"/>
                  </a:cubicBezTo>
                  <a:cubicBezTo>
                    <a:pt x="1322734" y="1015234"/>
                    <a:pt x="1276932" y="778041"/>
                    <a:pt x="1370368" y="707201"/>
                  </a:cubicBezTo>
                  <a:cubicBezTo>
                    <a:pt x="1463804" y="636361"/>
                    <a:pt x="1681454" y="743232"/>
                    <a:pt x="1781974" y="682407"/>
                  </a:cubicBezTo>
                  <a:cubicBezTo>
                    <a:pt x="1882493" y="621582"/>
                    <a:pt x="1888600" y="379382"/>
                    <a:pt x="1995105" y="329427"/>
                  </a:cubicBezTo>
                  <a:cubicBezTo>
                    <a:pt x="2101610" y="279473"/>
                    <a:pt x="2291412" y="429825"/>
                    <a:pt x="2402802" y="391352"/>
                  </a:cubicBezTo>
                  <a:cubicBezTo>
                    <a:pt x="2514192" y="352878"/>
                    <a:pt x="2570010" y="117273"/>
                    <a:pt x="2684819" y="90525"/>
                  </a:cubicBezTo>
                  <a:cubicBezTo>
                    <a:pt x="2800118" y="63655"/>
                    <a:pt x="2953523" y="250404"/>
                    <a:pt x="3070776" y="235747"/>
                  </a:cubicBezTo>
                  <a:cubicBezTo>
                    <a:pt x="3188029" y="221091"/>
                    <a:pt x="3290991" y="2463"/>
                    <a:pt x="3409099" y="21"/>
                  </a:cubicBezTo>
                  <a:cubicBezTo>
                    <a:pt x="3527207" y="-2422"/>
                    <a:pt x="3638719" y="212053"/>
                    <a:pt x="3756582" y="221946"/>
                  </a:cubicBezTo>
                  <a:cubicBezTo>
                    <a:pt x="3874445" y="231839"/>
                    <a:pt x="4019912" y="38983"/>
                    <a:pt x="4136310" y="61212"/>
                  </a:cubicBezTo>
                  <a:cubicBezTo>
                    <a:pt x="4252708" y="83441"/>
                    <a:pt x="4316586" y="316114"/>
                    <a:pt x="4430174" y="350435"/>
                  </a:cubicBezTo>
                  <a:cubicBezTo>
                    <a:pt x="4543763" y="384756"/>
                    <a:pt x="4725627" y="226343"/>
                    <a:pt x="4835062" y="272511"/>
                  </a:cubicBezTo>
                  <a:cubicBezTo>
                    <a:pt x="4944499" y="318679"/>
                    <a:pt x="4957689" y="559292"/>
                    <a:pt x="5061873" y="616819"/>
                  </a:cubicBezTo>
                  <a:cubicBezTo>
                    <a:pt x="5166057" y="674346"/>
                    <a:pt x="5376257" y="556971"/>
                    <a:pt x="5474090" y="625246"/>
                  </a:cubicBezTo>
                  <a:cubicBezTo>
                    <a:pt x="5571922" y="693521"/>
                    <a:pt x="5533937" y="931080"/>
                    <a:pt x="5624320" y="1009249"/>
                  </a:cubicBezTo>
                  <a:cubicBezTo>
                    <a:pt x="5714702" y="1087417"/>
                    <a:pt x="5945910" y="1017310"/>
                    <a:pt x="6026032" y="1102440"/>
                  </a:cubicBezTo>
                  <a:cubicBezTo>
                    <a:pt x="6107743" y="1189403"/>
                    <a:pt x="6023101" y="1415847"/>
                    <a:pt x="6093941" y="1509160"/>
                  </a:cubicBezTo>
                  <a:cubicBezTo>
                    <a:pt x="6165881" y="1603940"/>
                    <a:pt x="6406615" y="1583420"/>
                    <a:pt x="6467440" y="1683940"/>
                  </a:cubicBezTo>
                  <a:cubicBezTo>
                    <a:pt x="6528875" y="1785559"/>
                    <a:pt x="6398798" y="1989286"/>
                    <a:pt x="6448752" y="2095912"/>
                  </a:cubicBezTo>
                  <a:cubicBezTo>
                    <a:pt x="6498707" y="2202539"/>
                    <a:pt x="6738831" y="2233562"/>
                    <a:pt x="6777427" y="2344952"/>
                  </a:cubicBezTo>
                  <a:cubicBezTo>
                    <a:pt x="6816022" y="2456342"/>
                    <a:pt x="6646494" y="2629046"/>
                    <a:pt x="6673242" y="2743855"/>
                  </a:cubicBezTo>
                  <a:cubicBezTo>
                    <a:pt x="6700113" y="2859154"/>
                    <a:pt x="6928267" y="2938544"/>
                    <a:pt x="6942924" y="3055674"/>
                  </a:cubicBezTo>
                  <a:cubicBezTo>
                    <a:pt x="6957580" y="3172927"/>
                    <a:pt x="6755930" y="3306180"/>
                    <a:pt x="6758373" y="3424410"/>
                  </a:cubicBezTo>
                  <a:cubicBezTo>
                    <a:pt x="6760816" y="3542639"/>
                    <a:pt x="6967717" y="3667464"/>
                    <a:pt x="6957824" y="3785328"/>
                  </a:cubicBezTo>
                  <a:cubicBezTo>
                    <a:pt x="6947931" y="3903191"/>
                    <a:pt x="6723075" y="3991497"/>
                    <a:pt x="6700968" y="4107895"/>
                  </a:cubicBezTo>
                  <a:cubicBezTo>
                    <a:pt x="6678861" y="4224293"/>
                    <a:pt x="6855351" y="4388813"/>
                    <a:pt x="6821030" y="4502402"/>
                  </a:cubicBezTo>
                  <a:cubicBezTo>
                    <a:pt x="6786709" y="4615990"/>
                    <a:pt x="6548661" y="4654708"/>
                    <a:pt x="6502493" y="4764266"/>
                  </a:cubicBezTo>
                  <a:cubicBezTo>
                    <a:pt x="6456325" y="4873824"/>
                    <a:pt x="6594952" y="5070955"/>
                    <a:pt x="6537425" y="5175139"/>
                  </a:cubicBezTo>
                  <a:cubicBezTo>
                    <a:pt x="6479898" y="5279322"/>
                    <a:pt x="6239408" y="5266742"/>
                    <a:pt x="6171132" y="5364575"/>
                  </a:cubicBezTo>
                  <a:cubicBezTo>
                    <a:pt x="6104201" y="5460454"/>
                    <a:pt x="6198003" y="5683234"/>
                    <a:pt x="6119834" y="5773738"/>
                  </a:cubicBezTo>
                  <a:close/>
                </a:path>
              </a:pathLst>
            </a:custGeom>
            <a:solidFill>
              <a:srgbClr val="E0E4D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53981AC-A767-5059-9D73-12D06184C594}"/>
                </a:ext>
              </a:extLst>
            </p:cNvPr>
            <p:cNvSpPr/>
            <p:nvPr/>
          </p:nvSpPr>
          <p:spPr>
            <a:xfrm>
              <a:off x="1439564" y="655019"/>
              <a:ext cx="180520" cy="2757810"/>
            </a:xfrm>
            <a:custGeom>
              <a:avLst/>
              <a:gdLst>
                <a:gd name="csX0" fmla="*/ 180398 w 180520"/>
                <a:gd name="csY0" fmla="*/ 296 h 2757810"/>
                <a:gd name="csX1" fmla="*/ 0 w 180520"/>
                <a:gd name="csY1" fmla="*/ 3472 h 2757810"/>
                <a:gd name="csX2" fmla="*/ 141436 w 180520"/>
                <a:gd name="csY2" fmla="*/ 2757810 h 2757810"/>
                <a:gd name="csX3" fmla="*/ 180521 w 180520"/>
                <a:gd name="csY3" fmla="*/ 296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80398" y="296"/>
                  </a:moveTo>
                  <a:cubicBezTo>
                    <a:pt x="120184" y="-559"/>
                    <a:pt x="60092" y="418"/>
                    <a:pt x="0" y="3472"/>
                  </a:cubicBezTo>
                  <a:lnTo>
                    <a:pt x="141436" y="2757810"/>
                  </a:lnTo>
                  <a:lnTo>
                    <a:pt x="180521" y="29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8EA813C-9757-3C8F-111B-12936BA25078}"/>
                </a:ext>
              </a:extLst>
            </p:cNvPr>
            <p:cNvSpPr/>
            <p:nvPr/>
          </p:nvSpPr>
          <p:spPr>
            <a:xfrm>
              <a:off x="1581000" y="683774"/>
              <a:ext cx="576370" cy="2729055"/>
            </a:xfrm>
            <a:custGeom>
              <a:avLst/>
              <a:gdLst>
                <a:gd name="csX0" fmla="*/ 576370 w 576370"/>
                <a:gd name="csY0" fmla="*/ 31756 h 2729055"/>
                <a:gd name="csX1" fmla="*/ 398659 w 576370"/>
                <a:gd name="csY1" fmla="*/ 0 h 2729055"/>
                <a:gd name="csX2" fmla="*/ 0 w 576370"/>
                <a:gd name="csY2" fmla="*/ 2729056 h 2729055"/>
                <a:gd name="csX3" fmla="*/ 576370 w 576370"/>
                <a:gd name="csY3" fmla="*/ 31756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576370" y="31756"/>
                  </a:moveTo>
                  <a:cubicBezTo>
                    <a:pt x="517377" y="19176"/>
                    <a:pt x="458141" y="8672"/>
                    <a:pt x="398659" y="0"/>
                  </a:cubicBezTo>
                  <a:lnTo>
                    <a:pt x="0" y="2729056"/>
                  </a:lnTo>
                  <a:lnTo>
                    <a:pt x="576370" y="317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13AD55E-018F-7716-75B4-C31D458E636A}"/>
                </a:ext>
              </a:extLst>
            </p:cNvPr>
            <p:cNvSpPr/>
            <p:nvPr/>
          </p:nvSpPr>
          <p:spPr>
            <a:xfrm>
              <a:off x="1259777" y="658491"/>
              <a:ext cx="321223" cy="2754338"/>
            </a:xfrm>
            <a:custGeom>
              <a:avLst/>
              <a:gdLst>
                <a:gd name="csX0" fmla="*/ 179787 w 321223"/>
                <a:gd name="csY0" fmla="*/ 0 h 2754338"/>
                <a:gd name="csX1" fmla="*/ 0 w 321223"/>
                <a:gd name="csY1" fmla="*/ 15267 h 2754338"/>
                <a:gd name="csX2" fmla="*/ 321223 w 321223"/>
                <a:gd name="csY2" fmla="*/ 2754339 h 2754338"/>
                <a:gd name="csX3" fmla="*/ 179787 w 321223"/>
                <a:gd name="csY3" fmla="*/ 0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79787" y="0"/>
                  </a:moveTo>
                  <a:cubicBezTo>
                    <a:pt x="119695" y="3053"/>
                    <a:pt x="59725" y="8305"/>
                    <a:pt x="0" y="15267"/>
                  </a:cubicBezTo>
                  <a:lnTo>
                    <a:pt x="321223" y="2754339"/>
                  </a:lnTo>
                  <a:lnTo>
                    <a:pt x="17978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4EB059-8B73-290F-95F8-D64D2F4E535D}"/>
                </a:ext>
              </a:extLst>
            </p:cNvPr>
            <p:cNvSpPr/>
            <p:nvPr/>
          </p:nvSpPr>
          <p:spPr>
            <a:xfrm>
              <a:off x="1581000" y="663743"/>
              <a:ext cx="398658" cy="2749086"/>
            </a:xfrm>
            <a:custGeom>
              <a:avLst/>
              <a:gdLst>
                <a:gd name="csX0" fmla="*/ 398659 w 398658"/>
                <a:gd name="csY0" fmla="*/ 20031 h 2749086"/>
                <a:gd name="csX1" fmla="*/ 219360 w 398658"/>
                <a:gd name="csY1" fmla="*/ 0 h 2749086"/>
                <a:gd name="csX2" fmla="*/ 0 w 398658"/>
                <a:gd name="csY2" fmla="*/ 2749087 h 2749086"/>
                <a:gd name="csX3" fmla="*/ 398659 w 398658"/>
                <a:gd name="csY3" fmla="*/ 20031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8" h="2749086">
                  <a:moveTo>
                    <a:pt x="398659" y="20031"/>
                  </a:moveTo>
                  <a:cubicBezTo>
                    <a:pt x="339056" y="11359"/>
                    <a:pt x="279208" y="4763"/>
                    <a:pt x="219360" y="0"/>
                  </a:cubicBezTo>
                  <a:lnTo>
                    <a:pt x="0" y="2749087"/>
                  </a:lnTo>
                  <a:lnTo>
                    <a:pt x="398659" y="2003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B83985B4-8F6E-62AE-02AC-6807D727EFB8}"/>
                </a:ext>
              </a:extLst>
            </p:cNvPr>
            <p:cNvSpPr/>
            <p:nvPr/>
          </p:nvSpPr>
          <p:spPr>
            <a:xfrm>
              <a:off x="1581000" y="715530"/>
              <a:ext cx="751516" cy="2697299"/>
            </a:xfrm>
            <a:custGeom>
              <a:avLst/>
              <a:gdLst>
                <a:gd name="csX0" fmla="*/ 751516 w 751516"/>
                <a:gd name="csY0" fmla="*/ 43481 h 2697299"/>
                <a:gd name="csX1" fmla="*/ 576370 w 751516"/>
                <a:gd name="csY1" fmla="*/ 0 h 2697299"/>
                <a:gd name="csX2" fmla="*/ 0 w 751516"/>
                <a:gd name="csY2" fmla="*/ 2697300 h 2697299"/>
                <a:gd name="csX3" fmla="*/ 751516 w 751516"/>
                <a:gd name="csY3" fmla="*/ 43481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751516" y="43481"/>
                  </a:moveTo>
                  <a:cubicBezTo>
                    <a:pt x="693501" y="27115"/>
                    <a:pt x="635119" y="12458"/>
                    <a:pt x="576370" y="0"/>
                  </a:cubicBezTo>
                  <a:lnTo>
                    <a:pt x="0" y="2697300"/>
                  </a:lnTo>
                  <a:lnTo>
                    <a:pt x="751516" y="43481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5DCD5D4-50C9-8963-2324-5374F48A669A}"/>
                </a:ext>
              </a:extLst>
            </p:cNvPr>
            <p:cNvSpPr/>
            <p:nvPr/>
          </p:nvSpPr>
          <p:spPr>
            <a:xfrm>
              <a:off x="1581000" y="1044326"/>
              <a:ext cx="1564345" cy="2368503"/>
            </a:xfrm>
            <a:custGeom>
              <a:avLst/>
              <a:gdLst>
                <a:gd name="csX0" fmla="*/ 1564346 w 1564345"/>
                <a:gd name="csY0" fmla="*/ 97588 h 2368503"/>
                <a:gd name="csX1" fmla="*/ 1412528 w 1564345"/>
                <a:gd name="csY1" fmla="*/ 0 h 2368503"/>
                <a:gd name="csX2" fmla="*/ 0 w 1564345"/>
                <a:gd name="csY2" fmla="*/ 2368504 h 2368503"/>
                <a:gd name="csX3" fmla="*/ 1564346 w 1564345"/>
                <a:gd name="csY3" fmla="*/ 97588 h 2368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5" h="2368503">
                  <a:moveTo>
                    <a:pt x="1564346" y="97588"/>
                  </a:moveTo>
                  <a:cubicBezTo>
                    <a:pt x="1514514" y="63145"/>
                    <a:pt x="1463948" y="30657"/>
                    <a:pt x="1412528" y="0"/>
                  </a:cubicBezTo>
                  <a:lnTo>
                    <a:pt x="0" y="2368504"/>
                  </a:lnTo>
                  <a:lnTo>
                    <a:pt x="1564346" y="97588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DD6A6D4-E700-786D-8229-180F595A322D}"/>
                </a:ext>
              </a:extLst>
            </p:cNvPr>
            <p:cNvSpPr/>
            <p:nvPr/>
          </p:nvSpPr>
          <p:spPr>
            <a:xfrm>
              <a:off x="1581000" y="956875"/>
              <a:ext cx="1412528" cy="2455954"/>
            </a:xfrm>
            <a:custGeom>
              <a:avLst/>
              <a:gdLst>
                <a:gd name="csX0" fmla="*/ 1412528 w 1412528"/>
                <a:gd name="csY0" fmla="*/ 87451 h 2455954"/>
                <a:gd name="csX1" fmla="*/ 1254726 w 1412528"/>
                <a:gd name="csY1" fmla="*/ 0 h 2455954"/>
                <a:gd name="csX2" fmla="*/ 0 w 1412528"/>
                <a:gd name="csY2" fmla="*/ 2455955 h 2455954"/>
                <a:gd name="csX3" fmla="*/ 1412528 w 1412528"/>
                <a:gd name="csY3" fmla="*/ 87451 h 245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4">
                  <a:moveTo>
                    <a:pt x="1412528" y="87451"/>
                  </a:moveTo>
                  <a:cubicBezTo>
                    <a:pt x="1360620" y="56428"/>
                    <a:pt x="1307978" y="27237"/>
                    <a:pt x="1254726" y="0"/>
                  </a:cubicBezTo>
                  <a:lnTo>
                    <a:pt x="0" y="2455955"/>
                  </a:lnTo>
                  <a:lnTo>
                    <a:pt x="1412528" y="8745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4B8ECA3-7F21-1002-D63A-FFA4709DFC63}"/>
                </a:ext>
              </a:extLst>
            </p:cNvPr>
            <p:cNvSpPr/>
            <p:nvPr/>
          </p:nvSpPr>
          <p:spPr>
            <a:xfrm>
              <a:off x="1581000" y="879684"/>
              <a:ext cx="1254725" cy="2533146"/>
            </a:xfrm>
            <a:custGeom>
              <a:avLst/>
              <a:gdLst>
                <a:gd name="csX0" fmla="*/ 1254726 w 1254725"/>
                <a:gd name="csY0" fmla="*/ 77069 h 2533146"/>
                <a:gd name="csX1" fmla="*/ 1091549 w 1254725"/>
                <a:gd name="csY1" fmla="*/ 0 h 2533146"/>
                <a:gd name="csX2" fmla="*/ 0 w 1254725"/>
                <a:gd name="csY2" fmla="*/ 2533146 h 2533146"/>
                <a:gd name="csX3" fmla="*/ 1254726 w 1254725"/>
                <a:gd name="csY3" fmla="*/ 77191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1254726" y="77069"/>
                  </a:moveTo>
                  <a:cubicBezTo>
                    <a:pt x="1200985" y="49588"/>
                    <a:pt x="1146511" y="23695"/>
                    <a:pt x="1091549" y="0"/>
                  </a:cubicBezTo>
                  <a:lnTo>
                    <a:pt x="0" y="2533146"/>
                  </a:lnTo>
                  <a:lnTo>
                    <a:pt x="1254726" y="7719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6ADB93C-C404-E782-DAC6-A57B917BABEA}"/>
                </a:ext>
              </a:extLst>
            </p:cNvPr>
            <p:cNvSpPr/>
            <p:nvPr/>
          </p:nvSpPr>
          <p:spPr>
            <a:xfrm>
              <a:off x="1581000" y="813851"/>
              <a:ext cx="1091549" cy="2598978"/>
            </a:xfrm>
            <a:custGeom>
              <a:avLst/>
              <a:gdLst>
                <a:gd name="csX0" fmla="*/ 1091549 w 1091549"/>
                <a:gd name="csY0" fmla="*/ 65832 h 2598978"/>
                <a:gd name="csX1" fmla="*/ 923487 w 1091549"/>
                <a:gd name="csY1" fmla="*/ 0 h 2598978"/>
                <a:gd name="csX2" fmla="*/ 0 w 1091549"/>
                <a:gd name="csY2" fmla="*/ 2598979 h 2598978"/>
                <a:gd name="csX3" fmla="*/ 1091549 w 1091549"/>
                <a:gd name="csY3" fmla="*/ 65832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1091549" y="65832"/>
                  </a:moveTo>
                  <a:cubicBezTo>
                    <a:pt x="1036098" y="41893"/>
                    <a:pt x="980037" y="20031"/>
                    <a:pt x="923487" y="0"/>
                  </a:cubicBezTo>
                  <a:lnTo>
                    <a:pt x="0" y="2598979"/>
                  </a:lnTo>
                  <a:lnTo>
                    <a:pt x="1091549" y="65832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6861B23-DB66-DE38-DA51-5905E4B7E2F9}"/>
                </a:ext>
              </a:extLst>
            </p:cNvPr>
            <p:cNvSpPr/>
            <p:nvPr/>
          </p:nvSpPr>
          <p:spPr>
            <a:xfrm>
              <a:off x="1581000" y="759011"/>
              <a:ext cx="923486" cy="2653818"/>
            </a:xfrm>
            <a:custGeom>
              <a:avLst/>
              <a:gdLst>
                <a:gd name="csX0" fmla="*/ 923487 w 923486"/>
                <a:gd name="csY0" fmla="*/ 54840 h 2653818"/>
                <a:gd name="csX1" fmla="*/ 751516 w 923486"/>
                <a:gd name="csY1" fmla="*/ 0 h 2653818"/>
                <a:gd name="csX2" fmla="*/ 0 w 923486"/>
                <a:gd name="csY2" fmla="*/ 2653819 h 2653818"/>
                <a:gd name="csX3" fmla="*/ 923487 w 923486"/>
                <a:gd name="csY3" fmla="*/ 54840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923487" y="54840"/>
                  </a:moveTo>
                  <a:cubicBezTo>
                    <a:pt x="866571" y="34687"/>
                    <a:pt x="809288" y="16367"/>
                    <a:pt x="751516" y="0"/>
                  </a:cubicBezTo>
                  <a:lnTo>
                    <a:pt x="0" y="2653819"/>
                  </a:lnTo>
                  <a:lnTo>
                    <a:pt x="923487" y="54840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10F9907-21F6-471E-B305-7081F7E3C9A2}"/>
                </a:ext>
              </a:extLst>
            </p:cNvPr>
            <p:cNvSpPr/>
            <p:nvPr/>
          </p:nvSpPr>
          <p:spPr>
            <a:xfrm>
              <a:off x="-582555" y="1565490"/>
              <a:ext cx="2163433" cy="1847218"/>
            </a:xfrm>
            <a:custGeom>
              <a:avLst/>
              <a:gdLst>
                <a:gd name="csX0" fmla="*/ 116398 w 2163433"/>
                <a:gd name="csY0" fmla="*/ 122 h 1847218"/>
                <a:gd name="csX1" fmla="*/ 0 w 2163433"/>
                <a:gd name="csY1" fmla="*/ 138016 h 1847218"/>
                <a:gd name="csX2" fmla="*/ 2163434 w 2163433"/>
                <a:gd name="csY2" fmla="*/ 1847218 h 1847218"/>
                <a:gd name="csX3" fmla="*/ 116398 w 2163433"/>
                <a:gd name="csY3" fmla="*/ 0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3" h="1847218">
                  <a:moveTo>
                    <a:pt x="116398" y="122"/>
                  </a:moveTo>
                  <a:cubicBezTo>
                    <a:pt x="75848" y="45069"/>
                    <a:pt x="37130" y="91237"/>
                    <a:pt x="0" y="138016"/>
                  </a:cubicBezTo>
                  <a:lnTo>
                    <a:pt x="2163434" y="1847218"/>
                  </a:lnTo>
                  <a:lnTo>
                    <a:pt x="11639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3A30A97-572E-E189-F351-A0D7F5E8A5FF}"/>
                </a:ext>
              </a:extLst>
            </p:cNvPr>
            <p:cNvSpPr/>
            <p:nvPr/>
          </p:nvSpPr>
          <p:spPr>
            <a:xfrm>
              <a:off x="-340844" y="1314007"/>
              <a:ext cx="1921844" cy="2098822"/>
            </a:xfrm>
            <a:custGeom>
              <a:avLst/>
              <a:gdLst>
                <a:gd name="csX0" fmla="*/ 133131 w 1921844"/>
                <a:gd name="csY0" fmla="*/ 0 h 2098822"/>
                <a:gd name="csX1" fmla="*/ 0 w 1921844"/>
                <a:gd name="csY1" fmla="*/ 121772 h 2098822"/>
                <a:gd name="csX2" fmla="*/ 1921845 w 1921844"/>
                <a:gd name="csY2" fmla="*/ 2098823 h 2098822"/>
                <a:gd name="csX3" fmla="*/ 133131 w 1921844"/>
                <a:gd name="csY3" fmla="*/ 0 h 2098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2">
                  <a:moveTo>
                    <a:pt x="133131" y="0"/>
                  </a:moveTo>
                  <a:cubicBezTo>
                    <a:pt x="87695" y="38840"/>
                    <a:pt x="43359" y="79512"/>
                    <a:pt x="0" y="121772"/>
                  </a:cubicBezTo>
                  <a:lnTo>
                    <a:pt x="1921845" y="2098823"/>
                  </a:lnTo>
                  <a:lnTo>
                    <a:pt x="1331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39C13CA-50C6-8BAB-2C4C-18287AF74AFC}"/>
                </a:ext>
              </a:extLst>
            </p:cNvPr>
            <p:cNvSpPr/>
            <p:nvPr/>
          </p:nvSpPr>
          <p:spPr>
            <a:xfrm>
              <a:off x="-207591" y="1201396"/>
              <a:ext cx="1788591" cy="2211311"/>
            </a:xfrm>
            <a:custGeom>
              <a:avLst/>
              <a:gdLst>
                <a:gd name="csX0" fmla="*/ 140947 w 1788591"/>
                <a:gd name="csY0" fmla="*/ 0 h 2211311"/>
                <a:gd name="csX1" fmla="*/ 0 w 1788591"/>
                <a:gd name="csY1" fmla="*/ 112611 h 2211311"/>
                <a:gd name="csX2" fmla="*/ 1788592 w 1788591"/>
                <a:gd name="csY2" fmla="*/ 2211312 h 2211311"/>
                <a:gd name="csX3" fmla="*/ 140947 w 1788591"/>
                <a:gd name="csY3" fmla="*/ 0 h 2211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311">
                  <a:moveTo>
                    <a:pt x="140947" y="0"/>
                  </a:moveTo>
                  <a:cubicBezTo>
                    <a:pt x="92947" y="35786"/>
                    <a:pt x="45924" y="73283"/>
                    <a:pt x="0" y="112611"/>
                  </a:cubicBezTo>
                  <a:lnTo>
                    <a:pt x="1788592" y="2211312"/>
                  </a:lnTo>
                  <a:lnTo>
                    <a:pt x="14094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A891AC6-6B9D-2C36-1FD0-A6F717A24959}"/>
                </a:ext>
              </a:extLst>
            </p:cNvPr>
            <p:cNvSpPr/>
            <p:nvPr/>
          </p:nvSpPr>
          <p:spPr>
            <a:xfrm>
              <a:off x="-66643" y="1098189"/>
              <a:ext cx="1647644" cy="2314640"/>
            </a:xfrm>
            <a:custGeom>
              <a:avLst/>
              <a:gdLst>
                <a:gd name="csX0" fmla="*/ 148032 w 1647644"/>
                <a:gd name="csY0" fmla="*/ 0 h 2314640"/>
                <a:gd name="csX1" fmla="*/ 0 w 1647644"/>
                <a:gd name="csY1" fmla="*/ 103207 h 2314640"/>
                <a:gd name="csX2" fmla="*/ 1647645 w 1647644"/>
                <a:gd name="csY2" fmla="*/ 2314641 h 2314640"/>
                <a:gd name="csX3" fmla="*/ 148032 w 1647644"/>
                <a:gd name="csY3" fmla="*/ 0 h 231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0">
                  <a:moveTo>
                    <a:pt x="148032" y="0"/>
                  </a:moveTo>
                  <a:cubicBezTo>
                    <a:pt x="97833" y="32611"/>
                    <a:pt x="48367" y="67054"/>
                    <a:pt x="0" y="103207"/>
                  </a:cubicBezTo>
                  <a:lnTo>
                    <a:pt x="1647645" y="2314641"/>
                  </a:lnTo>
                  <a:lnTo>
                    <a:pt x="1480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A466159-8EA7-CAD9-4FC6-30D5FD8485BF}"/>
                </a:ext>
              </a:extLst>
            </p:cNvPr>
            <p:cNvSpPr/>
            <p:nvPr/>
          </p:nvSpPr>
          <p:spPr>
            <a:xfrm>
              <a:off x="-466157" y="1435779"/>
              <a:ext cx="2047036" cy="1977051"/>
            </a:xfrm>
            <a:custGeom>
              <a:avLst/>
              <a:gdLst>
                <a:gd name="csX0" fmla="*/ 125314 w 2047036"/>
                <a:gd name="csY0" fmla="*/ 0 h 1977051"/>
                <a:gd name="csX1" fmla="*/ 0 w 2047036"/>
                <a:gd name="csY1" fmla="*/ 129833 h 1977051"/>
                <a:gd name="csX2" fmla="*/ 2047036 w 2047036"/>
                <a:gd name="csY2" fmla="*/ 1977051 h 1977051"/>
                <a:gd name="csX3" fmla="*/ 125314 w 2047036"/>
                <a:gd name="csY3" fmla="*/ 0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6" h="1977051">
                  <a:moveTo>
                    <a:pt x="125314" y="0"/>
                  </a:moveTo>
                  <a:cubicBezTo>
                    <a:pt x="82565" y="41649"/>
                    <a:pt x="40672" y="84886"/>
                    <a:pt x="0" y="129833"/>
                  </a:cubicBezTo>
                  <a:lnTo>
                    <a:pt x="2047036" y="1977051"/>
                  </a:lnTo>
                  <a:lnTo>
                    <a:pt x="12531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96C149A-1D05-CF53-6DDD-0887CEAA3CCD}"/>
                </a:ext>
              </a:extLst>
            </p:cNvPr>
            <p:cNvSpPr/>
            <p:nvPr/>
          </p:nvSpPr>
          <p:spPr>
            <a:xfrm>
              <a:off x="1580878" y="1141914"/>
              <a:ext cx="1709324" cy="2270915"/>
            </a:xfrm>
            <a:custGeom>
              <a:avLst/>
              <a:gdLst>
                <a:gd name="csX0" fmla="*/ 1709324 w 1709324"/>
                <a:gd name="csY0" fmla="*/ 107482 h 2270915"/>
                <a:gd name="csX1" fmla="*/ 1564346 w 1709324"/>
                <a:gd name="csY1" fmla="*/ 0 h 2270915"/>
                <a:gd name="csX2" fmla="*/ 0 w 1709324"/>
                <a:gd name="csY2" fmla="*/ 2270916 h 2270915"/>
                <a:gd name="csX3" fmla="*/ 1709202 w 1709324"/>
                <a:gd name="csY3" fmla="*/ 107482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1709324" y="107482"/>
                  </a:moveTo>
                  <a:cubicBezTo>
                    <a:pt x="1661812" y="69863"/>
                    <a:pt x="1613568" y="33954"/>
                    <a:pt x="1564346" y="0"/>
                  </a:cubicBezTo>
                  <a:lnTo>
                    <a:pt x="0" y="2270916"/>
                  </a:lnTo>
                  <a:lnTo>
                    <a:pt x="1709202" y="10748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4B0C788-FEDE-09A2-7A2C-1493A2FFA90D}"/>
                </a:ext>
              </a:extLst>
            </p:cNvPr>
            <p:cNvSpPr/>
            <p:nvPr/>
          </p:nvSpPr>
          <p:spPr>
            <a:xfrm>
              <a:off x="81387" y="1004753"/>
              <a:ext cx="1499612" cy="2408076"/>
            </a:xfrm>
            <a:custGeom>
              <a:avLst/>
              <a:gdLst>
                <a:gd name="csX0" fmla="*/ 154383 w 1499612"/>
                <a:gd name="csY0" fmla="*/ 0 h 2408076"/>
                <a:gd name="csX1" fmla="*/ 0 w 1499612"/>
                <a:gd name="csY1" fmla="*/ 93436 h 2408076"/>
                <a:gd name="csX2" fmla="*/ 1499613 w 1499612"/>
                <a:gd name="csY2" fmla="*/ 2408077 h 2408076"/>
                <a:gd name="csX3" fmla="*/ 154383 w 1499612"/>
                <a:gd name="csY3" fmla="*/ 122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54383" y="0"/>
                  </a:moveTo>
                  <a:cubicBezTo>
                    <a:pt x="102108" y="29313"/>
                    <a:pt x="50565" y="60458"/>
                    <a:pt x="0" y="93436"/>
                  </a:cubicBezTo>
                  <a:lnTo>
                    <a:pt x="1499613" y="2408077"/>
                  </a:lnTo>
                  <a:lnTo>
                    <a:pt x="154383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ADCDB13-B4DA-0DFB-7504-FEBF450A575F}"/>
                </a:ext>
              </a:extLst>
            </p:cNvPr>
            <p:cNvSpPr/>
            <p:nvPr/>
          </p:nvSpPr>
          <p:spPr>
            <a:xfrm>
              <a:off x="396137" y="850004"/>
              <a:ext cx="1184740" cy="2562825"/>
            </a:xfrm>
            <a:custGeom>
              <a:avLst/>
              <a:gdLst>
                <a:gd name="csX0" fmla="*/ 165497 w 1184740"/>
                <a:gd name="csY0" fmla="*/ 0 h 2562825"/>
                <a:gd name="csX1" fmla="*/ 0 w 1184740"/>
                <a:gd name="csY1" fmla="*/ 72062 h 2562825"/>
                <a:gd name="csX2" fmla="*/ 1184741 w 1184740"/>
                <a:gd name="csY2" fmla="*/ 2562826 h 2562825"/>
                <a:gd name="csX3" fmla="*/ 165375 w 1184740"/>
                <a:gd name="csY3" fmla="*/ 0 h 2562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5">
                  <a:moveTo>
                    <a:pt x="165497" y="0"/>
                  </a:moveTo>
                  <a:cubicBezTo>
                    <a:pt x="109680" y="22107"/>
                    <a:pt x="54474" y="46168"/>
                    <a:pt x="0" y="72062"/>
                  </a:cubicBezTo>
                  <a:lnTo>
                    <a:pt x="1184741" y="2562826"/>
                  </a:lnTo>
                  <a:lnTo>
                    <a:pt x="165375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8250CEBA-EA7D-AB97-169C-9FDD78744F08}"/>
                </a:ext>
              </a:extLst>
            </p:cNvPr>
            <p:cNvSpPr/>
            <p:nvPr/>
          </p:nvSpPr>
          <p:spPr>
            <a:xfrm>
              <a:off x="235892" y="921943"/>
              <a:ext cx="1345230" cy="2490764"/>
            </a:xfrm>
            <a:custGeom>
              <a:avLst/>
              <a:gdLst>
                <a:gd name="csX0" fmla="*/ 160368 w 1345230"/>
                <a:gd name="csY0" fmla="*/ 122 h 2490764"/>
                <a:gd name="csX1" fmla="*/ 0 w 1345230"/>
                <a:gd name="csY1" fmla="*/ 82810 h 2490764"/>
                <a:gd name="csX2" fmla="*/ 1345230 w 1345230"/>
                <a:gd name="csY2" fmla="*/ 2490764 h 2490764"/>
                <a:gd name="csX3" fmla="*/ 160490 w 1345230"/>
                <a:gd name="csY3" fmla="*/ 0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60368" y="122"/>
                  </a:moveTo>
                  <a:cubicBezTo>
                    <a:pt x="106138" y="25893"/>
                    <a:pt x="52642" y="53374"/>
                    <a:pt x="0" y="82810"/>
                  </a:cubicBezTo>
                  <a:lnTo>
                    <a:pt x="1345230" y="2490764"/>
                  </a:lnTo>
                  <a:lnTo>
                    <a:pt x="16049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FF5C1E02-AD9A-2A9D-7A20-C83EAFBF86AA}"/>
                </a:ext>
              </a:extLst>
            </p:cNvPr>
            <p:cNvSpPr/>
            <p:nvPr/>
          </p:nvSpPr>
          <p:spPr>
            <a:xfrm>
              <a:off x="731529" y="738980"/>
              <a:ext cx="849471" cy="2673849"/>
            </a:xfrm>
            <a:custGeom>
              <a:avLst/>
              <a:gdLst>
                <a:gd name="csX0" fmla="*/ 173436 w 849471"/>
                <a:gd name="csY0" fmla="*/ 0 h 2673849"/>
                <a:gd name="csX1" fmla="*/ 0 w 849471"/>
                <a:gd name="csY1" fmla="*/ 49832 h 2673849"/>
                <a:gd name="csX2" fmla="*/ 849471 w 849471"/>
                <a:gd name="csY2" fmla="*/ 2673850 h 2673849"/>
                <a:gd name="csX3" fmla="*/ 173436 w 849471"/>
                <a:gd name="csY3" fmla="*/ 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173436" y="0"/>
                  </a:moveTo>
                  <a:cubicBezTo>
                    <a:pt x="115176" y="14657"/>
                    <a:pt x="57282" y="31267"/>
                    <a:pt x="0" y="49832"/>
                  </a:cubicBezTo>
                  <a:lnTo>
                    <a:pt x="849471" y="2673850"/>
                  </a:lnTo>
                  <a:lnTo>
                    <a:pt x="17343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DF77A772-6D5B-ADA0-2294-9C5DEB78E2DD}"/>
                </a:ext>
              </a:extLst>
            </p:cNvPr>
            <p:cNvSpPr/>
            <p:nvPr/>
          </p:nvSpPr>
          <p:spPr>
            <a:xfrm>
              <a:off x="904965" y="700629"/>
              <a:ext cx="676035" cy="2712200"/>
            </a:xfrm>
            <a:custGeom>
              <a:avLst/>
              <a:gdLst>
                <a:gd name="csX0" fmla="*/ 176368 w 676035"/>
                <a:gd name="csY0" fmla="*/ 0 h 2712200"/>
                <a:gd name="csX1" fmla="*/ 0 w 676035"/>
                <a:gd name="csY1" fmla="*/ 38351 h 2712200"/>
                <a:gd name="csX2" fmla="*/ 676035 w 676035"/>
                <a:gd name="csY2" fmla="*/ 2712201 h 2712200"/>
                <a:gd name="csX3" fmla="*/ 176368 w 676035"/>
                <a:gd name="csY3" fmla="*/ 0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176368" y="0"/>
                  </a:moveTo>
                  <a:cubicBezTo>
                    <a:pt x="117253" y="10870"/>
                    <a:pt x="58382" y="23573"/>
                    <a:pt x="0" y="38351"/>
                  </a:cubicBezTo>
                  <a:lnTo>
                    <a:pt x="676035" y="2712201"/>
                  </a:lnTo>
                  <a:lnTo>
                    <a:pt x="17636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88F7A54-9442-DDDB-CFF0-8029ECA939ED}"/>
                </a:ext>
              </a:extLst>
            </p:cNvPr>
            <p:cNvSpPr/>
            <p:nvPr/>
          </p:nvSpPr>
          <p:spPr>
            <a:xfrm>
              <a:off x="1081333" y="673759"/>
              <a:ext cx="499667" cy="2739071"/>
            </a:xfrm>
            <a:custGeom>
              <a:avLst/>
              <a:gdLst>
                <a:gd name="csX0" fmla="*/ 178444 w 499667"/>
                <a:gd name="csY0" fmla="*/ 0 h 2739071"/>
                <a:gd name="csX1" fmla="*/ 0 w 499667"/>
                <a:gd name="csY1" fmla="*/ 26870 h 2739071"/>
                <a:gd name="csX2" fmla="*/ 499667 w 499667"/>
                <a:gd name="csY2" fmla="*/ 2739071 h 2739071"/>
                <a:gd name="csX3" fmla="*/ 178444 w 499667"/>
                <a:gd name="csY3" fmla="*/ 0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178444" y="0"/>
                  </a:moveTo>
                  <a:cubicBezTo>
                    <a:pt x="118718" y="6962"/>
                    <a:pt x="59237" y="16000"/>
                    <a:pt x="0" y="26870"/>
                  </a:cubicBezTo>
                  <a:lnTo>
                    <a:pt x="499667" y="2739071"/>
                  </a:lnTo>
                  <a:lnTo>
                    <a:pt x="17844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79D9FBB-BA04-A164-27FD-378DDA6089F6}"/>
                </a:ext>
              </a:extLst>
            </p:cNvPr>
            <p:cNvSpPr/>
            <p:nvPr/>
          </p:nvSpPr>
          <p:spPr>
            <a:xfrm>
              <a:off x="561635" y="788691"/>
              <a:ext cx="1019365" cy="2624016"/>
            </a:xfrm>
            <a:custGeom>
              <a:avLst/>
              <a:gdLst>
                <a:gd name="csX0" fmla="*/ 169772 w 1019365"/>
                <a:gd name="csY0" fmla="*/ 0 h 2624016"/>
                <a:gd name="csX1" fmla="*/ 0 w 1019365"/>
                <a:gd name="csY1" fmla="*/ 61191 h 2624016"/>
                <a:gd name="csX2" fmla="*/ 1019366 w 1019365"/>
                <a:gd name="csY2" fmla="*/ 2624017 h 2624016"/>
                <a:gd name="csX3" fmla="*/ 169894 w 1019365"/>
                <a:gd name="csY3" fmla="*/ 0 h 26240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6">
                  <a:moveTo>
                    <a:pt x="169772" y="0"/>
                  </a:moveTo>
                  <a:cubicBezTo>
                    <a:pt x="112612" y="18443"/>
                    <a:pt x="56062" y="38962"/>
                    <a:pt x="0" y="61191"/>
                  </a:cubicBezTo>
                  <a:lnTo>
                    <a:pt x="1019366" y="2624017"/>
                  </a:lnTo>
                  <a:lnTo>
                    <a:pt x="16989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A65B5ED-75D8-6197-A1BC-D1BA8C22C514}"/>
                </a:ext>
              </a:extLst>
            </p:cNvPr>
            <p:cNvSpPr/>
            <p:nvPr/>
          </p:nvSpPr>
          <p:spPr>
            <a:xfrm>
              <a:off x="1580878" y="655316"/>
              <a:ext cx="219360" cy="2757514"/>
            </a:xfrm>
            <a:custGeom>
              <a:avLst/>
              <a:gdLst>
                <a:gd name="csX0" fmla="*/ 219360 w 219360"/>
                <a:gd name="csY0" fmla="*/ 8428 h 2757514"/>
                <a:gd name="csX1" fmla="*/ 39084 w 219360"/>
                <a:gd name="csY1" fmla="*/ 0 h 2757514"/>
                <a:gd name="csX2" fmla="*/ 0 w 219360"/>
                <a:gd name="csY2" fmla="*/ 2757514 h 2757514"/>
                <a:gd name="csX3" fmla="*/ 219360 w 219360"/>
                <a:gd name="csY3" fmla="*/ 8428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219360" y="8428"/>
                  </a:moveTo>
                  <a:cubicBezTo>
                    <a:pt x="159391" y="3664"/>
                    <a:pt x="99176" y="855"/>
                    <a:pt x="39084" y="0"/>
                  </a:cubicBezTo>
                  <a:lnTo>
                    <a:pt x="0" y="2757514"/>
                  </a:lnTo>
                  <a:lnTo>
                    <a:pt x="219360" y="84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A25D624-4FDD-B16A-0796-A5C3BA5B902A}"/>
                </a:ext>
              </a:extLst>
            </p:cNvPr>
            <p:cNvSpPr/>
            <p:nvPr/>
          </p:nvSpPr>
          <p:spPr>
            <a:xfrm>
              <a:off x="1581000" y="3412830"/>
              <a:ext cx="2653818" cy="923487"/>
            </a:xfrm>
            <a:custGeom>
              <a:avLst/>
              <a:gdLst>
                <a:gd name="csX0" fmla="*/ 2598979 w 2653818"/>
                <a:gd name="csY0" fmla="*/ 923487 h 923487"/>
                <a:gd name="csX1" fmla="*/ 2653819 w 2653818"/>
                <a:gd name="csY1" fmla="*/ 751516 h 923487"/>
                <a:gd name="csX2" fmla="*/ 0 w 2653818"/>
                <a:gd name="csY2" fmla="*/ 0 h 923487"/>
                <a:gd name="csX3" fmla="*/ 2598979 w 2653818"/>
                <a:gd name="csY3" fmla="*/ 923487 h 923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7">
                  <a:moveTo>
                    <a:pt x="2598979" y="923487"/>
                  </a:moveTo>
                  <a:cubicBezTo>
                    <a:pt x="2619132" y="866571"/>
                    <a:pt x="2637453" y="809288"/>
                    <a:pt x="2653819" y="751516"/>
                  </a:cubicBezTo>
                  <a:lnTo>
                    <a:pt x="0" y="0"/>
                  </a:lnTo>
                  <a:lnTo>
                    <a:pt x="2598979" y="9234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55DFA9CC-ED6B-BEC0-AD7C-38A0BEAC57CD}"/>
                </a:ext>
              </a:extLst>
            </p:cNvPr>
            <p:cNvSpPr/>
            <p:nvPr/>
          </p:nvSpPr>
          <p:spPr>
            <a:xfrm>
              <a:off x="1581000" y="1249274"/>
              <a:ext cx="1847218" cy="2163433"/>
            </a:xfrm>
            <a:custGeom>
              <a:avLst/>
              <a:gdLst>
                <a:gd name="csX0" fmla="*/ 1847096 w 1847218"/>
                <a:gd name="csY0" fmla="*/ 116398 h 2163433"/>
                <a:gd name="csX1" fmla="*/ 1709202 w 1847218"/>
                <a:gd name="csY1" fmla="*/ 0 h 2163433"/>
                <a:gd name="csX2" fmla="*/ 0 w 1847218"/>
                <a:gd name="csY2" fmla="*/ 2163434 h 2163433"/>
                <a:gd name="csX3" fmla="*/ 1847218 w 1847218"/>
                <a:gd name="csY3" fmla="*/ 116398 h 2163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3">
                  <a:moveTo>
                    <a:pt x="1847096" y="116398"/>
                  </a:moveTo>
                  <a:cubicBezTo>
                    <a:pt x="1802149" y="75848"/>
                    <a:pt x="1755981" y="37130"/>
                    <a:pt x="1709202" y="0"/>
                  </a:cubicBezTo>
                  <a:lnTo>
                    <a:pt x="0" y="2163434"/>
                  </a:lnTo>
                  <a:lnTo>
                    <a:pt x="1847218" y="116398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78CE51B-7597-F764-5B01-1E0CC235BD42}"/>
                </a:ext>
              </a:extLst>
            </p:cNvPr>
            <p:cNvSpPr/>
            <p:nvPr/>
          </p:nvSpPr>
          <p:spPr>
            <a:xfrm>
              <a:off x="1581000" y="3412830"/>
              <a:ext cx="2729056" cy="576370"/>
            </a:xfrm>
            <a:custGeom>
              <a:avLst/>
              <a:gdLst>
                <a:gd name="csX0" fmla="*/ 2697301 w 2729056"/>
                <a:gd name="csY0" fmla="*/ 576370 h 576370"/>
                <a:gd name="csX1" fmla="*/ 2729056 w 2729056"/>
                <a:gd name="csY1" fmla="*/ 398659 h 576370"/>
                <a:gd name="csX2" fmla="*/ 0 w 2729056"/>
                <a:gd name="csY2" fmla="*/ 0 h 576370"/>
                <a:gd name="csX3" fmla="*/ 2697301 w 2729056"/>
                <a:gd name="csY3" fmla="*/ 57637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2697301" y="576370"/>
                  </a:moveTo>
                  <a:cubicBezTo>
                    <a:pt x="2709880" y="517378"/>
                    <a:pt x="2720384" y="458141"/>
                    <a:pt x="2729056" y="398659"/>
                  </a:cubicBezTo>
                  <a:lnTo>
                    <a:pt x="0" y="0"/>
                  </a:lnTo>
                  <a:lnTo>
                    <a:pt x="2697301" y="57637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DC289532-34F1-3562-147B-FA345C8A96B9}"/>
                </a:ext>
              </a:extLst>
            </p:cNvPr>
            <p:cNvSpPr/>
            <p:nvPr/>
          </p:nvSpPr>
          <p:spPr>
            <a:xfrm>
              <a:off x="1581000" y="3412708"/>
              <a:ext cx="2757514" cy="219360"/>
            </a:xfrm>
            <a:custGeom>
              <a:avLst/>
              <a:gdLst>
                <a:gd name="csX0" fmla="*/ 2749087 w 2757514"/>
                <a:gd name="csY0" fmla="*/ 219360 h 219360"/>
                <a:gd name="csX1" fmla="*/ 2757515 w 2757514"/>
                <a:gd name="csY1" fmla="*/ 39084 h 219360"/>
                <a:gd name="csX2" fmla="*/ 0 w 2757514"/>
                <a:gd name="csY2" fmla="*/ 0 h 219360"/>
                <a:gd name="csX3" fmla="*/ 2749087 w 2757514"/>
                <a:gd name="csY3" fmla="*/ 21936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2749087" y="219360"/>
                  </a:moveTo>
                  <a:cubicBezTo>
                    <a:pt x="2753850" y="159391"/>
                    <a:pt x="2756660" y="99177"/>
                    <a:pt x="2757515" y="39084"/>
                  </a:cubicBezTo>
                  <a:lnTo>
                    <a:pt x="0" y="0"/>
                  </a:lnTo>
                  <a:lnTo>
                    <a:pt x="2749087" y="21936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A694912E-7FC7-C976-DC95-31079E4EDF9B}"/>
                </a:ext>
              </a:extLst>
            </p:cNvPr>
            <p:cNvSpPr/>
            <p:nvPr/>
          </p:nvSpPr>
          <p:spPr>
            <a:xfrm>
              <a:off x="1581000" y="3412830"/>
              <a:ext cx="2749086" cy="398659"/>
            </a:xfrm>
            <a:custGeom>
              <a:avLst/>
              <a:gdLst>
                <a:gd name="csX0" fmla="*/ 2729056 w 2749086"/>
                <a:gd name="csY0" fmla="*/ 398659 h 398659"/>
                <a:gd name="csX1" fmla="*/ 2749087 w 2749086"/>
                <a:gd name="csY1" fmla="*/ 219360 h 398659"/>
                <a:gd name="csX2" fmla="*/ 0 w 2749086"/>
                <a:gd name="csY2" fmla="*/ 0 h 398659"/>
                <a:gd name="csX3" fmla="*/ 2729056 w 2749086"/>
                <a:gd name="csY3" fmla="*/ 398659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729056" y="398659"/>
                  </a:moveTo>
                  <a:cubicBezTo>
                    <a:pt x="2737728" y="339056"/>
                    <a:pt x="2744323" y="279208"/>
                    <a:pt x="2749087" y="219360"/>
                  </a:cubicBezTo>
                  <a:lnTo>
                    <a:pt x="0" y="0"/>
                  </a:lnTo>
                  <a:lnTo>
                    <a:pt x="2729056" y="39865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9EF18FA0-CEF1-0E12-C00D-506498735691}"/>
                </a:ext>
              </a:extLst>
            </p:cNvPr>
            <p:cNvSpPr/>
            <p:nvPr/>
          </p:nvSpPr>
          <p:spPr>
            <a:xfrm>
              <a:off x="1581000" y="3412830"/>
              <a:ext cx="2455955" cy="1412528"/>
            </a:xfrm>
            <a:custGeom>
              <a:avLst/>
              <a:gdLst>
                <a:gd name="csX0" fmla="*/ 2368504 w 2455955"/>
                <a:gd name="csY0" fmla="*/ 1412528 h 1412528"/>
                <a:gd name="csX1" fmla="*/ 2455955 w 2455955"/>
                <a:gd name="csY1" fmla="*/ 1254726 h 1412528"/>
                <a:gd name="csX2" fmla="*/ 0 w 2455955"/>
                <a:gd name="csY2" fmla="*/ 0 h 1412528"/>
                <a:gd name="csX3" fmla="*/ 2368504 w 2455955"/>
                <a:gd name="csY3" fmla="*/ 1412528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2368504" y="1412528"/>
                  </a:moveTo>
                  <a:cubicBezTo>
                    <a:pt x="2399528" y="1360620"/>
                    <a:pt x="2428718" y="1307978"/>
                    <a:pt x="2455955" y="1254726"/>
                  </a:cubicBezTo>
                  <a:lnTo>
                    <a:pt x="0" y="0"/>
                  </a:lnTo>
                  <a:lnTo>
                    <a:pt x="2368504" y="14125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4657C9FD-2FFA-3D24-D9D3-DE4EB88650A8}"/>
                </a:ext>
              </a:extLst>
            </p:cNvPr>
            <p:cNvSpPr/>
            <p:nvPr/>
          </p:nvSpPr>
          <p:spPr>
            <a:xfrm>
              <a:off x="1581000" y="3412830"/>
              <a:ext cx="2368503" cy="1564346"/>
            </a:xfrm>
            <a:custGeom>
              <a:avLst/>
              <a:gdLst>
                <a:gd name="csX0" fmla="*/ 2270916 w 2368503"/>
                <a:gd name="csY0" fmla="*/ 1564346 h 1564346"/>
                <a:gd name="csX1" fmla="*/ 2368504 w 2368503"/>
                <a:gd name="csY1" fmla="*/ 1412528 h 1564346"/>
                <a:gd name="csX2" fmla="*/ 0 w 2368503"/>
                <a:gd name="csY2" fmla="*/ 0 h 1564346"/>
                <a:gd name="csX3" fmla="*/ 2270916 w 2368503"/>
                <a:gd name="csY3" fmla="*/ 1564346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3" h="1564346">
                  <a:moveTo>
                    <a:pt x="2270916" y="1564346"/>
                  </a:moveTo>
                  <a:cubicBezTo>
                    <a:pt x="2305359" y="1514514"/>
                    <a:pt x="2337847" y="1463949"/>
                    <a:pt x="2368504" y="1412528"/>
                  </a:cubicBezTo>
                  <a:lnTo>
                    <a:pt x="0" y="0"/>
                  </a:lnTo>
                  <a:lnTo>
                    <a:pt x="2270916" y="15643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8E898CC3-E22D-289F-3C03-1CDB52F53F83}"/>
                </a:ext>
              </a:extLst>
            </p:cNvPr>
            <p:cNvSpPr/>
            <p:nvPr/>
          </p:nvSpPr>
          <p:spPr>
            <a:xfrm>
              <a:off x="1581000" y="3412830"/>
              <a:ext cx="2598978" cy="1091549"/>
            </a:xfrm>
            <a:custGeom>
              <a:avLst/>
              <a:gdLst>
                <a:gd name="csX0" fmla="*/ 2533147 w 2598978"/>
                <a:gd name="csY0" fmla="*/ 1091549 h 1091549"/>
                <a:gd name="csX1" fmla="*/ 2598979 w 2598978"/>
                <a:gd name="csY1" fmla="*/ 923487 h 1091549"/>
                <a:gd name="csX2" fmla="*/ 0 w 2598978"/>
                <a:gd name="csY2" fmla="*/ 0 h 1091549"/>
                <a:gd name="csX3" fmla="*/ 2533147 w 2598978"/>
                <a:gd name="csY3" fmla="*/ 1091549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2533147" y="1091549"/>
                  </a:moveTo>
                  <a:cubicBezTo>
                    <a:pt x="2557085" y="1036099"/>
                    <a:pt x="2578949" y="980037"/>
                    <a:pt x="2598979" y="923487"/>
                  </a:cubicBezTo>
                  <a:lnTo>
                    <a:pt x="0" y="0"/>
                  </a:lnTo>
                  <a:lnTo>
                    <a:pt x="2533147" y="109154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38E5E74B-ADA2-B0C4-FF18-5AC35376B26C}"/>
                </a:ext>
              </a:extLst>
            </p:cNvPr>
            <p:cNvSpPr/>
            <p:nvPr/>
          </p:nvSpPr>
          <p:spPr>
            <a:xfrm>
              <a:off x="1581000" y="3412708"/>
              <a:ext cx="2270915" cy="1709324"/>
            </a:xfrm>
            <a:custGeom>
              <a:avLst/>
              <a:gdLst>
                <a:gd name="csX0" fmla="*/ 2163434 w 2270915"/>
                <a:gd name="csY0" fmla="*/ 1709324 h 1709324"/>
                <a:gd name="csX1" fmla="*/ 2270916 w 2270915"/>
                <a:gd name="csY1" fmla="*/ 1564346 h 1709324"/>
                <a:gd name="csX2" fmla="*/ 0 w 2270915"/>
                <a:gd name="csY2" fmla="*/ 0 h 1709324"/>
                <a:gd name="csX3" fmla="*/ 2163434 w 2270915"/>
                <a:gd name="csY3" fmla="*/ 170920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2163434" y="1709324"/>
                  </a:moveTo>
                  <a:cubicBezTo>
                    <a:pt x="2201053" y="1661813"/>
                    <a:pt x="2236962" y="1613568"/>
                    <a:pt x="2270916" y="1564346"/>
                  </a:cubicBezTo>
                  <a:lnTo>
                    <a:pt x="0" y="0"/>
                  </a:lnTo>
                  <a:lnTo>
                    <a:pt x="2163434" y="170920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8B1140C3-3B15-AD03-0733-F620750B8FA9}"/>
                </a:ext>
              </a:extLst>
            </p:cNvPr>
            <p:cNvSpPr/>
            <p:nvPr/>
          </p:nvSpPr>
          <p:spPr>
            <a:xfrm>
              <a:off x="1580878" y="3412830"/>
              <a:ext cx="2533146" cy="1254725"/>
            </a:xfrm>
            <a:custGeom>
              <a:avLst/>
              <a:gdLst>
                <a:gd name="csX0" fmla="*/ 2456078 w 2533146"/>
                <a:gd name="csY0" fmla="*/ 1254726 h 1254725"/>
                <a:gd name="csX1" fmla="*/ 2533147 w 2533146"/>
                <a:gd name="csY1" fmla="*/ 1091549 h 1254725"/>
                <a:gd name="csX2" fmla="*/ 0 w 2533146"/>
                <a:gd name="csY2" fmla="*/ 0 h 1254725"/>
                <a:gd name="csX3" fmla="*/ 2455955 w 2533146"/>
                <a:gd name="csY3" fmla="*/ 1254726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2456078" y="1254726"/>
                  </a:moveTo>
                  <a:cubicBezTo>
                    <a:pt x="2483559" y="1200985"/>
                    <a:pt x="2509452" y="1146511"/>
                    <a:pt x="2533147" y="1091549"/>
                  </a:cubicBezTo>
                  <a:lnTo>
                    <a:pt x="0" y="0"/>
                  </a:lnTo>
                  <a:lnTo>
                    <a:pt x="2455955" y="12547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64D2E9A2-2CFC-1CCE-624A-C79D30B0B74D}"/>
                </a:ext>
              </a:extLst>
            </p:cNvPr>
            <p:cNvSpPr/>
            <p:nvPr/>
          </p:nvSpPr>
          <p:spPr>
            <a:xfrm>
              <a:off x="1581000" y="3271394"/>
              <a:ext cx="2757810" cy="180520"/>
            </a:xfrm>
            <a:custGeom>
              <a:avLst/>
              <a:gdLst>
                <a:gd name="csX0" fmla="*/ 2757515 w 2757810"/>
                <a:gd name="csY0" fmla="*/ 180398 h 180520"/>
                <a:gd name="csX1" fmla="*/ 2754339 w 2757810"/>
                <a:gd name="csY1" fmla="*/ 0 h 180520"/>
                <a:gd name="csX2" fmla="*/ 0 w 2757810"/>
                <a:gd name="csY2" fmla="*/ 141436 h 180520"/>
                <a:gd name="csX3" fmla="*/ 2757515 w 2757810"/>
                <a:gd name="csY3" fmla="*/ 18052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757515" y="180398"/>
                  </a:moveTo>
                  <a:cubicBezTo>
                    <a:pt x="2758370" y="120184"/>
                    <a:pt x="2757392" y="60092"/>
                    <a:pt x="2754339" y="0"/>
                  </a:cubicBezTo>
                  <a:lnTo>
                    <a:pt x="0" y="141436"/>
                  </a:lnTo>
                  <a:lnTo>
                    <a:pt x="2757515" y="18052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7D5EA78A-3B09-233E-7D0E-B97AEC6EF12D}"/>
                </a:ext>
              </a:extLst>
            </p:cNvPr>
            <p:cNvSpPr/>
            <p:nvPr/>
          </p:nvSpPr>
          <p:spPr>
            <a:xfrm>
              <a:off x="1581000" y="3412830"/>
              <a:ext cx="2697300" cy="751516"/>
            </a:xfrm>
            <a:custGeom>
              <a:avLst/>
              <a:gdLst>
                <a:gd name="csX0" fmla="*/ 2653819 w 2697300"/>
                <a:gd name="csY0" fmla="*/ 751516 h 751516"/>
                <a:gd name="csX1" fmla="*/ 2697301 w 2697300"/>
                <a:gd name="csY1" fmla="*/ 576370 h 751516"/>
                <a:gd name="csX2" fmla="*/ 0 w 2697300"/>
                <a:gd name="csY2" fmla="*/ 0 h 751516"/>
                <a:gd name="csX3" fmla="*/ 2653819 w 2697300"/>
                <a:gd name="csY3" fmla="*/ 751516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2653819" y="751516"/>
                  </a:moveTo>
                  <a:cubicBezTo>
                    <a:pt x="2670185" y="693501"/>
                    <a:pt x="2684842" y="635119"/>
                    <a:pt x="2697301" y="576370"/>
                  </a:cubicBezTo>
                  <a:lnTo>
                    <a:pt x="0" y="0"/>
                  </a:lnTo>
                  <a:lnTo>
                    <a:pt x="2653819" y="7515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0BBF2E44-6C8B-B1A9-C8A9-4E695FB2D5B1}"/>
                </a:ext>
              </a:extLst>
            </p:cNvPr>
            <p:cNvSpPr/>
            <p:nvPr/>
          </p:nvSpPr>
          <p:spPr>
            <a:xfrm>
              <a:off x="1581000" y="1765186"/>
              <a:ext cx="2314641" cy="1647644"/>
            </a:xfrm>
            <a:custGeom>
              <a:avLst/>
              <a:gdLst>
                <a:gd name="csX0" fmla="*/ 2314641 w 2314641"/>
                <a:gd name="csY0" fmla="*/ 148031 h 1647644"/>
                <a:gd name="csX1" fmla="*/ 2211434 w 2314641"/>
                <a:gd name="csY1" fmla="*/ 0 h 1647644"/>
                <a:gd name="csX2" fmla="*/ 0 w 2314641"/>
                <a:gd name="csY2" fmla="*/ 1647644 h 1647644"/>
                <a:gd name="csX3" fmla="*/ 2314641 w 2314641"/>
                <a:gd name="csY3" fmla="*/ 148031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2314641" y="148031"/>
                  </a:moveTo>
                  <a:cubicBezTo>
                    <a:pt x="2282031" y="97833"/>
                    <a:pt x="2247588" y="48367"/>
                    <a:pt x="2211434" y="0"/>
                  </a:cubicBezTo>
                  <a:lnTo>
                    <a:pt x="0" y="1647644"/>
                  </a:lnTo>
                  <a:lnTo>
                    <a:pt x="2314641" y="148031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A78BB46-5315-F16D-6172-48B6C1F1E6B0}"/>
                </a:ext>
              </a:extLst>
            </p:cNvPr>
            <p:cNvSpPr/>
            <p:nvPr/>
          </p:nvSpPr>
          <p:spPr>
            <a:xfrm>
              <a:off x="1581122" y="1624238"/>
              <a:ext cx="2211434" cy="1788591"/>
            </a:xfrm>
            <a:custGeom>
              <a:avLst/>
              <a:gdLst>
                <a:gd name="csX0" fmla="*/ 2211312 w 2211434"/>
                <a:gd name="csY0" fmla="*/ 140948 h 1788591"/>
                <a:gd name="csX1" fmla="*/ 2098701 w 2211434"/>
                <a:gd name="csY1" fmla="*/ 0 h 1788591"/>
                <a:gd name="csX2" fmla="*/ 0 w 2211434"/>
                <a:gd name="csY2" fmla="*/ 1788592 h 1788591"/>
                <a:gd name="csX3" fmla="*/ 2211434 w 2211434"/>
                <a:gd name="csY3" fmla="*/ 140948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2211312" y="140948"/>
                  </a:moveTo>
                  <a:cubicBezTo>
                    <a:pt x="2175526" y="92947"/>
                    <a:pt x="2138029" y="45924"/>
                    <a:pt x="2098701" y="0"/>
                  </a:cubicBezTo>
                  <a:lnTo>
                    <a:pt x="0" y="1788592"/>
                  </a:lnTo>
                  <a:lnTo>
                    <a:pt x="2211434" y="140948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863B0FDD-B733-FBC1-3D69-08BB74A1AD3B}"/>
                </a:ext>
              </a:extLst>
            </p:cNvPr>
            <p:cNvSpPr/>
            <p:nvPr/>
          </p:nvSpPr>
          <p:spPr>
            <a:xfrm>
              <a:off x="1581000" y="3091606"/>
              <a:ext cx="2754338" cy="321223"/>
            </a:xfrm>
            <a:custGeom>
              <a:avLst/>
              <a:gdLst>
                <a:gd name="csX0" fmla="*/ 2754339 w 2754338"/>
                <a:gd name="csY0" fmla="*/ 179787 h 321223"/>
                <a:gd name="csX1" fmla="*/ 2739072 w 2754338"/>
                <a:gd name="csY1" fmla="*/ 0 h 321223"/>
                <a:gd name="csX2" fmla="*/ 0 w 2754338"/>
                <a:gd name="csY2" fmla="*/ 321223 h 321223"/>
                <a:gd name="csX3" fmla="*/ 2754339 w 2754338"/>
                <a:gd name="csY3" fmla="*/ 179787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2754339" y="179787"/>
                  </a:moveTo>
                  <a:cubicBezTo>
                    <a:pt x="2751285" y="119695"/>
                    <a:pt x="2746034" y="59725"/>
                    <a:pt x="2739072" y="0"/>
                  </a:cubicBezTo>
                  <a:lnTo>
                    <a:pt x="0" y="321223"/>
                  </a:lnTo>
                  <a:lnTo>
                    <a:pt x="2754339" y="1797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A368FAA-A88C-4224-E9F1-B7E156BC606E}"/>
                </a:ext>
              </a:extLst>
            </p:cNvPr>
            <p:cNvSpPr/>
            <p:nvPr/>
          </p:nvSpPr>
          <p:spPr>
            <a:xfrm>
              <a:off x="1581000" y="1365671"/>
              <a:ext cx="1977051" cy="2047036"/>
            </a:xfrm>
            <a:custGeom>
              <a:avLst/>
              <a:gdLst>
                <a:gd name="csX0" fmla="*/ 1977051 w 1977051"/>
                <a:gd name="csY0" fmla="*/ 125314 h 2047036"/>
                <a:gd name="csX1" fmla="*/ 1847218 w 1977051"/>
                <a:gd name="csY1" fmla="*/ 0 h 2047036"/>
                <a:gd name="csX2" fmla="*/ 0 w 1977051"/>
                <a:gd name="csY2" fmla="*/ 2047036 h 2047036"/>
                <a:gd name="csX3" fmla="*/ 1977051 w 1977051"/>
                <a:gd name="csY3" fmla="*/ 125192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1977051" y="125314"/>
                  </a:moveTo>
                  <a:cubicBezTo>
                    <a:pt x="1935402" y="82565"/>
                    <a:pt x="1892165" y="40672"/>
                    <a:pt x="1847218" y="0"/>
                  </a:cubicBezTo>
                  <a:lnTo>
                    <a:pt x="0" y="2047036"/>
                  </a:lnTo>
                  <a:lnTo>
                    <a:pt x="1977051" y="12519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A09C2EA-CEA2-FF3D-FAC6-0BB6369EB454}"/>
                </a:ext>
              </a:extLst>
            </p:cNvPr>
            <p:cNvSpPr/>
            <p:nvPr/>
          </p:nvSpPr>
          <p:spPr>
            <a:xfrm>
              <a:off x="1580878" y="1490985"/>
              <a:ext cx="2098822" cy="1921844"/>
            </a:xfrm>
            <a:custGeom>
              <a:avLst/>
              <a:gdLst>
                <a:gd name="csX0" fmla="*/ 2098823 w 2098822"/>
                <a:gd name="csY0" fmla="*/ 133131 h 1921844"/>
                <a:gd name="csX1" fmla="*/ 1977051 w 2098822"/>
                <a:gd name="csY1" fmla="*/ 0 h 1921844"/>
                <a:gd name="csX2" fmla="*/ 0 w 2098822"/>
                <a:gd name="csY2" fmla="*/ 1921845 h 1921844"/>
                <a:gd name="csX3" fmla="*/ 2098701 w 2098822"/>
                <a:gd name="csY3" fmla="*/ 133253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2098823" y="133131"/>
                  </a:moveTo>
                  <a:cubicBezTo>
                    <a:pt x="2059983" y="87695"/>
                    <a:pt x="2019311" y="43359"/>
                    <a:pt x="1977051" y="0"/>
                  </a:cubicBezTo>
                  <a:lnTo>
                    <a:pt x="0" y="1921845"/>
                  </a:lnTo>
                  <a:lnTo>
                    <a:pt x="2098701" y="133253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64EB0DDA-544C-A503-D91F-8178665B36F0}"/>
                </a:ext>
              </a:extLst>
            </p:cNvPr>
            <p:cNvSpPr/>
            <p:nvPr/>
          </p:nvSpPr>
          <p:spPr>
            <a:xfrm>
              <a:off x="1581000" y="2736795"/>
              <a:ext cx="2712200" cy="676034"/>
            </a:xfrm>
            <a:custGeom>
              <a:avLst/>
              <a:gdLst>
                <a:gd name="csX0" fmla="*/ 2712201 w 2712200"/>
                <a:gd name="csY0" fmla="*/ 176367 h 676034"/>
                <a:gd name="csX1" fmla="*/ 2673849 w 2712200"/>
                <a:gd name="csY1" fmla="*/ 0 h 676034"/>
                <a:gd name="csX2" fmla="*/ 0 w 2712200"/>
                <a:gd name="csY2" fmla="*/ 676035 h 676034"/>
                <a:gd name="csX3" fmla="*/ 2712201 w 2712200"/>
                <a:gd name="csY3" fmla="*/ 176367 h 676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4">
                  <a:moveTo>
                    <a:pt x="2712201" y="176367"/>
                  </a:moveTo>
                  <a:cubicBezTo>
                    <a:pt x="2701331" y="117253"/>
                    <a:pt x="2688628" y="58382"/>
                    <a:pt x="2673849" y="0"/>
                  </a:cubicBezTo>
                  <a:lnTo>
                    <a:pt x="0" y="676035"/>
                  </a:lnTo>
                  <a:lnTo>
                    <a:pt x="2712201" y="1763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838E5C92-C6E1-3ED4-FA6F-37A1A5BF1B71}"/>
                </a:ext>
              </a:extLst>
            </p:cNvPr>
            <p:cNvSpPr/>
            <p:nvPr/>
          </p:nvSpPr>
          <p:spPr>
            <a:xfrm>
              <a:off x="1581000" y="2913162"/>
              <a:ext cx="2739071" cy="499667"/>
            </a:xfrm>
            <a:custGeom>
              <a:avLst/>
              <a:gdLst>
                <a:gd name="csX0" fmla="*/ 2739072 w 2739071"/>
                <a:gd name="csY0" fmla="*/ 178444 h 499667"/>
                <a:gd name="csX1" fmla="*/ 2712201 w 2739071"/>
                <a:gd name="csY1" fmla="*/ 0 h 499667"/>
                <a:gd name="csX2" fmla="*/ 0 w 2739071"/>
                <a:gd name="csY2" fmla="*/ 499667 h 499667"/>
                <a:gd name="csX3" fmla="*/ 2739072 w 2739071"/>
                <a:gd name="csY3" fmla="*/ 17844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2739072" y="178444"/>
                  </a:moveTo>
                  <a:cubicBezTo>
                    <a:pt x="2732110" y="118718"/>
                    <a:pt x="2723072" y="59237"/>
                    <a:pt x="2712201" y="0"/>
                  </a:cubicBezTo>
                  <a:lnTo>
                    <a:pt x="0" y="499667"/>
                  </a:lnTo>
                  <a:lnTo>
                    <a:pt x="2739072" y="1784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2B54BD0-C5E1-72A0-6B03-20343A6E6511}"/>
                </a:ext>
              </a:extLst>
            </p:cNvPr>
            <p:cNvSpPr/>
            <p:nvPr/>
          </p:nvSpPr>
          <p:spPr>
            <a:xfrm>
              <a:off x="1581000" y="2563359"/>
              <a:ext cx="2673849" cy="849471"/>
            </a:xfrm>
            <a:custGeom>
              <a:avLst/>
              <a:gdLst>
                <a:gd name="csX0" fmla="*/ 2673849 w 2673849"/>
                <a:gd name="csY0" fmla="*/ 173436 h 849471"/>
                <a:gd name="csX1" fmla="*/ 2624018 w 2673849"/>
                <a:gd name="csY1" fmla="*/ 0 h 849471"/>
                <a:gd name="csX2" fmla="*/ 0 w 2673849"/>
                <a:gd name="csY2" fmla="*/ 849471 h 849471"/>
                <a:gd name="csX3" fmla="*/ 2673849 w 2673849"/>
                <a:gd name="csY3" fmla="*/ 173436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2673849" y="173436"/>
                  </a:moveTo>
                  <a:cubicBezTo>
                    <a:pt x="2659193" y="115176"/>
                    <a:pt x="2642582" y="57283"/>
                    <a:pt x="2624018" y="0"/>
                  </a:cubicBezTo>
                  <a:lnTo>
                    <a:pt x="0" y="849471"/>
                  </a:lnTo>
                  <a:lnTo>
                    <a:pt x="2673849" y="173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D3625BAA-C5E8-DD4C-A2ED-1C1DC4E995B2}"/>
                </a:ext>
              </a:extLst>
            </p:cNvPr>
            <p:cNvGrpSpPr/>
            <p:nvPr/>
          </p:nvGrpSpPr>
          <p:grpSpPr>
            <a:xfrm>
              <a:off x="1580878" y="1913217"/>
              <a:ext cx="2562948" cy="1499735"/>
              <a:chOff x="1580878" y="1913217"/>
              <a:chExt cx="2562948" cy="1499735"/>
            </a:xfrm>
            <a:solidFill>
              <a:srgbClr val="FFE07F"/>
            </a:solidFill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004D9B63-B6B1-20C2-C0CC-D493EB1DB4D0}"/>
                  </a:ext>
                </a:extLst>
              </p:cNvPr>
              <p:cNvSpPr/>
              <p:nvPr/>
            </p:nvSpPr>
            <p:spPr>
              <a:xfrm>
                <a:off x="1580878" y="1913217"/>
                <a:ext cx="2408077" cy="1499612"/>
              </a:xfrm>
              <a:custGeom>
                <a:avLst/>
                <a:gdLst>
                  <a:gd name="csX0" fmla="*/ 2408077 w 2408077"/>
                  <a:gd name="csY0" fmla="*/ 154383 h 1499612"/>
                  <a:gd name="csX1" fmla="*/ 2314641 w 2408077"/>
                  <a:gd name="csY1" fmla="*/ 0 h 1499612"/>
                  <a:gd name="csX2" fmla="*/ 0 w 2408077"/>
                  <a:gd name="csY2" fmla="*/ 1499613 h 1499612"/>
                  <a:gd name="csX3" fmla="*/ 2407955 w 2408077"/>
                  <a:gd name="csY3" fmla="*/ 154383 h 14996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08077" h="1499612">
                    <a:moveTo>
                      <a:pt x="2408077" y="154383"/>
                    </a:moveTo>
                    <a:cubicBezTo>
                      <a:pt x="2378764" y="102108"/>
                      <a:pt x="2347619" y="50565"/>
                      <a:pt x="2314641" y="0"/>
                    </a:cubicBezTo>
                    <a:lnTo>
                      <a:pt x="0" y="1499613"/>
                    </a:lnTo>
                    <a:lnTo>
                      <a:pt x="2407955" y="154383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D6A260CE-DEDC-29E1-4AAA-46E954BB3A5C}"/>
                  </a:ext>
                </a:extLst>
              </p:cNvPr>
              <p:cNvSpPr/>
              <p:nvPr/>
            </p:nvSpPr>
            <p:spPr>
              <a:xfrm>
                <a:off x="1581122" y="2067722"/>
                <a:ext cx="2490764" cy="1345230"/>
              </a:xfrm>
              <a:custGeom>
                <a:avLst/>
                <a:gdLst>
                  <a:gd name="csX0" fmla="*/ 2490642 w 2490764"/>
                  <a:gd name="csY0" fmla="*/ 160367 h 1345230"/>
                  <a:gd name="csX1" fmla="*/ 2407954 w 2490764"/>
                  <a:gd name="csY1" fmla="*/ 0 h 1345230"/>
                  <a:gd name="csX2" fmla="*/ 0 w 2490764"/>
                  <a:gd name="csY2" fmla="*/ 1345230 h 1345230"/>
                  <a:gd name="csX3" fmla="*/ 2490764 w 2490764"/>
                  <a:gd name="csY3" fmla="*/ 160490 h 1345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90764" h="1345230">
                    <a:moveTo>
                      <a:pt x="2490642" y="160367"/>
                    </a:moveTo>
                    <a:cubicBezTo>
                      <a:pt x="2464871" y="106138"/>
                      <a:pt x="2437390" y="52642"/>
                      <a:pt x="2407954" y="0"/>
                    </a:cubicBezTo>
                    <a:lnTo>
                      <a:pt x="0" y="1345230"/>
                    </a:lnTo>
                    <a:lnTo>
                      <a:pt x="2490764" y="160490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8E1C32C6-FD36-B4E8-0BE6-AE76323AAEF1}"/>
                  </a:ext>
                </a:extLst>
              </p:cNvPr>
              <p:cNvSpPr/>
              <p:nvPr/>
            </p:nvSpPr>
            <p:spPr>
              <a:xfrm>
                <a:off x="1581000" y="2227967"/>
                <a:ext cx="2562826" cy="1184740"/>
              </a:xfrm>
              <a:custGeom>
                <a:avLst/>
                <a:gdLst>
                  <a:gd name="csX0" fmla="*/ 2562826 w 2562826"/>
                  <a:gd name="csY0" fmla="*/ 165497 h 1184740"/>
                  <a:gd name="csX1" fmla="*/ 2490764 w 2562826"/>
                  <a:gd name="csY1" fmla="*/ 0 h 1184740"/>
                  <a:gd name="csX2" fmla="*/ 0 w 2562826"/>
                  <a:gd name="csY2" fmla="*/ 1184740 h 1184740"/>
                  <a:gd name="csX3" fmla="*/ 2562826 w 2562826"/>
                  <a:gd name="csY3" fmla="*/ 165375 h 1184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562826" h="1184740">
                    <a:moveTo>
                      <a:pt x="2562826" y="165497"/>
                    </a:moveTo>
                    <a:cubicBezTo>
                      <a:pt x="2540719" y="109680"/>
                      <a:pt x="2516658" y="54474"/>
                      <a:pt x="2490764" y="0"/>
                    </a:cubicBezTo>
                    <a:lnTo>
                      <a:pt x="0" y="1184740"/>
                    </a:lnTo>
                    <a:lnTo>
                      <a:pt x="2562826" y="165375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B00662BB-BC0F-A6FF-FA09-BA342CF7427F}"/>
                </a:ext>
              </a:extLst>
            </p:cNvPr>
            <p:cNvSpPr/>
            <p:nvPr/>
          </p:nvSpPr>
          <p:spPr>
            <a:xfrm>
              <a:off x="1581000" y="2393464"/>
              <a:ext cx="2624017" cy="1019365"/>
            </a:xfrm>
            <a:custGeom>
              <a:avLst/>
              <a:gdLst>
                <a:gd name="csX0" fmla="*/ 2624018 w 2624017"/>
                <a:gd name="csY0" fmla="*/ 169772 h 1019365"/>
                <a:gd name="csX1" fmla="*/ 2562826 w 2624017"/>
                <a:gd name="csY1" fmla="*/ 0 h 1019365"/>
                <a:gd name="csX2" fmla="*/ 0 w 2624017"/>
                <a:gd name="csY2" fmla="*/ 1019365 h 1019365"/>
                <a:gd name="csX3" fmla="*/ 2624018 w 2624017"/>
                <a:gd name="csY3" fmla="*/ 169894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2624018" y="169772"/>
                  </a:moveTo>
                  <a:cubicBezTo>
                    <a:pt x="2605575" y="112611"/>
                    <a:pt x="2585055" y="56061"/>
                    <a:pt x="2562826" y="0"/>
                  </a:cubicBezTo>
                  <a:lnTo>
                    <a:pt x="0" y="1019365"/>
                  </a:lnTo>
                  <a:lnTo>
                    <a:pt x="2624018" y="16989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E3116DD5-AED4-DD69-4B41-99B911BD004B}"/>
                </a:ext>
              </a:extLst>
            </p:cNvPr>
            <p:cNvSpPr/>
            <p:nvPr/>
          </p:nvSpPr>
          <p:spPr>
            <a:xfrm>
              <a:off x="829484" y="3412830"/>
              <a:ext cx="751516" cy="2697299"/>
            </a:xfrm>
            <a:custGeom>
              <a:avLst/>
              <a:gdLst>
                <a:gd name="csX0" fmla="*/ 0 w 751516"/>
                <a:gd name="csY0" fmla="*/ 2653819 h 2697299"/>
                <a:gd name="csX1" fmla="*/ 175146 w 751516"/>
                <a:gd name="csY1" fmla="*/ 2697300 h 2697299"/>
                <a:gd name="csX2" fmla="*/ 751516 w 751516"/>
                <a:gd name="csY2" fmla="*/ 0 h 2697299"/>
                <a:gd name="csX3" fmla="*/ 0 w 751516"/>
                <a:gd name="csY3" fmla="*/ 2653819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0" y="2653819"/>
                  </a:moveTo>
                  <a:cubicBezTo>
                    <a:pt x="58016" y="2670185"/>
                    <a:pt x="116398" y="2684842"/>
                    <a:pt x="175146" y="2697300"/>
                  </a:cubicBezTo>
                  <a:lnTo>
                    <a:pt x="751516" y="0"/>
                  </a:lnTo>
                  <a:lnTo>
                    <a:pt x="0" y="265381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9DC66B85-A7C5-E3B5-1A08-E08D30EDB46A}"/>
                </a:ext>
              </a:extLst>
            </p:cNvPr>
            <p:cNvSpPr/>
            <p:nvPr/>
          </p:nvSpPr>
          <p:spPr>
            <a:xfrm>
              <a:off x="1182341" y="3412830"/>
              <a:ext cx="398659" cy="2749086"/>
            </a:xfrm>
            <a:custGeom>
              <a:avLst/>
              <a:gdLst>
                <a:gd name="csX0" fmla="*/ 0 w 398659"/>
                <a:gd name="csY0" fmla="*/ 2729056 h 2749086"/>
                <a:gd name="csX1" fmla="*/ 179299 w 398659"/>
                <a:gd name="csY1" fmla="*/ 2749087 h 2749086"/>
                <a:gd name="csX2" fmla="*/ 398659 w 398659"/>
                <a:gd name="csY2" fmla="*/ 0 h 2749086"/>
                <a:gd name="csX3" fmla="*/ 0 w 398659"/>
                <a:gd name="csY3" fmla="*/ 2729056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9" h="2749086">
                  <a:moveTo>
                    <a:pt x="0" y="2729056"/>
                  </a:moveTo>
                  <a:cubicBezTo>
                    <a:pt x="59604" y="2737728"/>
                    <a:pt x="119451" y="2744323"/>
                    <a:pt x="179299" y="2749087"/>
                  </a:cubicBezTo>
                  <a:lnTo>
                    <a:pt x="398659" y="0"/>
                  </a:lnTo>
                  <a:lnTo>
                    <a:pt x="0" y="27290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0F4EEEA2-4CBB-53BA-F706-2EB24577143F}"/>
                </a:ext>
              </a:extLst>
            </p:cNvPr>
            <p:cNvSpPr/>
            <p:nvPr/>
          </p:nvSpPr>
          <p:spPr>
            <a:xfrm>
              <a:off x="1004630" y="3412830"/>
              <a:ext cx="576370" cy="2729055"/>
            </a:xfrm>
            <a:custGeom>
              <a:avLst/>
              <a:gdLst>
                <a:gd name="csX0" fmla="*/ 0 w 576370"/>
                <a:gd name="csY0" fmla="*/ 2697300 h 2729055"/>
                <a:gd name="csX1" fmla="*/ 177711 w 576370"/>
                <a:gd name="csY1" fmla="*/ 2729056 h 2729055"/>
                <a:gd name="csX2" fmla="*/ 576370 w 576370"/>
                <a:gd name="csY2" fmla="*/ 0 h 2729055"/>
                <a:gd name="csX3" fmla="*/ 0 w 576370"/>
                <a:gd name="csY3" fmla="*/ 2697300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0" y="2697300"/>
                  </a:moveTo>
                  <a:cubicBezTo>
                    <a:pt x="58993" y="2709880"/>
                    <a:pt x="118230" y="2720384"/>
                    <a:pt x="177711" y="2729056"/>
                  </a:cubicBezTo>
                  <a:lnTo>
                    <a:pt x="576370" y="0"/>
                  </a:lnTo>
                  <a:lnTo>
                    <a:pt x="0" y="269730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93B8D1AA-E250-6F64-940D-48EAE24F6059}"/>
                </a:ext>
              </a:extLst>
            </p:cNvPr>
            <p:cNvSpPr/>
            <p:nvPr/>
          </p:nvSpPr>
          <p:spPr>
            <a:xfrm>
              <a:off x="1361640" y="3412830"/>
              <a:ext cx="219360" cy="2757514"/>
            </a:xfrm>
            <a:custGeom>
              <a:avLst/>
              <a:gdLst>
                <a:gd name="csX0" fmla="*/ 0 w 219360"/>
                <a:gd name="csY0" fmla="*/ 2749087 h 2757514"/>
                <a:gd name="csX1" fmla="*/ 180276 w 219360"/>
                <a:gd name="csY1" fmla="*/ 2757514 h 2757514"/>
                <a:gd name="csX2" fmla="*/ 219360 w 219360"/>
                <a:gd name="csY2" fmla="*/ 0 h 2757514"/>
                <a:gd name="csX3" fmla="*/ 0 w 219360"/>
                <a:gd name="csY3" fmla="*/ 2749087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0" y="2749087"/>
                  </a:moveTo>
                  <a:cubicBezTo>
                    <a:pt x="59970" y="2753850"/>
                    <a:pt x="120184" y="2756659"/>
                    <a:pt x="180276" y="2757514"/>
                  </a:cubicBezTo>
                  <a:lnTo>
                    <a:pt x="219360" y="0"/>
                  </a:lnTo>
                  <a:lnTo>
                    <a:pt x="0" y="27490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C93FE468-CF19-01AF-6151-81A93601BE16}"/>
                </a:ext>
              </a:extLst>
            </p:cNvPr>
            <p:cNvSpPr/>
            <p:nvPr/>
          </p:nvSpPr>
          <p:spPr>
            <a:xfrm>
              <a:off x="1581000" y="3412830"/>
              <a:ext cx="499667" cy="2739071"/>
            </a:xfrm>
            <a:custGeom>
              <a:avLst/>
              <a:gdLst>
                <a:gd name="csX0" fmla="*/ 321223 w 499667"/>
                <a:gd name="csY0" fmla="*/ 2739072 h 2739071"/>
                <a:gd name="csX1" fmla="*/ 499667 w 499667"/>
                <a:gd name="csY1" fmla="*/ 2712201 h 2739071"/>
                <a:gd name="csX2" fmla="*/ 0 w 499667"/>
                <a:gd name="csY2" fmla="*/ 0 h 2739071"/>
                <a:gd name="csX3" fmla="*/ 321223 w 499667"/>
                <a:gd name="csY3" fmla="*/ 2739072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321223" y="2739072"/>
                  </a:moveTo>
                  <a:cubicBezTo>
                    <a:pt x="380949" y="2732110"/>
                    <a:pt x="440430" y="2723071"/>
                    <a:pt x="499667" y="2712201"/>
                  </a:cubicBezTo>
                  <a:lnTo>
                    <a:pt x="0" y="0"/>
                  </a:lnTo>
                  <a:lnTo>
                    <a:pt x="321223" y="273907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BA4E3EC0-7B63-0DB8-13B8-B337F64646F0}"/>
                </a:ext>
              </a:extLst>
            </p:cNvPr>
            <p:cNvSpPr/>
            <p:nvPr/>
          </p:nvSpPr>
          <p:spPr>
            <a:xfrm>
              <a:off x="1581000" y="3412830"/>
              <a:ext cx="321223" cy="2754338"/>
            </a:xfrm>
            <a:custGeom>
              <a:avLst/>
              <a:gdLst>
                <a:gd name="csX0" fmla="*/ 141436 w 321223"/>
                <a:gd name="csY0" fmla="*/ 2754339 h 2754338"/>
                <a:gd name="csX1" fmla="*/ 321223 w 321223"/>
                <a:gd name="csY1" fmla="*/ 2739072 h 2754338"/>
                <a:gd name="csX2" fmla="*/ 0 w 321223"/>
                <a:gd name="csY2" fmla="*/ 0 h 2754338"/>
                <a:gd name="csX3" fmla="*/ 141436 w 321223"/>
                <a:gd name="csY3" fmla="*/ 2754339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41436" y="2754339"/>
                  </a:moveTo>
                  <a:cubicBezTo>
                    <a:pt x="201528" y="2751285"/>
                    <a:pt x="261498" y="2746034"/>
                    <a:pt x="321223" y="2739072"/>
                  </a:cubicBezTo>
                  <a:lnTo>
                    <a:pt x="0" y="0"/>
                  </a:lnTo>
                  <a:lnTo>
                    <a:pt x="141436" y="275433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2551C1FA-9418-8B15-4419-A1910850FBE3}"/>
                </a:ext>
              </a:extLst>
            </p:cNvPr>
            <p:cNvSpPr/>
            <p:nvPr/>
          </p:nvSpPr>
          <p:spPr>
            <a:xfrm>
              <a:off x="1541794" y="3412830"/>
              <a:ext cx="180520" cy="2757810"/>
            </a:xfrm>
            <a:custGeom>
              <a:avLst/>
              <a:gdLst>
                <a:gd name="csX0" fmla="*/ 122 w 180520"/>
                <a:gd name="csY0" fmla="*/ 2757514 h 2757810"/>
                <a:gd name="csX1" fmla="*/ 180520 w 180520"/>
                <a:gd name="csY1" fmla="*/ 2754339 h 2757810"/>
                <a:gd name="csX2" fmla="*/ 39084 w 180520"/>
                <a:gd name="csY2" fmla="*/ 0 h 2757810"/>
                <a:gd name="csX3" fmla="*/ 0 w 180520"/>
                <a:gd name="csY3" fmla="*/ 2757514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22" y="2757514"/>
                  </a:moveTo>
                  <a:cubicBezTo>
                    <a:pt x="60336" y="2758369"/>
                    <a:pt x="120428" y="2757392"/>
                    <a:pt x="180520" y="2754339"/>
                  </a:cubicBezTo>
                  <a:lnTo>
                    <a:pt x="39084" y="0"/>
                  </a:lnTo>
                  <a:lnTo>
                    <a:pt x="0" y="275751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D83B9FCF-F0BE-8E27-C668-DA2979494A08}"/>
                </a:ext>
              </a:extLst>
            </p:cNvPr>
            <p:cNvSpPr/>
            <p:nvPr/>
          </p:nvSpPr>
          <p:spPr>
            <a:xfrm>
              <a:off x="16654" y="3412830"/>
              <a:ext cx="1564346" cy="2368504"/>
            </a:xfrm>
            <a:custGeom>
              <a:avLst/>
              <a:gdLst>
                <a:gd name="csX0" fmla="*/ 0 w 1564346"/>
                <a:gd name="csY0" fmla="*/ 2270916 h 2368504"/>
                <a:gd name="csX1" fmla="*/ 151818 w 1564346"/>
                <a:gd name="csY1" fmla="*/ 2368504 h 2368504"/>
                <a:gd name="csX2" fmla="*/ 1564346 w 1564346"/>
                <a:gd name="csY2" fmla="*/ 0 h 2368504"/>
                <a:gd name="csX3" fmla="*/ 0 w 1564346"/>
                <a:gd name="csY3" fmla="*/ 2270916 h 2368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6" h="2368504">
                  <a:moveTo>
                    <a:pt x="0" y="2270916"/>
                  </a:moveTo>
                  <a:cubicBezTo>
                    <a:pt x="49832" y="2305359"/>
                    <a:pt x="100398" y="2337847"/>
                    <a:pt x="151818" y="2368504"/>
                  </a:cubicBezTo>
                  <a:lnTo>
                    <a:pt x="1564346" y="0"/>
                  </a:lnTo>
                  <a:lnTo>
                    <a:pt x="0" y="22709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F3AB40F0-BA7A-15F1-C71B-BC79F815F04C}"/>
                </a:ext>
              </a:extLst>
            </p:cNvPr>
            <p:cNvSpPr/>
            <p:nvPr/>
          </p:nvSpPr>
          <p:spPr>
            <a:xfrm>
              <a:off x="168472" y="3412830"/>
              <a:ext cx="1412528" cy="2455955"/>
            </a:xfrm>
            <a:custGeom>
              <a:avLst/>
              <a:gdLst>
                <a:gd name="csX0" fmla="*/ 0 w 1412528"/>
                <a:gd name="csY0" fmla="*/ 2368504 h 2455955"/>
                <a:gd name="csX1" fmla="*/ 157803 w 1412528"/>
                <a:gd name="csY1" fmla="*/ 2455955 h 2455955"/>
                <a:gd name="csX2" fmla="*/ 1412528 w 1412528"/>
                <a:gd name="csY2" fmla="*/ 0 h 2455955"/>
                <a:gd name="csX3" fmla="*/ 0 w 1412528"/>
                <a:gd name="csY3" fmla="*/ 2368504 h 24559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5">
                  <a:moveTo>
                    <a:pt x="0" y="2368504"/>
                  </a:moveTo>
                  <a:cubicBezTo>
                    <a:pt x="51909" y="2399527"/>
                    <a:pt x="104550" y="2428718"/>
                    <a:pt x="157803" y="2455955"/>
                  </a:cubicBezTo>
                  <a:lnTo>
                    <a:pt x="1412528" y="0"/>
                  </a:lnTo>
                  <a:lnTo>
                    <a:pt x="0" y="236850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BA0E576D-0BD3-899F-8D1B-4BCF7C0C4B54}"/>
                </a:ext>
              </a:extLst>
            </p:cNvPr>
            <p:cNvSpPr/>
            <p:nvPr/>
          </p:nvSpPr>
          <p:spPr>
            <a:xfrm>
              <a:off x="326274" y="3412708"/>
              <a:ext cx="1254725" cy="2533146"/>
            </a:xfrm>
            <a:custGeom>
              <a:avLst/>
              <a:gdLst>
                <a:gd name="csX0" fmla="*/ 0 w 1254725"/>
                <a:gd name="csY0" fmla="*/ 2456078 h 2533146"/>
                <a:gd name="csX1" fmla="*/ 163177 w 1254725"/>
                <a:gd name="csY1" fmla="*/ 2533147 h 2533146"/>
                <a:gd name="csX2" fmla="*/ 1254726 w 1254725"/>
                <a:gd name="csY2" fmla="*/ 0 h 2533146"/>
                <a:gd name="csX3" fmla="*/ 0 w 1254725"/>
                <a:gd name="csY3" fmla="*/ 2455955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0" y="2456078"/>
                  </a:moveTo>
                  <a:cubicBezTo>
                    <a:pt x="53741" y="2483559"/>
                    <a:pt x="108214" y="2509452"/>
                    <a:pt x="163177" y="2533147"/>
                  </a:cubicBezTo>
                  <a:lnTo>
                    <a:pt x="1254726" y="0"/>
                  </a:lnTo>
                  <a:lnTo>
                    <a:pt x="0" y="2455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ACC69B0F-F37F-F1F7-F3FA-4CEED4619EE0}"/>
                </a:ext>
              </a:extLst>
            </p:cNvPr>
            <p:cNvSpPr/>
            <p:nvPr/>
          </p:nvSpPr>
          <p:spPr>
            <a:xfrm>
              <a:off x="657513" y="3412830"/>
              <a:ext cx="923486" cy="2653818"/>
            </a:xfrm>
            <a:custGeom>
              <a:avLst/>
              <a:gdLst>
                <a:gd name="csX0" fmla="*/ 0 w 923486"/>
                <a:gd name="csY0" fmla="*/ 2598979 h 2653818"/>
                <a:gd name="csX1" fmla="*/ 171971 w 923486"/>
                <a:gd name="csY1" fmla="*/ 2653819 h 2653818"/>
                <a:gd name="csX2" fmla="*/ 923487 w 923486"/>
                <a:gd name="csY2" fmla="*/ 0 h 2653818"/>
                <a:gd name="csX3" fmla="*/ 0 w 923486"/>
                <a:gd name="csY3" fmla="*/ 2598979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0" y="2598979"/>
                  </a:moveTo>
                  <a:cubicBezTo>
                    <a:pt x="56794" y="2619132"/>
                    <a:pt x="114199" y="2637452"/>
                    <a:pt x="171971" y="2653819"/>
                  </a:cubicBezTo>
                  <a:lnTo>
                    <a:pt x="923487" y="0"/>
                  </a:lnTo>
                  <a:lnTo>
                    <a:pt x="0" y="259897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06529D13-F2CB-1BA3-2E18-8170215AE47D}"/>
                </a:ext>
              </a:extLst>
            </p:cNvPr>
            <p:cNvSpPr/>
            <p:nvPr/>
          </p:nvSpPr>
          <p:spPr>
            <a:xfrm>
              <a:off x="489451" y="3412830"/>
              <a:ext cx="1091549" cy="2598978"/>
            </a:xfrm>
            <a:custGeom>
              <a:avLst/>
              <a:gdLst>
                <a:gd name="csX0" fmla="*/ 0 w 1091549"/>
                <a:gd name="csY0" fmla="*/ 2533146 h 2598978"/>
                <a:gd name="csX1" fmla="*/ 168062 w 1091549"/>
                <a:gd name="csY1" fmla="*/ 2598979 h 2598978"/>
                <a:gd name="csX2" fmla="*/ 1091549 w 1091549"/>
                <a:gd name="csY2" fmla="*/ 0 h 2598978"/>
                <a:gd name="csX3" fmla="*/ 0 w 1091549"/>
                <a:gd name="csY3" fmla="*/ 2533146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0" y="2533146"/>
                  </a:moveTo>
                  <a:cubicBezTo>
                    <a:pt x="55451" y="2557086"/>
                    <a:pt x="111512" y="2578948"/>
                    <a:pt x="168062" y="2598979"/>
                  </a:cubicBezTo>
                  <a:lnTo>
                    <a:pt x="1091549" y="0"/>
                  </a:lnTo>
                  <a:lnTo>
                    <a:pt x="0" y="25331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CA96CD9B-DFFC-E0EA-5A6D-C4A1ADDB9566}"/>
                </a:ext>
              </a:extLst>
            </p:cNvPr>
            <p:cNvSpPr/>
            <p:nvPr/>
          </p:nvSpPr>
          <p:spPr>
            <a:xfrm>
              <a:off x="1581000" y="3412830"/>
              <a:ext cx="676035" cy="2712200"/>
            </a:xfrm>
            <a:custGeom>
              <a:avLst/>
              <a:gdLst>
                <a:gd name="csX0" fmla="*/ 499667 w 676035"/>
                <a:gd name="csY0" fmla="*/ 2712201 h 2712200"/>
                <a:gd name="csX1" fmla="*/ 676035 w 676035"/>
                <a:gd name="csY1" fmla="*/ 2673850 h 2712200"/>
                <a:gd name="csX2" fmla="*/ 0 w 676035"/>
                <a:gd name="csY2" fmla="*/ 0 h 2712200"/>
                <a:gd name="csX3" fmla="*/ 499667 w 676035"/>
                <a:gd name="csY3" fmla="*/ 2712201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499667" y="2712201"/>
                  </a:moveTo>
                  <a:cubicBezTo>
                    <a:pt x="558782" y="2701331"/>
                    <a:pt x="617653" y="2688628"/>
                    <a:pt x="676035" y="2673850"/>
                  </a:cubicBezTo>
                  <a:lnTo>
                    <a:pt x="0" y="0"/>
                  </a:lnTo>
                  <a:lnTo>
                    <a:pt x="499667" y="27122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FA50E38F-44D4-0C88-B52A-3786BC508D6A}"/>
                </a:ext>
              </a:extLst>
            </p:cNvPr>
            <p:cNvSpPr/>
            <p:nvPr/>
          </p:nvSpPr>
          <p:spPr>
            <a:xfrm>
              <a:off x="1581000" y="3412830"/>
              <a:ext cx="1647644" cy="2314641"/>
            </a:xfrm>
            <a:custGeom>
              <a:avLst/>
              <a:gdLst>
                <a:gd name="csX0" fmla="*/ 1499613 w 1647644"/>
                <a:gd name="csY0" fmla="*/ 2314641 h 2314641"/>
                <a:gd name="csX1" fmla="*/ 1647644 w 1647644"/>
                <a:gd name="csY1" fmla="*/ 2211434 h 2314641"/>
                <a:gd name="csX2" fmla="*/ 0 w 1647644"/>
                <a:gd name="csY2" fmla="*/ 0 h 2314641"/>
                <a:gd name="csX3" fmla="*/ 1499613 w 1647644"/>
                <a:gd name="csY3" fmla="*/ 2314641 h 2314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1">
                  <a:moveTo>
                    <a:pt x="1499613" y="2314641"/>
                  </a:moveTo>
                  <a:cubicBezTo>
                    <a:pt x="1549812" y="2282030"/>
                    <a:pt x="1599278" y="2247587"/>
                    <a:pt x="1647644" y="2211434"/>
                  </a:cubicBezTo>
                  <a:lnTo>
                    <a:pt x="0" y="0"/>
                  </a:lnTo>
                  <a:lnTo>
                    <a:pt x="1499613" y="23146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F0DB6B89-7361-432A-DCF0-E997E01F83C9}"/>
                </a:ext>
              </a:extLst>
            </p:cNvPr>
            <p:cNvSpPr/>
            <p:nvPr/>
          </p:nvSpPr>
          <p:spPr>
            <a:xfrm>
              <a:off x="1580878" y="3412708"/>
              <a:ext cx="1921844" cy="2098823"/>
            </a:xfrm>
            <a:custGeom>
              <a:avLst/>
              <a:gdLst>
                <a:gd name="csX0" fmla="*/ 1788714 w 1921844"/>
                <a:gd name="csY0" fmla="*/ 2098823 h 2098823"/>
                <a:gd name="csX1" fmla="*/ 1921845 w 1921844"/>
                <a:gd name="csY1" fmla="*/ 1977051 h 2098823"/>
                <a:gd name="csX2" fmla="*/ 0 w 1921844"/>
                <a:gd name="csY2" fmla="*/ 0 h 2098823"/>
                <a:gd name="csX3" fmla="*/ 1788592 w 1921844"/>
                <a:gd name="csY3" fmla="*/ 2098701 h 2098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3">
                  <a:moveTo>
                    <a:pt x="1788714" y="2098823"/>
                  </a:moveTo>
                  <a:cubicBezTo>
                    <a:pt x="1834150" y="2059983"/>
                    <a:pt x="1878486" y="2019311"/>
                    <a:pt x="1921845" y="1977051"/>
                  </a:cubicBezTo>
                  <a:lnTo>
                    <a:pt x="0" y="0"/>
                  </a:lnTo>
                  <a:lnTo>
                    <a:pt x="1788592" y="20987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54216AC8-545C-014E-49CA-786FB61583FF}"/>
                </a:ext>
              </a:extLst>
            </p:cNvPr>
            <p:cNvSpPr/>
            <p:nvPr/>
          </p:nvSpPr>
          <p:spPr>
            <a:xfrm>
              <a:off x="1581000" y="3412952"/>
              <a:ext cx="1788591" cy="2211434"/>
            </a:xfrm>
            <a:custGeom>
              <a:avLst/>
              <a:gdLst>
                <a:gd name="csX0" fmla="*/ 1647644 w 1788591"/>
                <a:gd name="csY0" fmla="*/ 2211312 h 2211434"/>
                <a:gd name="csX1" fmla="*/ 1788592 w 1788591"/>
                <a:gd name="csY1" fmla="*/ 2098701 h 2211434"/>
                <a:gd name="csX2" fmla="*/ 0 w 1788591"/>
                <a:gd name="csY2" fmla="*/ 0 h 2211434"/>
                <a:gd name="csX3" fmla="*/ 1647644 w 1788591"/>
                <a:gd name="csY3" fmla="*/ 2211434 h 2211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434">
                  <a:moveTo>
                    <a:pt x="1647644" y="2211312"/>
                  </a:moveTo>
                  <a:cubicBezTo>
                    <a:pt x="1695645" y="2175526"/>
                    <a:pt x="1742668" y="2138029"/>
                    <a:pt x="1788592" y="2098701"/>
                  </a:cubicBezTo>
                  <a:lnTo>
                    <a:pt x="0" y="0"/>
                  </a:lnTo>
                  <a:lnTo>
                    <a:pt x="1647644" y="2211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F33ECA39-D828-D735-5887-5DEBB2BE7502}"/>
                </a:ext>
              </a:extLst>
            </p:cNvPr>
            <p:cNvSpPr/>
            <p:nvPr/>
          </p:nvSpPr>
          <p:spPr>
            <a:xfrm>
              <a:off x="1581122" y="3412830"/>
              <a:ext cx="2047035" cy="1977051"/>
            </a:xfrm>
            <a:custGeom>
              <a:avLst/>
              <a:gdLst>
                <a:gd name="csX0" fmla="*/ 1921722 w 2047035"/>
                <a:gd name="csY0" fmla="*/ 1977051 h 1977051"/>
                <a:gd name="csX1" fmla="*/ 2047036 w 2047035"/>
                <a:gd name="csY1" fmla="*/ 1847218 h 1977051"/>
                <a:gd name="csX2" fmla="*/ 0 w 2047035"/>
                <a:gd name="csY2" fmla="*/ 0 h 1977051"/>
                <a:gd name="csX3" fmla="*/ 1921844 w 2047035"/>
                <a:gd name="csY3" fmla="*/ 1977051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5" h="1977051">
                  <a:moveTo>
                    <a:pt x="1921722" y="1977051"/>
                  </a:moveTo>
                  <a:cubicBezTo>
                    <a:pt x="1964471" y="1935402"/>
                    <a:pt x="2006364" y="1892165"/>
                    <a:pt x="2047036" y="1847218"/>
                  </a:cubicBezTo>
                  <a:lnTo>
                    <a:pt x="0" y="0"/>
                  </a:lnTo>
                  <a:lnTo>
                    <a:pt x="1921844" y="197705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DB42C326-569F-69C4-AD86-F6D3C111FC8F}"/>
                </a:ext>
              </a:extLst>
            </p:cNvPr>
            <p:cNvSpPr/>
            <p:nvPr/>
          </p:nvSpPr>
          <p:spPr>
            <a:xfrm>
              <a:off x="1581000" y="3412830"/>
              <a:ext cx="2163434" cy="1847218"/>
            </a:xfrm>
            <a:custGeom>
              <a:avLst/>
              <a:gdLst>
                <a:gd name="csX0" fmla="*/ 0 w 2163434"/>
                <a:gd name="csY0" fmla="*/ 0 h 1847218"/>
                <a:gd name="csX1" fmla="*/ 2047036 w 2163434"/>
                <a:gd name="csY1" fmla="*/ 1847218 h 1847218"/>
                <a:gd name="csX2" fmla="*/ 2163434 w 2163434"/>
                <a:gd name="csY2" fmla="*/ 1709324 h 1847218"/>
                <a:gd name="csX3" fmla="*/ 0 w 2163434"/>
                <a:gd name="csY3" fmla="*/ 122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4" h="1847218">
                  <a:moveTo>
                    <a:pt x="0" y="0"/>
                  </a:moveTo>
                  <a:lnTo>
                    <a:pt x="2047036" y="1847218"/>
                  </a:lnTo>
                  <a:cubicBezTo>
                    <a:pt x="2087586" y="1802271"/>
                    <a:pt x="2126304" y="1756103"/>
                    <a:pt x="2163434" y="1709324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91E339CA-7F34-F170-6B6C-1C1A40D9B96D}"/>
                </a:ext>
              </a:extLst>
            </p:cNvPr>
            <p:cNvSpPr/>
            <p:nvPr/>
          </p:nvSpPr>
          <p:spPr>
            <a:xfrm>
              <a:off x="1581000" y="3412830"/>
              <a:ext cx="1184740" cy="2562826"/>
            </a:xfrm>
            <a:custGeom>
              <a:avLst/>
              <a:gdLst>
                <a:gd name="csX0" fmla="*/ 1019243 w 1184740"/>
                <a:gd name="csY0" fmla="*/ 2562826 h 2562826"/>
                <a:gd name="csX1" fmla="*/ 1184741 w 1184740"/>
                <a:gd name="csY1" fmla="*/ 2490764 h 2562826"/>
                <a:gd name="csX2" fmla="*/ 0 w 1184740"/>
                <a:gd name="csY2" fmla="*/ 0 h 2562826"/>
                <a:gd name="csX3" fmla="*/ 1019365 w 1184740"/>
                <a:gd name="csY3" fmla="*/ 2562826 h 2562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6">
                  <a:moveTo>
                    <a:pt x="1019243" y="2562826"/>
                  </a:moveTo>
                  <a:cubicBezTo>
                    <a:pt x="1075060" y="2540719"/>
                    <a:pt x="1130267" y="2516658"/>
                    <a:pt x="1184741" y="2490764"/>
                  </a:cubicBezTo>
                  <a:lnTo>
                    <a:pt x="0" y="0"/>
                  </a:lnTo>
                  <a:lnTo>
                    <a:pt x="1019365" y="25628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9BBACA6-A761-1E5D-F55D-E22F9E7E659B}"/>
                </a:ext>
              </a:extLst>
            </p:cNvPr>
            <p:cNvSpPr/>
            <p:nvPr/>
          </p:nvSpPr>
          <p:spPr>
            <a:xfrm>
              <a:off x="1580878" y="3412708"/>
              <a:ext cx="1499612" cy="2408076"/>
            </a:xfrm>
            <a:custGeom>
              <a:avLst/>
              <a:gdLst>
                <a:gd name="csX0" fmla="*/ 1345230 w 1499612"/>
                <a:gd name="csY0" fmla="*/ 2408077 h 2408076"/>
                <a:gd name="csX1" fmla="*/ 1499613 w 1499612"/>
                <a:gd name="csY1" fmla="*/ 2314641 h 2408076"/>
                <a:gd name="csX2" fmla="*/ 0 w 1499612"/>
                <a:gd name="csY2" fmla="*/ 0 h 2408076"/>
                <a:gd name="csX3" fmla="*/ 1345230 w 1499612"/>
                <a:gd name="csY3" fmla="*/ 2407955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345230" y="2408077"/>
                  </a:moveTo>
                  <a:cubicBezTo>
                    <a:pt x="1397506" y="2378764"/>
                    <a:pt x="1449048" y="2347619"/>
                    <a:pt x="1499613" y="2314641"/>
                  </a:cubicBezTo>
                  <a:lnTo>
                    <a:pt x="0" y="0"/>
                  </a:lnTo>
                  <a:lnTo>
                    <a:pt x="1345230" y="2407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AEAD1979-C88A-CB63-7748-10BE8A6890A3}"/>
                </a:ext>
              </a:extLst>
            </p:cNvPr>
            <p:cNvSpPr/>
            <p:nvPr/>
          </p:nvSpPr>
          <p:spPr>
            <a:xfrm>
              <a:off x="1580878" y="3412830"/>
              <a:ext cx="1019365" cy="2624017"/>
            </a:xfrm>
            <a:custGeom>
              <a:avLst/>
              <a:gdLst>
                <a:gd name="csX0" fmla="*/ 849593 w 1019365"/>
                <a:gd name="csY0" fmla="*/ 2624017 h 2624017"/>
                <a:gd name="csX1" fmla="*/ 1019366 w 1019365"/>
                <a:gd name="csY1" fmla="*/ 2562826 h 2624017"/>
                <a:gd name="csX2" fmla="*/ 0 w 1019365"/>
                <a:gd name="csY2" fmla="*/ 0 h 2624017"/>
                <a:gd name="csX3" fmla="*/ 849471 w 1019365"/>
                <a:gd name="csY3" fmla="*/ 2624017 h 262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7">
                  <a:moveTo>
                    <a:pt x="849593" y="2624017"/>
                  </a:moveTo>
                  <a:cubicBezTo>
                    <a:pt x="906754" y="2605575"/>
                    <a:pt x="963304" y="2585055"/>
                    <a:pt x="1019366" y="2562826"/>
                  </a:cubicBezTo>
                  <a:lnTo>
                    <a:pt x="0" y="0"/>
                  </a:lnTo>
                  <a:lnTo>
                    <a:pt x="849471" y="262401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0D33F0A5-C22D-F690-A9CE-12EF11D728E5}"/>
                </a:ext>
              </a:extLst>
            </p:cNvPr>
            <p:cNvSpPr/>
            <p:nvPr/>
          </p:nvSpPr>
          <p:spPr>
            <a:xfrm>
              <a:off x="1581000" y="3412830"/>
              <a:ext cx="849471" cy="2673849"/>
            </a:xfrm>
            <a:custGeom>
              <a:avLst/>
              <a:gdLst>
                <a:gd name="csX0" fmla="*/ 676035 w 849471"/>
                <a:gd name="csY0" fmla="*/ 2673850 h 2673849"/>
                <a:gd name="csX1" fmla="*/ 849471 w 849471"/>
                <a:gd name="csY1" fmla="*/ 2624017 h 2673849"/>
                <a:gd name="csX2" fmla="*/ 0 w 849471"/>
                <a:gd name="csY2" fmla="*/ 0 h 2673849"/>
                <a:gd name="csX3" fmla="*/ 676035 w 849471"/>
                <a:gd name="csY3" fmla="*/ 267385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676035" y="2673850"/>
                  </a:moveTo>
                  <a:cubicBezTo>
                    <a:pt x="734295" y="2659193"/>
                    <a:pt x="792188" y="2642582"/>
                    <a:pt x="849471" y="2624017"/>
                  </a:cubicBezTo>
                  <a:lnTo>
                    <a:pt x="0" y="0"/>
                  </a:lnTo>
                  <a:lnTo>
                    <a:pt x="676035" y="267385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27F6E468-E023-672B-E04B-4ACD11BA4A21}"/>
                </a:ext>
              </a:extLst>
            </p:cNvPr>
            <p:cNvSpPr/>
            <p:nvPr/>
          </p:nvSpPr>
          <p:spPr>
            <a:xfrm>
              <a:off x="-128323" y="3412830"/>
              <a:ext cx="1709324" cy="2270915"/>
            </a:xfrm>
            <a:custGeom>
              <a:avLst/>
              <a:gdLst>
                <a:gd name="csX0" fmla="*/ 0 w 1709324"/>
                <a:gd name="csY0" fmla="*/ 2163434 h 2270915"/>
                <a:gd name="csX1" fmla="*/ 144978 w 1709324"/>
                <a:gd name="csY1" fmla="*/ 2270916 h 2270915"/>
                <a:gd name="csX2" fmla="*/ 1709324 w 1709324"/>
                <a:gd name="csY2" fmla="*/ 0 h 2270915"/>
                <a:gd name="csX3" fmla="*/ 122 w 1709324"/>
                <a:gd name="csY3" fmla="*/ 2163434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0" y="2163434"/>
                  </a:moveTo>
                  <a:cubicBezTo>
                    <a:pt x="47512" y="2201053"/>
                    <a:pt x="95756" y="2236961"/>
                    <a:pt x="144978" y="2270916"/>
                  </a:cubicBezTo>
                  <a:lnTo>
                    <a:pt x="1709324" y="0"/>
                  </a:lnTo>
                  <a:lnTo>
                    <a:pt x="122" y="2163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6ACB684E-03F2-9759-0861-6963EE42192D}"/>
                </a:ext>
              </a:extLst>
            </p:cNvPr>
            <p:cNvSpPr/>
            <p:nvPr/>
          </p:nvSpPr>
          <p:spPr>
            <a:xfrm>
              <a:off x="1580878" y="3412952"/>
              <a:ext cx="1345230" cy="2490764"/>
            </a:xfrm>
            <a:custGeom>
              <a:avLst/>
              <a:gdLst>
                <a:gd name="csX0" fmla="*/ 1184863 w 1345230"/>
                <a:gd name="csY0" fmla="*/ 2490642 h 2490764"/>
                <a:gd name="csX1" fmla="*/ 1345230 w 1345230"/>
                <a:gd name="csY1" fmla="*/ 2407955 h 2490764"/>
                <a:gd name="csX2" fmla="*/ 0 w 1345230"/>
                <a:gd name="csY2" fmla="*/ 0 h 2490764"/>
                <a:gd name="csX3" fmla="*/ 1184741 w 1345230"/>
                <a:gd name="csY3" fmla="*/ 2490764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184863" y="2490642"/>
                  </a:moveTo>
                  <a:cubicBezTo>
                    <a:pt x="1239092" y="2464871"/>
                    <a:pt x="1292589" y="2437390"/>
                    <a:pt x="1345230" y="2407955"/>
                  </a:cubicBezTo>
                  <a:lnTo>
                    <a:pt x="0" y="0"/>
                  </a:lnTo>
                  <a:lnTo>
                    <a:pt x="1184741" y="249076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D5ADB0E9-8F7D-1032-AED2-1C08F1BE383C}"/>
                </a:ext>
              </a:extLst>
            </p:cNvPr>
            <p:cNvSpPr/>
            <p:nvPr/>
          </p:nvSpPr>
          <p:spPr>
            <a:xfrm>
              <a:off x="-1176809" y="3373624"/>
              <a:ext cx="2757810" cy="180520"/>
            </a:xfrm>
            <a:custGeom>
              <a:avLst/>
              <a:gdLst>
                <a:gd name="csX0" fmla="*/ 296 w 2757810"/>
                <a:gd name="csY0" fmla="*/ 122 h 180520"/>
                <a:gd name="csX1" fmla="*/ 3472 w 2757810"/>
                <a:gd name="csY1" fmla="*/ 180520 h 180520"/>
                <a:gd name="csX2" fmla="*/ 2757811 w 2757810"/>
                <a:gd name="csY2" fmla="*/ 39084 h 180520"/>
                <a:gd name="csX3" fmla="*/ 296 w 2757810"/>
                <a:gd name="csY3" fmla="*/ 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96" y="122"/>
                  </a:moveTo>
                  <a:cubicBezTo>
                    <a:pt x="-559" y="60336"/>
                    <a:pt x="418" y="120428"/>
                    <a:pt x="3472" y="180520"/>
                  </a:cubicBezTo>
                  <a:lnTo>
                    <a:pt x="2757811" y="39084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36AFFAD3-B095-5E97-1A87-EC4957192340}"/>
                </a:ext>
              </a:extLst>
            </p:cNvPr>
            <p:cNvSpPr/>
            <p:nvPr/>
          </p:nvSpPr>
          <p:spPr>
            <a:xfrm>
              <a:off x="-1116299" y="2661313"/>
              <a:ext cx="2697300" cy="751516"/>
            </a:xfrm>
            <a:custGeom>
              <a:avLst/>
              <a:gdLst>
                <a:gd name="csX0" fmla="*/ 43481 w 2697300"/>
                <a:gd name="csY0" fmla="*/ 0 h 751516"/>
                <a:gd name="csX1" fmla="*/ 0 w 2697300"/>
                <a:gd name="csY1" fmla="*/ 175146 h 751516"/>
                <a:gd name="csX2" fmla="*/ 2697300 w 2697300"/>
                <a:gd name="csY2" fmla="*/ 751516 h 751516"/>
                <a:gd name="csX3" fmla="*/ 43481 w 2697300"/>
                <a:gd name="csY3" fmla="*/ 0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43481" y="0"/>
                  </a:moveTo>
                  <a:cubicBezTo>
                    <a:pt x="27115" y="58016"/>
                    <a:pt x="12458" y="116398"/>
                    <a:pt x="0" y="175146"/>
                  </a:cubicBezTo>
                  <a:lnTo>
                    <a:pt x="2697300" y="751516"/>
                  </a:lnTo>
                  <a:lnTo>
                    <a:pt x="4348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C0BCB612-6670-0E37-5A36-4DE37699AD14}"/>
                </a:ext>
              </a:extLst>
            </p:cNvPr>
            <p:cNvSpPr/>
            <p:nvPr/>
          </p:nvSpPr>
          <p:spPr>
            <a:xfrm>
              <a:off x="-1148055" y="2836460"/>
              <a:ext cx="2729056" cy="576370"/>
            </a:xfrm>
            <a:custGeom>
              <a:avLst/>
              <a:gdLst>
                <a:gd name="csX0" fmla="*/ 31756 w 2729056"/>
                <a:gd name="csY0" fmla="*/ 0 h 576370"/>
                <a:gd name="csX1" fmla="*/ 0 w 2729056"/>
                <a:gd name="csY1" fmla="*/ 177711 h 576370"/>
                <a:gd name="csX2" fmla="*/ 2729056 w 2729056"/>
                <a:gd name="csY2" fmla="*/ 576370 h 576370"/>
                <a:gd name="csX3" fmla="*/ 31756 w 2729056"/>
                <a:gd name="csY3" fmla="*/ 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31756" y="0"/>
                  </a:moveTo>
                  <a:cubicBezTo>
                    <a:pt x="19176" y="58993"/>
                    <a:pt x="8672" y="118230"/>
                    <a:pt x="0" y="177711"/>
                  </a:cubicBezTo>
                  <a:lnTo>
                    <a:pt x="2729056" y="576370"/>
                  </a:lnTo>
                  <a:lnTo>
                    <a:pt x="3175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B9A3EC95-A3A9-F70D-68C9-D9E3BA4FFF14}"/>
                </a:ext>
              </a:extLst>
            </p:cNvPr>
            <p:cNvSpPr/>
            <p:nvPr/>
          </p:nvSpPr>
          <p:spPr>
            <a:xfrm>
              <a:off x="-1168086" y="3014171"/>
              <a:ext cx="2749086" cy="398659"/>
            </a:xfrm>
            <a:custGeom>
              <a:avLst/>
              <a:gdLst>
                <a:gd name="csX0" fmla="*/ 20031 w 2749086"/>
                <a:gd name="csY0" fmla="*/ 0 h 398659"/>
                <a:gd name="csX1" fmla="*/ 0 w 2749086"/>
                <a:gd name="csY1" fmla="*/ 179299 h 398659"/>
                <a:gd name="csX2" fmla="*/ 2749087 w 2749086"/>
                <a:gd name="csY2" fmla="*/ 398659 h 398659"/>
                <a:gd name="csX3" fmla="*/ 20031 w 2749086"/>
                <a:gd name="csY3" fmla="*/ 0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0031" y="0"/>
                  </a:moveTo>
                  <a:cubicBezTo>
                    <a:pt x="11359" y="59603"/>
                    <a:pt x="4763" y="119451"/>
                    <a:pt x="0" y="179299"/>
                  </a:cubicBezTo>
                  <a:lnTo>
                    <a:pt x="2749087" y="398659"/>
                  </a:lnTo>
                  <a:lnTo>
                    <a:pt x="200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2607449C-9C96-4B6D-380D-25D61E24EBF2}"/>
                </a:ext>
              </a:extLst>
            </p:cNvPr>
            <p:cNvSpPr/>
            <p:nvPr/>
          </p:nvSpPr>
          <p:spPr>
            <a:xfrm>
              <a:off x="-1173338" y="3412830"/>
              <a:ext cx="2754338" cy="321223"/>
            </a:xfrm>
            <a:custGeom>
              <a:avLst/>
              <a:gdLst>
                <a:gd name="csX0" fmla="*/ 0 w 2754338"/>
                <a:gd name="csY0" fmla="*/ 141436 h 321223"/>
                <a:gd name="csX1" fmla="*/ 15267 w 2754338"/>
                <a:gd name="csY1" fmla="*/ 321224 h 321223"/>
                <a:gd name="csX2" fmla="*/ 2754339 w 2754338"/>
                <a:gd name="csY2" fmla="*/ 0 h 321223"/>
                <a:gd name="csX3" fmla="*/ 0 w 2754338"/>
                <a:gd name="csY3" fmla="*/ 141436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0" y="141436"/>
                  </a:moveTo>
                  <a:cubicBezTo>
                    <a:pt x="3053" y="201528"/>
                    <a:pt x="8305" y="261498"/>
                    <a:pt x="15267" y="321224"/>
                  </a:cubicBezTo>
                  <a:lnTo>
                    <a:pt x="2754339" y="0"/>
                  </a:lnTo>
                  <a:lnTo>
                    <a:pt x="0" y="141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E3892C97-4A3E-6C85-B0C0-0CD1F3B9E01D}"/>
                </a:ext>
              </a:extLst>
            </p:cNvPr>
            <p:cNvSpPr/>
            <p:nvPr/>
          </p:nvSpPr>
          <p:spPr>
            <a:xfrm>
              <a:off x="-689915" y="1703506"/>
              <a:ext cx="2270915" cy="1709324"/>
            </a:xfrm>
            <a:custGeom>
              <a:avLst/>
              <a:gdLst>
                <a:gd name="csX0" fmla="*/ 107482 w 2270915"/>
                <a:gd name="csY0" fmla="*/ 0 h 1709324"/>
                <a:gd name="csX1" fmla="*/ 0 w 2270915"/>
                <a:gd name="csY1" fmla="*/ 144978 h 1709324"/>
                <a:gd name="csX2" fmla="*/ 2270916 w 2270915"/>
                <a:gd name="csY2" fmla="*/ 1709324 h 1709324"/>
                <a:gd name="csX3" fmla="*/ 107482 w 2270915"/>
                <a:gd name="csY3" fmla="*/ 12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107482" y="0"/>
                  </a:moveTo>
                  <a:cubicBezTo>
                    <a:pt x="69863" y="47512"/>
                    <a:pt x="33954" y="95756"/>
                    <a:pt x="0" y="144978"/>
                  </a:cubicBezTo>
                  <a:lnTo>
                    <a:pt x="2270916" y="1709324"/>
                  </a:lnTo>
                  <a:lnTo>
                    <a:pt x="107482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5A4CA58B-BBB2-1A97-F116-DF6ED898C819}"/>
                </a:ext>
              </a:extLst>
            </p:cNvPr>
            <p:cNvSpPr/>
            <p:nvPr/>
          </p:nvSpPr>
          <p:spPr>
            <a:xfrm>
              <a:off x="-1176513" y="3193470"/>
              <a:ext cx="2757514" cy="219360"/>
            </a:xfrm>
            <a:custGeom>
              <a:avLst/>
              <a:gdLst>
                <a:gd name="csX0" fmla="*/ 8428 w 2757514"/>
                <a:gd name="csY0" fmla="*/ 0 h 219360"/>
                <a:gd name="csX1" fmla="*/ 0 w 2757514"/>
                <a:gd name="csY1" fmla="*/ 180276 h 219360"/>
                <a:gd name="csX2" fmla="*/ 2757514 w 2757514"/>
                <a:gd name="csY2" fmla="*/ 219360 h 219360"/>
                <a:gd name="csX3" fmla="*/ 8428 w 2757514"/>
                <a:gd name="csY3" fmla="*/ 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8428" y="0"/>
                  </a:moveTo>
                  <a:cubicBezTo>
                    <a:pt x="3664" y="59970"/>
                    <a:pt x="855" y="120184"/>
                    <a:pt x="0" y="180276"/>
                  </a:cubicBezTo>
                  <a:lnTo>
                    <a:pt x="2757514" y="219360"/>
                  </a:lnTo>
                  <a:lnTo>
                    <a:pt x="842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6AF46CA-8274-96A8-B517-CB6F2C61C1D4}"/>
                </a:ext>
              </a:extLst>
            </p:cNvPr>
            <p:cNvSpPr/>
            <p:nvPr/>
          </p:nvSpPr>
          <p:spPr>
            <a:xfrm>
              <a:off x="-874954" y="2000302"/>
              <a:ext cx="2455955" cy="1412528"/>
            </a:xfrm>
            <a:custGeom>
              <a:avLst/>
              <a:gdLst>
                <a:gd name="csX0" fmla="*/ 87451 w 2455955"/>
                <a:gd name="csY0" fmla="*/ 0 h 1412528"/>
                <a:gd name="csX1" fmla="*/ 0 w 2455955"/>
                <a:gd name="csY1" fmla="*/ 157803 h 1412528"/>
                <a:gd name="csX2" fmla="*/ 2455955 w 2455955"/>
                <a:gd name="csY2" fmla="*/ 1412528 h 1412528"/>
                <a:gd name="csX3" fmla="*/ 87451 w 2455955"/>
                <a:gd name="csY3" fmla="*/ 0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87451" y="0"/>
                  </a:moveTo>
                  <a:cubicBezTo>
                    <a:pt x="56428" y="51909"/>
                    <a:pt x="27237" y="104550"/>
                    <a:pt x="0" y="157803"/>
                  </a:cubicBezTo>
                  <a:lnTo>
                    <a:pt x="2455955" y="1412528"/>
                  </a:lnTo>
                  <a:lnTo>
                    <a:pt x="8745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69821961-101B-9D2A-4E3C-6B2FB668294E}"/>
                </a:ext>
              </a:extLst>
            </p:cNvPr>
            <p:cNvSpPr/>
            <p:nvPr/>
          </p:nvSpPr>
          <p:spPr>
            <a:xfrm>
              <a:off x="-787503" y="1848484"/>
              <a:ext cx="2368504" cy="1564346"/>
            </a:xfrm>
            <a:custGeom>
              <a:avLst/>
              <a:gdLst>
                <a:gd name="csX0" fmla="*/ 97588 w 2368504"/>
                <a:gd name="csY0" fmla="*/ 0 h 1564346"/>
                <a:gd name="csX1" fmla="*/ 0 w 2368504"/>
                <a:gd name="csY1" fmla="*/ 151818 h 1564346"/>
                <a:gd name="csX2" fmla="*/ 2368504 w 2368504"/>
                <a:gd name="csY2" fmla="*/ 1564346 h 1564346"/>
                <a:gd name="csX3" fmla="*/ 97588 w 2368504"/>
                <a:gd name="csY3" fmla="*/ 0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4" h="1564346">
                  <a:moveTo>
                    <a:pt x="97588" y="0"/>
                  </a:moveTo>
                  <a:cubicBezTo>
                    <a:pt x="63145" y="49832"/>
                    <a:pt x="30657" y="100398"/>
                    <a:pt x="0" y="151818"/>
                  </a:cubicBezTo>
                  <a:lnTo>
                    <a:pt x="2368504" y="1564346"/>
                  </a:lnTo>
                  <a:lnTo>
                    <a:pt x="9758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01E1F680-95CA-523A-49C3-E818235862F4}"/>
                </a:ext>
              </a:extLst>
            </p:cNvPr>
            <p:cNvSpPr/>
            <p:nvPr/>
          </p:nvSpPr>
          <p:spPr>
            <a:xfrm>
              <a:off x="-1072818" y="2489343"/>
              <a:ext cx="2653818" cy="923486"/>
            </a:xfrm>
            <a:custGeom>
              <a:avLst/>
              <a:gdLst>
                <a:gd name="csX0" fmla="*/ 54840 w 2653818"/>
                <a:gd name="csY0" fmla="*/ 0 h 923486"/>
                <a:gd name="csX1" fmla="*/ 0 w 2653818"/>
                <a:gd name="csY1" fmla="*/ 171971 h 923486"/>
                <a:gd name="csX2" fmla="*/ 2653819 w 2653818"/>
                <a:gd name="csY2" fmla="*/ 923487 h 923486"/>
                <a:gd name="csX3" fmla="*/ 54840 w 2653818"/>
                <a:gd name="csY3" fmla="*/ 0 h 9234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6">
                  <a:moveTo>
                    <a:pt x="54840" y="0"/>
                  </a:moveTo>
                  <a:cubicBezTo>
                    <a:pt x="34687" y="56916"/>
                    <a:pt x="16366" y="114199"/>
                    <a:pt x="0" y="171971"/>
                  </a:cubicBezTo>
                  <a:lnTo>
                    <a:pt x="2653819" y="923487"/>
                  </a:lnTo>
                  <a:lnTo>
                    <a:pt x="5484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5951466C-E8FB-6C87-0514-761A52CBA749}"/>
                </a:ext>
              </a:extLst>
            </p:cNvPr>
            <p:cNvSpPr/>
            <p:nvPr/>
          </p:nvSpPr>
          <p:spPr>
            <a:xfrm>
              <a:off x="-952145" y="2158104"/>
              <a:ext cx="2533146" cy="1254725"/>
            </a:xfrm>
            <a:custGeom>
              <a:avLst/>
              <a:gdLst>
                <a:gd name="csX0" fmla="*/ 77069 w 2533146"/>
                <a:gd name="csY0" fmla="*/ 0 h 1254725"/>
                <a:gd name="csX1" fmla="*/ 0 w 2533146"/>
                <a:gd name="csY1" fmla="*/ 163177 h 1254725"/>
                <a:gd name="csX2" fmla="*/ 2533146 w 2533146"/>
                <a:gd name="csY2" fmla="*/ 1254726 h 1254725"/>
                <a:gd name="csX3" fmla="*/ 77191 w 2533146"/>
                <a:gd name="csY3" fmla="*/ 0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77069" y="0"/>
                  </a:moveTo>
                  <a:cubicBezTo>
                    <a:pt x="49588" y="53741"/>
                    <a:pt x="23695" y="108214"/>
                    <a:pt x="0" y="163177"/>
                  </a:cubicBezTo>
                  <a:lnTo>
                    <a:pt x="2533146" y="1254726"/>
                  </a:lnTo>
                  <a:lnTo>
                    <a:pt x="7719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0B891F94-54F4-CBDD-A3FA-795750DE285A}"/>
                </a:ext>
              </a:extLst>
            </p:cNvPr>
            <p:cNvSpPr/>
            <p:nvPr/>
          </p:nvSpPr>
          <p:spPr>
            <a:xfrm>
              <a:off x="-1017978" y="2321281"/>
              <a:ext cx="2598978" cy="1091549"/>
            </a:xfrm>
            <a:custGeom>
              <a:avLst/>
              <a:gdLst>
                <a:gd name="csX0" fmla="*/ 65832 w 2598978"/>
                <a:gd name="csY0" fmla="*/ 0 h 1091549"/>
                <a:gd name="csX1" fmla="*/ 0 w 2598978"/>
                <a:gd name="csY1" fmla="*/ 168062 h 1091549"/>
                <a:gd name="csX2" fmla="*/ 2598979 w 2598978"/>
                <a:gd name="csY2" fmla="*/ 1091549 h 1091549"/>
                <a:gd name="csX3" fmla="*/ 65832 w 2598978"/>
                <a:gd name="csY3" fmla="*/ 0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65832" y="0"/>
                  </a:moveTo>
                  <a:cubicBezTo>
                    <a:pt x="41893" y="55451"/>
                    <a:pt x="20031" y="111512"/>
                    <a:pt x="0" y="168062"/>
                  </a:cubicBezTo>
                  <a:lnTo>
                    <a:pt x="2598979" y="1091549"/>
                  </a:lnTo>
                  <a:lnTo>
                    <a:pt x="658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016CBCC8-5585-6692-F4C1-6FFA811851A9}"/>
                </a:ext>
              </a:extLst>
            </p:cNvPr>
            <p:cNvSpPr/>
            <p:nvPr/>
          </p:nvSpPr>
          <p:spPr>
            <a:xfrm>
              <a:off x="-396050" y="3412952"/>
              <a:ext cx="1977051" cy="2047036"/>
            </a:xfrm>
            <a:custGeom>
              <a:avLst/>
              <a:gdLst>
                <a:gd name="csX0" fmla="*/ 0 w 1977051"/>
                <a:gd name="csY0" fmla="*/ 1921722 h 2047036"/>
                <a:gd name="csX1" fmla="*/ 129833 w 1977051"/>
                <a:gd name="csY1" fmla="*/ 2047036 h 2047036"/>
                <a:gd name="csX2" fmla="*/ 1977051 w 1977051"/>
                <a:gd name="csY2" fmla="*/ 0 h 2047036"/>
                <a:gd name="csX3" fmla="*/ 0 w 1977051"/>
                <a:gd name="csY3" fmla="*/ 1921845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0" y="1921722"/>
                  </a:moveTo>
                  <a:cubicBezTo>
                    <a:pt x="41649" y="1964471"/>
                    <a:pt x="84886" y="2006364"/>
                    <a:pt x="129833" y="2047036"/>
                  </a:cubicBezTo>
                  <a:lnTo>
                    <a:pt x="1977051" y="0"/>
                  </a:lnTo>
                  <a:lnTo>
                    <a:pt x="0" y="192184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87888B95-1AD2-CC44-2EF9-8D65509B3679}"/>
                </a:ext>
              </a:extLst>
            </p:cNvPr>
            <p:cNvSpPr/>
            <p:nvPr/>
          </p:nvSpPr>
          <p:spPr>
            <a:xfrm>
              <a:off x="-630555" y="3412830"/>
              <a:ext cx="2211434" cy="1788591"/>
            </a:xfrm>
            <a:custGeom>
              <a:avLst/>
              <a:gdLst>
                <a:gd name="csX0" fmla="*/ 122 w 2211434"/>
                <a:gd name="csY0" fmla="*/ 1647644 h 1788591"/>
                <a:gd name="csX1" fmla="*/ 112734 w 2211434"/>
                <a:gd name="csY1" fmla="*/ 1788592 h 1788591"/>
                <a:gd name="csX2" fmla="*/ 2211434 w 2211434"/>
                <a:gd name="csY2" fmla="*/ 0 h 1788591"/>
                <a:gd name="csX3" fmla="*/ 0 w 2211434"/>
                <a:gd name="csY3" fmla="*/ 1647644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122" y="1647644"/>
                  </a:moveTo>
                  <a:cubicBezTo>
                    <a:pt x="35909" y="1695645"/>
                    <a:pt x="73405" y="1742668"/>
                    <a:pt x="112734" y="1788592"/>
                  </a:cubicBezTo>
                  <a:lnTo>
                    <a:pt x="2211434" y="0"/>
                  </a:lnTo>
                  <a:lnTo>
                    <a:pt x="0" y="16476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C3514CD5-7238-95F1-E33E-92DD9813D490}"/>
                </a:ext>
              </a:extLst>
            </p:cNvPr>
            <p:cNvSpPr/>
            <p:nvPr/>
          </p:nvSpPr>
          <p:spPr>
            <a:xfrm>
              <a:off x="-733640" y="3412830"/>
              <a:ext cx="2314641" cy="1647644"/>
            </a:xfrm>
            <a:custGeom>
              <a:avLst/>
              <a:gdLst>
                <a:gd name="csX0" fmla="*/ 0 w 2314641"/>
                <a:gd name="csY0" fmla="*/ 1499613 h 1647644"/>
                <a:gd name="csX1" fmla="*/ 103207 w 2314641"/>
                <a:gd name="csY1" fmla="*/ 1647644 h 1647644"/>
                <a:gd name="csX2" fmla="*/ 2314641 w 2314641"/>
                <a:gd name="csY2" fmla="*/ 0 h 1647644"/>
                <a:gd name="csX3" fmla="*/ 0 w 2314641"/>
                <a:gd name="csY3" fmla="*/ 1499613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0" y="1499613"/>
                  </a:moveTo>
                  <a:cubicBezTo>
                    <a:pt x="32611" y="1549812"/>
                    <a:pt x="67054" y="1599278"/>
                    <a:pt x="103207" y="1647644"/>
                  </a:cubicBezTo>
                  <a:lnTo>
                    <a:pt x="2314641" y="0"/>
                  </a:lnTo>
                  <a:lnTo>
                    <a:pt x="0" y="1499613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E24FA353-0583-C966-E525-F62F163F3374}"/>
                </a:ext>
              </a:extLst>
            </p:cNvPr>
            <p:cNvSpPr/>
            <p:nvPr/>
          </p:nvSpPr>
          <p:spPr>
            <a:xfrm>
              <a:off x="-266339" y="3412830"/>
              <a:ext cx="1847218" cy="2163434"/>
            </a:xfrm>
            <a:custGeom>
              <a:avLst/>
              <a:gdLst>
                <a:gd name="csX0" fmla="*/ 122 w 1847218"/>
                <a:gd name="csY0" fmla="*/ 2047036 h 2163434"/>
                <a:gd name="csX1" fmla="*/ 138016 w 1847218"/>
                <a:gd name="csY1" fmla="*/ 2163434 h 2163434"/>
                <a:gd name="csX2" fmla="*/ 1847218 w 1847218"/>
                <a:gd name="csY2" fmla="*/ 0 h 2163434"/>
                <a:gd name="csX3" fmla="*/ 0 w 1847218"/>
                <a:gd name="csY3" fmla="*/ 2047036 h 2163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4">
                  <a:moveTo>
                    <a:pt x="122" y="2047036"/>
                  </a:moveTo>
                  <a:cubicBezTo>
                    <a:pt x="45069" y="2087586"/>
                    <a:pt x="91237" y="2126304"/>
                    <a:pt x="138016" y="2163434"/>
                  </a:cubicBezTo>
                  <a:lnTo>
                    <a:pt x="1847218" y="0"/>
                  </a:lnTo>
                  <a:lnTo>
                    <a:pt x="0" y="20470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1D82C3E2-7177-378F-E49A-2F6D01EB522D}"/>
                </a:ext>
              </a:extLst>
            </p:cNvPr>
            <p:cNvSpPr/>
            <p:nvPr/>
          </p:nvSpPr>
          <p:spPr>
            <a:xfrm>
              <a:off x="-827076" y="3412708"/>
              <a:ext cx="2408076" cy="1499612"/>
            </a:xfrm>
            <a:custGeom>
              <a:avLst/>
              <a:gdLst>
                <a:gd name="csX0" fmla="*/ 0 w 2408076"/>
                <a:gd name="csY0" fmla="*/ 1345230 h 1499612"/>
                <a:gd name="csX1" fmla="*/ 93436 w 2408076"/>
                <a:gd name="csY1" fmla="*/ 1499613 h 1499612"/>
                <a:gd name="csX2" fmla="*/ 2408077 w 2408076"/>
                <a:gd name="csY2" fmla="*/ 0 h 1499612"/>
                <a:gd name="csX3" fmla="*/ 122 w 2408076"/>
                <a:gd name="csY3" fmla="*/ 1345230 h 1499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08076" h="1499612">
                  <a:moveTo>
                    <a:pt x="0" y="1345230"/>
                  </a:moveTo>
                  <a:cubicBezTo>
                    <a:pt x="29313" y="1397506"/>
                    <a:pt x="60458" y="1449048"/>
                    <a:pt x="93436" y="1499613"/>
                  </a:cubicBezTo>
                  <a:lnTo>
                    <a:pt x="2408077" y="0"/>
                  </a:lnTo>
                  <a:lnTo>
                    <a:pt x="122" y="134523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1D413E0B-FC31-A33A-2BEA-44CAB0EADDD6}"/>
                </a:ext>
              </a:extLst>
            </p:cNvPr>
            <p:cNvSpPr/>
            <p:nvPr/>
          </p:nvSpPr>
          <p:spPr>
            <a:xfrm>
              <a:off x="-517822" y="3412708"/>
              <a:ext cx="2098822" cy="1921844"/>
            </a:xfrm>
            <a:custGeom>
              <a:avLst/>
              <a:gdLst>
                <a:gd name="csX0" fmla="*/ 0 w 2098822"/>
                <a:gd name="csY0" fmla="*/ 1788714 h 1921844"/>
                <a:gd name="csX1" fmla="*/ 121772 w 2098822"/>
                <a:gd name="csY1" fmla="*/ 1921845 h 1921844"/>
                <a:gd name="csX2" fmla="*/ 2098823 w 2098822"/>
                <a:gd name="csY2" fmla="*/ 0 h 1921844"/>
                <a:gd name="csX3" fmla="*/ 122 w 2098822"/>
                <a:gd name="csY3" fmla="*/ 1788592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0" y="1788714"/>
                  </a:moveTo>
                  <a:cubicBezTo>
                    <a:pt x="38840" y="1834150"/>
                    <a:pt x="79512" y="1878486"/>
                    <a:pt x="121772" y="1921845"/>
                  </a:cubicBezTo>
                  <a:lnTo>
                    <a:pt x="2098823" y="0"/>
                  </a:lnTo>
                  <a:lnTo>
                    <a:pt x="122" y="178859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0FD6A1D7-2805-6B13-05B7-CD1DC488B33C}"/>
                </a:ext>
              </a:extLst>
            </p:cNvPr>
            <p:cNvSpPr/>
            <p:nvPr/>
          </p:nvSpPr>
          <p:spPr>
            <a:xfrm>
              <a:off x="-1043138" y="3412708"/>
              <a:ext cx="2624017" cy="1019365"/>
            </a:xfrm>
            <a:custGeom>
              <a:avLst/>
              <a:gdLst>
                <a:gd name="csX0" fmla="*/ 0 w 2624017"/>
                <a:gd name="csY0" fmla="*/ 849594 h 1019365"/>
                <a:gd name="csX1" fmla="*/ 61191 w 2624017"/>
                <a:gd name="csY1" fmla="*/ 1019366 h 1019365"/>
                <a:gd name="csX2" fmla="*/ 2624017 w 2624017"/>
                <a:gd name="csY2" fmla="*/ 0 h 1019365"/>
                <a:gd name="csX3" fmla="*/ 0 w 2624017"/>
                <a:gd name="csY3" fmla="*/ 849471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0" y="849594"/>
                  </a:moveTo>
                  <a:cubicBezTo>
                    <a:pt x="18443" y="906754"/>
                    <a:pt x="38962" y="963304"/>
                    <a:pt x="61191" y="1019366"/>
                  </a:cubicBezTo>
                  <a:lnTo>
                    <a:pt x="2624017" y="0"/>
                  </a:lnTo>
                  <a:lnTo>
                    <a:pt x="0" y="84947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E6707160-FD30-A0B5-5D7E-6B9E98B31CE0}"/>
                </a:ext>
              </a:extLst>
            </p:cNvPr>
            <p:cNvSpPr/>
            <p:nvPr/>
          </p:nvSpPr>
          <p:spPr>
            <a:xfrm>
              <a:off x="-1092848" y="3412830"/>
              <a:ext cx="2673849" cy="849471"/>
            </a:xfrm>
            <a:custGeom>
              <a:avLst/>
              <a:gdLst>
                <a:gd name="csX0" fmla="*/ 0 w 2673849"/>
                <a:gd name="csY0" fmla="*/ 676035 h 849471"/>
                <a:gd name="csX1" fmla="*/ 49832 w 2673849"/>
                <a:gd name="csY1" fmla="*/ 849471 h 849471"/>
                <a:gd name="csX2" fmla="*/ 2673850 w 2673849"/>
                <a:gd name="csY2" fmla="*/ 0 h 849471"/>
                <a:gd name="csX3" fmla="*/ 0 w 2673849"/>
                <a:gd name="csY3" fmla="*/ 676035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0" y="676035"/>
                  </a:moveTo>
                  <a:cubicBezTo>
                    <a:pt x="14657" y="734295"/>
                    <a:pt x="31267" y="792189"/>
                    <a:pt x="49832" y="849471"/>
                  </a:cubicBezTo>
                  <a:lnTo>
                    <a:pt x="2673850" y="0"/>
                  </a:lnTo>
                  <a:lnTo>
                    <a:pt x="0" y="67603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FBD60780-E00B-DADD-6406-70369A0C5097}"/>
                </a:ext>
              </a:extLst>
            </p:cNvPr>
            <p:cNvSpPr/>
            <p:nvPr/>
          </p:nvSpPr>
          <p:spPr>
            <a:xfrm>
              <a:off x="-1131200" y="3412830"/>
              <a:ext cx="2712200" cy="676035"/>
            </a:xfrm>
            <a:custGeom>
              <a:avLst/>
              <a:gdLst>
                <a:gd name="csX0" fmla="*/ 0 w 2712200"/>
                <a:gd name="csY0" fmla="*/ 499667 h 676035"/>
                <a:gd name="csX1" fmla="*/ 38351 w 2712200"/>
                <a:gd name="csY1" fmla="*/ 676035 h 676035"/>
                <a:gd name="csX2" fmla="*/ 2712201 w 2712200"/>
                <a:gd name="csY2" fmla="*/ 0 h 676035"/>
                <a:gd name="csX3" fmla="*/ 0 w 2712200"/>
                <a:gd name="csY3" fmla="*/ 499667 h 676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5">
                  <a:moveTo>
                    <a:pt x="0" y="499667"/>
                  </a:moveTo>
                  <a:cubicBezTo>
                    <a:pt x="10870" y="558782"/>
                    <a:pt x="23573" y="617653"/>
                    <a:pt x="38351" y="676035"/>
                  </a:cubicBezTo>
                  <a:lnTo>
                    <a:pt x="2712201" y="0"/>
                  </a:lnTo>
                  <a:lnTo>
                    <a:pt x="0" y="4996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A231C067-3062-E5BF-D151-883B8933EF46}"/>
                </a:ext>
              </a:extLst>
            </p:cNvPr>
            <p:cNvSpPr/>
            <p:nvPr/>
          </p:nvSpPr>
          <p:spPr>
            <a:xfrm>
              <a:off x="-909885" y="3412708"/>
              <a:ext cx="2490764" cy="1345230"/>
            </a:xfrm>
            <a:custGeom>
              <a:avLst/>
              <a:gdLst>
                <a:gd name="csX0" fmla="*/ 122 w 2490764"/>
                <a:gd name="csY0" fmla="*/ 1184863 h 1345230"/>
                <a:gd name="csX1" fmla="*/ 82810 w 2490764"/>
                <a:gd name="csY1" fmla="*/ 1345230 h 1345230"/>
                <a:gd name="csX2" fmla="*/ 2490764 w 2490764"/>
                <a:gd name="csY2" fmla="*/ 0 h 1345230"/>
                <a:gd name="csX3" fmla="*/ 0 w 2490764"/>
                <a:gd name="csY3" fmla="*/ 1184741 h 1345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90764" h="1345230">
                  <a:moveTo>
                    <a:pt x="122" y="1184863"/>
                  </a:moveTo>
                  <a:cubicBezTo>
                    <a:pt x="25893" y="1239092"/>
                    <a:pt x="53374" y="1292589"/>
                    <a:pt x="82810" y="1345230"/>
                  </a:cubicBezTo>
                  <a:lnTo>
                    <a:pt x="2490764" y="0"/>
                  </a:lnTo>
                  <a:lnTo>
                    <a:pt x="0" y="11847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68F2B1E9-80E6-A16C-FB9B-C78F5F3B2657}"/>
                </a:ext>
              </a:extLst>
            </p:cNvPr>
            <p:cNvSpPr/>
            <p:nvPr/>
          </p:nvSpPr>
          <p:spPr>
            <a:xfrm>
              <a:off x="-981825" y="3412830"/>
              <a:ext cx="2562825" cy="1184740"/>
            </a:xfrm>
            <a:custGeom>
              <a:avLst/>
              <a:gdLst>
                <a:gd name="csX0" fmla="*/ 0 w 2562825"/>
                <a:gd name="csY0" fmla="*/ 1019243 h 1184740"/>
                <a:gd name="csX1" fmla="*/ 72062 w 2562825"/>
                <a:gd name="csY1" fmla="*/ 1184741 h 1184740"/>
                <a:gd name="csX2" fmla="*/ 2562826 w 2562825"/>
                <a:gd name="csY2" fmla="*/ 0 h 1184740"/>
                <a:gd name="csX3" fmla="*/ 0 w 2562825"/>
                <a:gd name="csY3" fmla="*/ 1019365 h 1184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62825" h="1184740">
                  <a:moveTo>
                    <a:pt x="0" y="1019243"/>
                  </a:moveTo>
                  <a:cubicBezTo>
                    <a:pt x="22107" y="1075060"/>
                    <a:pt x="46168" y="1130267"/>
                    <a:pt x="72062" y="1184741"/>
                  </a:cubicBezTo>
                  <a:lnTo>
                    <a:pt x="2562826" y="0"/>
                  </a:lnTo>
                  <a:lnTo>
                    <a:pt x="0" y="101936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840AB5AF-94E4-A18F-AD9B-4AF79C5D53EA}"/>
                </a:ext>
              </a:extLst>
            </p:cNvPr>
            <p:cNvSpPr/>
            <p:nvPr/>
          </p:nvSpPr>
          <p:spPr>
            <a:xfrm>
              <a:off x="-1158070" y="3412830"/>
              <a:ext cx="2739071" cy="499667"/>
            </a:xfrm>
            <a:custGeom>
              <a:avLst/>
              <a:gdLst>
                <a:gd name="csX0" fmla="*/ 0 w 2739071"/>
                <a:gd name="csY0" fmla="*/ 321224 h 499667"/>
                <a:gd name="csX1" fmla="*/ 26870 w 2739071"/>
                <a:gd name="csY1" fmla="*/ 499667 h 499667"/>
                <a:gd name="csX2" fmla="*/ 2739071 w 2739071"/>
                <a:gd name="csY2" fmla="*/ 0 h 499667"/>
                <a:gd name="csX3" fmla="*/ 0 w 2739071"/>
                <a:gd name="csY3" fmla="*/ 32122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0" y="321224"/>
                  </a:moveTo>
                  <a:cubicBezTo>
                    <a:pt x="6962" y="380949"/>
                    <a:pt x="16000" y="440430"/>
                    <a:pt x="26870" y="499667"/>
                  </a:cubicBezTo>
                  <a:lnTo>
                    <a:pt x="2739071" y="0"/>
                  </a:lnTo>
                  <a:lnTo>
                    <a:pt x="0" y="32122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" name="Freeform 106">
            <a:extLst>
              <a:ext uri="{FF2B5EF4-FFF2-40B4-BE49-F238E27FC236}">
                <a16:creationId xmlns:a16="http://schemas.microsoft.com/office/drawing/2014/main" id="{5DE37C60-7390-8AE6-FACA-787BF58D1B85}"/>
              </a:ext>
            </a:extLst>
          </p:cNvPr>
          <p:cNvSpPr/>
          <p:nvPr/>
        </p:nvSpPr>
        <p:spPr>
          <a:xfrm>
            <a:off x="-1264697" y="3132767"/>
            <a:ext cx="5591364" cy="3013637"/>
          </a:xfrm>
          <a:custGeom>
            <a:avLst/>
            <a:gdLst>
              <a:gd name="csX0" fmla="*/ 5591365 w 5591364"/>
              <a:gd name="csY0" fmla="*/ 0 h 3013637"/>
              <a:gd name="csX1" fmla="*/ 2805515 w 5591364"/>
              <a:gd name="csY1" fmla="*/ 3013638 h 3013637"/>
              <a:gd name="csX2" fmla="*/ 0 w 5591364"/>
              <a:gd name="csY2" fmla="*/ 39329 h 3013637"/>
              <a:gd name="csX3" fmla="*/ 2805759 w 5591364"/>
              <a:gd name="csY3" fmla="*/ 247208 h 3013637"/>
              <a:gd name="csX4" fmla="*/ 5591365 w 5591364"/>
              <a:gd name="csY4" fmla="*/ 122 h 3013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1364" h="3013637">
                <a:moveTo>
                  <a:pt x="5591365" y="0"/>
                </a:moveTo>
                <a:cubicBezTo>
                  <a:pt x="5579396" y="1961417"/>
                  <a:pt x="4185066" y="3013882"/>
                  <a:pt x="2805515" y="3013638"/>
                </a:cubicBezTo>
                <a:cubicBezTo>
                  <a:pt x="1425964" y="3013394"/>
                  <a:pt x="11481" y="1999647"/>
                  <a:pt x="0" y="39329"/>
                </a:cubicBezTo>
                <a:cubicBezTo>
                  <a:pt x="931792" y="245131"/>
                  <a:pt x="1886791" y="245864"/>
                  <a:pt x="2805759" y="247208"/>
                </a:cubicBezTo>
                <a:cubicBezTo>
                  <a:pt x="3724727" y="248551"/>
                  <a:pt x="4657374" y="210933"/>
                  <a:pt x="5591365" y="122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8" name="Graphic 5">
            <a:extLst>
              <a:ext uri="{FF2B5EF4-FFF2-40B4-BE49-F238E27FC236}">
                <a16:creationId xmlns:a16="http://schemas.microsoft.com/office/drawing/2014/main" id="{46E06AFA-FA2A-EB0F-653A-770923EAE1AB}"/>
              </a:ext>
            </a:extLst>
          </p:cNvPr>
          <p:cNvGrpSpPr/>
          <p:nvPr/>
        </p:nvGrpSpPr>
        <p:grpSpPr>
          <a:xfrm>
            <a:off x="-1616089" y="222580"/>
            <a:ext cx="6314544" cy="7714981"/>
            <a:chOff x="-1616089" y="222580"/>
            <a:chExt cx="6314544" cy="7714981"/>
          </a:xfrm>
        </p:grpSpPr>
        <p:grpSp>
          <p:nvGrpSpPr>
            <p:cNvPr id="109" name="Graphic 5">
              <a:extLst>
                <a:ext uri="{FF2B5EF4-FFF2-40B4-BE49-F238E27FC236}">
                  <a16:creationId xmlns:a16="http://schemas.microsoft.com/office/drawing/2014/main" id="{44DE9B7F-171F-6B73-7CAF-AEE98235F789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  <a:solidFill>
              <a:srgbClr val="01253E"/>
            </a:solidFill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EB326124-A331-8DC9-BF4F-B8A1F27AD266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B730F318-C23A-94ED-E4AB-BEE48C362A6D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2" name="Graphic 5">
                <a:extLst>
                  <a:ext uri="{FF2B5EF4-FFF2-40B4-BE49-F238E27FC236}">
                    <a16:creationId xmlns:a16="http://schemas.microsoft.com/office/drawing/2014/main" id="{B0A724F2-EA8F-C775-8791-26F1F40E4121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53" cy="7546675"/>
                <a:chOff x="-1544393" y="356077"/>
                <a:chExt cx="6108253" cy="7546675"/>
              </a:xfrm>
              <a:solidFill>
                <a:srgbClr val="01253E"/>
              </a:solidFill>
            </p:grpSpPr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F975D9BF-1F11-7D2B-CA01-3B14F9A40852}"/>
                    </a:ext>
                  </a:extLst>
                </p:cNvPr>
                <p:cNvSpPr/>
                <p:nvPr/>
              </p:nvSpPr>
              <p:spPr>
                <a:xfrm>
                  <a:off x="-680754" y="33449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004C1F8D-53D9-D3D5-4F5F-228259761FDE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C488AFE5-6317-C309-4EF8-38A54B1F9988}"/>
                    </a:ext>
                  </a:extLst>
                </p:cNvPr>
                <p:cNvSpPr/>
                <p:nvPr/>
              </p:nvSpPr>
              <p:spPr>
                <a:xfrm>
                  <a:off x="-95468" y="35806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6B309B88-98D9-2D96-158C-BC9954E197EF}"/>
                    </a:ext>
                  </a:extLst>
                </p:cNvPr>
                <p:cNvSpPr/>
                <p:nvPr/>
              </p:nvSpPr>
              <p:spPr>
                <a:xfrm>
                  <a:off x="-317882" y="3918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D82B4480-7D6A-4FF3-451E-963B836D2EBD}"/>
                    </a:ext>
                  </a:extLst>
                </p:cNvPr>
                <p:cNvSpPr/>
                <p:nvPr/>
              </p:nvSpPr>
              <p:spPr>
                <a:xfrm>
                  <a:off x="-352813" y="37379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B961896A-FC95-858E-5A78-F23C56051BB5}"/>
                    </a:ext>
                  </a:extLst>
                </p:cNvPr>
                <p:cNvSpPr/>
                <p:nvPr/>
              </p:nvSpPr>
              <p:spPr>
                <a:xfrm>
                  <a:off x="299160" y="39514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B4E2F754-4AE2-6E9A-B77A-8D2D8B9EE934}"/>
                    </a:ext>
                  </a:extLst>
                </p:cNvPr>
                <p:cNvSpPr/>
                <p:nvPr/>
              </p:nvSpPr>
              <p:spPr>
                <a:xfrm>
                  <a:off x="-67498" y="42232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3CA2AFFB-F9AA-7A87-EA6B-6B68DA8685BE}"/>
                    </a:ext>
                  </a:extLst>
                </p:cNvPr>
                <p:cNvSpPr/>
                <p:nvPr/>
              </p:nvSpPr>
              <p:spPr>
                <a:xfrm>
                  <a:off x="-173270" y="374138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7FDA5696-D060-A216-A2CA-E7096376DDC5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6F04AE2D-56EA-9088-795D-E4199F6BC985}"/>
                    </a:ext>
                  </a:extLst>
                </p:cNvPr>
                <p:cNvSpPr/>
                <p:nvPr/>
              </p:nvSpPr>
              <p:spPr>
                <a:xfrm>
                  <a:off x="-950557" y="3862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610D824F-39E8-790F-371C-EB249F3EDF0C}"/>
                    </a:ext>
                  </a:extLst>
                </p:cNvPr>
                <p:cNvSpPr/>
                <p:nvPr/>
              </p:nvSpPr>
              <p:spPr>
                <a:xfrm>
                  <a:off x="-1097123" y="38439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B05051AF-2553-8E37-9A2F-F88B810D224A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9A86C985-4771-6A1C-9755-6B72446E6884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7EE91A3D-F8E4-32D7-A8AB-E500249744C2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EBC1A18B-AA5A-4D7E-561F-D42D64175833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3FF5763D-707C-EE66-F6F8-1CFDD3BE0D2A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06F5435D-7E56-D22D-A3FF-B9AF2F0CE091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B8237F9F-41DD-B598-0C85-9E1FD1A5F7F6}"/>
                    </a:ext>
                  </a:extLst>
                </p:cNvPr>
                <p:cNvSpPr/>
                <p:nvPr/>
              </p:nvSpPr>
              <p:spPr>
                <a:xfrm>
                  <a:off x="-433180" y="49350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80DABDA7-2C4B-4378-5935-3BC843A4D6A3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6E2373F3-7CED-830A-6E7B-E909D8C3043C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91C22F1F-6DCD-E864-AF07-F13C4089791F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86C29274-AE74-53ED-5C17-F7C0829869B4}"/>
                    </a:ext>
                  </a:extLst>
                </p:cNvPr>
                <p:cNvSpPr/>
                <p:nvPr/>
              </p:nvSpPr>
              <p:spPr>
                <a:xfrm>
                  <a:off x="741056" y="56207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5C0E3ABF-F2D1-358A-5FC2-F928021A0DD6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7DFB4639-1EB6-5027-9306-C6D8D09B05D0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BF142784-41D8-9478-81CE-C22564CFEAF8}"/>
                    </a:ext>
                  </a:extLst>
                </p:cNvPr>
                <p:cNvSpPr/>
                <p:nvPr/>
              </p:nvSpPr>
              <p:spPr>
                <a:xfrm>
                  <a:off x="-19620" y="53510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5210FF4C-726F-F65F-8454-07CBE0D4BABE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901EE39E-B93A-5C60-CBB5-1765C52554A3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FE1DFAD8-F92A-DDBF-10F1-FFE6E2F7DA10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065D2DFB-5688-04BF-1FCF-2A0A6D74FA05}"/>
                    </a:ext>
                  </a:extLst>
                </p:cNvPr>
                <p:cNvSpPr/>
                <p:nvPr/>
              </p:nvSpPr>
              <p:spPr>
                <a:xfrm>
                  <a:off x="-757701" y="50789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4AF45E1F-E565-4A97-1164-4BF5E307F8C4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98FA45AD-96A7-8DBC-E2D0-70A1BA9ECE69}"/>
                    </a:ext>
                  </a:extLst>
                </p:cNvPr>
                <p:cNvSpPr/>
                <p:nvPr/>
              </p:nvSpPr>
              <p:spPr>
                <a:xfrm>
                  <a:off x="-1158925" y="43342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2127F2DD-F0AF-00E8-F330-C90523FE6ABA}"/>
                    </a:ext>
                  </a:extLst>
                </p:cNvPr>
                <p:cNvSpPr/>
                <p:nvPr/>
              </p:nvSpPr>
              <p:spPr>
                <a:xfrm>
                  <a:off x="-733029" y="528374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BAC3B1BB-E932-9A64-678B-6E71E4167D7D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8AE8D1DE-6322-95AA-9360-A59EFB0217F5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DA4800FB-40B4-F8F1-CA03-AE4DD04C19F4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3301AD66-E77F-45C7-57DC-75063BE2C2CC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57770BA4-08BF-3BA3-47C5-B5CD6F5CF589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55DC5B1F-57C0-C2F2-B039-B949237886BB}"/>
                    </a:ext>
                  </a:extLst>
                </p:cNvPr>
                <p:cNvSpPr/>
                <p:nvPr/>
              </p:nvSpPr>
              <p:spPr>
                <a:xfrm>
                  <a:off x="919988" y="65151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705FEF94-77AB-725C-F68C-3C5764C95045}"/>
                    </a:ext>
                  </a:extLst>
                </p:cNvPr>
                <p:cNvSpPr/>
                <p:nvPr/>
              </p:nvSpPr>
              <p:spPr>
                <a:xfrm>
                  <a:off x="451832" y="61871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456131DD-3200-257C-C496-0651F0771E21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6B85823E-A0C2-BD4B-76AE-9D2A866D491C}"/>
                    </a:ext>
                  </a:extLst>
                </p:cNvPr>
                <p:cNvSpPr/>
                <p:nvPr/>
              </p:nvSpPr>
              <p:spPr>
                <a:xfrm>
                  <a:off x="120960" y="61773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43964876-B5ED-8B21-CA28-333098A01564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0DF9DE19-478C-A737-7145-0422E786EC40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5F08AD11-F69E-0A61-6108-D0070952CDEC}"/>
                    </a:ext>
                  </a:extLst>
                </p:cNvPr>
                <p:cNvSpPr/>
                <p:nvPr/>
              </p:nvSpPr>
              <p:spPr>
                <a:xfrm>
                  <a:off x="-248263" y="542346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94801157-C612-D681-4F99-B687FA3CE651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598B01E4-EA59-FA61-51AD-A9D26B385025}"/>
                    </a:ext>
                  </a:extLst>
                </p:cNvPr>
                <p:cNvSpPr/>
                <p:nvPr/>
              </p:nvSpPr>
              <p:spPr>
                <a:xfrm>
                  <a:off x="-293332" y="563574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76DDDAF1-2AB4-C1A3-5CE0-A7D7BCDE59DD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13F9CB9B-EEDB-33F7-3CBE-D2D3F36E4F89}"/>
                    </a:ext>
                  </a:extLst>
                </p:cNvPr>
                <p:cNvSpPr/>
                <p:nvPr/>
              </p:nvSpPr>
              <p:spPr>
                <a:xfrm>
                  <a:off x="407252" y="38624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F45FA6C2-06E1-B2D9-6856-601BC1EF1E55}"/>
                    </a:ext>
                  </a:extLst>
                </p:cNvPr>
                <p:cNvSpPr/>
                <p:nvPr/>
              </p:nvSpPr>
              <p:spPr>
                <a:xfrm>
                  <a:off x="583864" y="357063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1C782BFF-1CF6-15CC-B9DB-CD75A57EE268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EC9050C5-E1B0-4AEB-447B-019D7D85175D}"/>
                    </a:ext>
                  </a:extLst>
                </p:cNvPr>
                <p:cNvSpPr/>
                <p:nvPr/>
              </p:nvSpPr>
              <p:spPr>
                <a:xfrm>
                  <a:off x="562978" y="36842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8DFD064C-5B5D-50B6-66A0-454531CDDAF5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D4ADE885-625B-DC99-78A4-100F7D0955D2}"/>
                    </a:ext>
                  </a:extLst>
                </p:cNvPr>
                <p:cNvSpPr/>
                <p:nvPr/>
              </p:nvSpPr>
              <p:spPr>
                <a:xfrm>
                  <a:off x="988996" y="38108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FEB30DE1-CA2B-B2EA-8ECE-B87C00AE5B2B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5368696E-A9C8-7A1B-4D24-17D68D578717}"/>
                    </a:ext>
                  </a:extLst>
                </p:cNvPr>
                <p:cNvSpPr/>
                <p:nvPr/>
              </p:nvSpPr>
              <p:spPr>
                <a:xfrm>
                  <a:off x="263129" y="34781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8D960AA9-1BFB-4CC8-4CB8-B4F99EABC230}"/>
                    </a:ext>
                  </a:extLst>
                </p:cNvPr>
                <p:cNvSpPr/>
                <p:nvPr/>
              </p:nvSpPr>
              <p:spPr>
                <a:xfrm>
                  <a:off x="-224690" y="40828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E0B414F-0009-41EC-2B2C-8AEE546ACB54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CBE01440-C115-5479-1A0E-4C4F5814258E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6B18A847-5398-A977-D299-F153CD7F75CD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3417FC24-99EB-B432-635B-333B3DD7F973}"/>
                    </a:ext>
                  </a:extLst>
                </p:cNvPr>
                <p:cNvSpPr/>
                <p:nvPr/>
              </p:nvSpPr>
              <p:spPr>
                <a:xfrm>
                  <a:off x="1301426" y="48470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AFADF4A2-6695-95E8-9BB3-8670EFAEEE62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Oval 173">
                  <a:extLst>
                    <a:ext uri="{FF2B5EF4-FFF2-40B4-BE49-F238E27FC236}">
                      <a16:creationId xmlns:a16="http://schemas.microsoft.com/office/drawing/2014/main" id="{9515A3FC-0300-B72D-EFFE-7A8B0C375BAB}"/>
                    </a:ext>
                  </a:extLst>
                </p:cNvPr>
                <p:cNvSpPr/>
                <p:nvPr/>
              </p:nvSpPr>
              <p:spPr>
                <a:xfrm>
                  <a:off x="2650931" y="4728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FBEB45A4-8AF4-0A1F-555C-A967FAED4996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073511C9-08E4-E282-AAF1-67BA2C6A6E51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Oval 176">
                  <a:extLst>
                    <a:ext uri="{FF2B5EF4-FFF2-40B4-BE49-F238E27FC236}">
                      <a16:creationId xmlns:a16="http://schemas.microsoft.com/office/drawing/2014/main" id="{717C07B3-0B0F-C39A-8F49-3E3AE1DEEB3B}"/>
                    </a:ext>
                  </a:extLst>
                </p:cNvPr>
                <p:cNvSpPr/>
                <p:nvPr/>
              </p:nvSpPr>
              <p:spPr>
                <a:xfrm>
                  <a:off x="2210012" y="40968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E56035BF-DAE0-B2DB-2490-DFB7C9C75B6E}"/>
                    </a:ext>
                  </a:extLst>
                </p:cNvPr>
                <p:cNvSpPr/>
                <p:nvPr/>
              </p:nvSpPr>
              <p:spPr>
                <a:xfrm>
                  <a:off x="2749985" y="3796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82A0636F-147B-3EC1-46DE-44094943720F}"/>
                    </a:ext>
                  </a:extLst>
                </p:cNvPr>
                <p:cNvSpPr/>
                <p:nvPr/>
              </p:nvSpPr>
              <p:spPr>
                <a:xfrm>
                  <a:off x="2038163" y="4342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E3AB1579-D21A-A195-0008-9F4E4BA77C6A}"/>
                    </a:ext>
                  </a:extLst>
                </p:cNvPr>
                <p:cNvSpPr/>
                <p:nvPr/>
              </p:nvSpPr>
              <p:spPr>
                <a:xfrm>
                  <a:off x="2441952" y="3503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9EAA9A9D-E0D9-2FEC-F391-54674D3F253E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AF1989CE-0164-D727-15DA-2CC76EC83BAC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030F686D-478D-B0B6-F73C-6993326CF8D7}"/>
                    </a:ext>
                  </a:extLst>
                </p:cNvPr>
                <p:cNvSpPr/>
                <p:nvPr/>
              </p:nvSpPr>
              <p:spPr>
                <a:xfrm>
                  <a:off x="2087996" y="5131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B5310C0E-B704-8F38-6F74-ED7E8A332B7A}"/>
                    </a:ext>
                  </a:extLst>
                </p:cNvPr>
                <p:cNvSpPr/>
                <p:nvPr/>
              </p:nvSpPr>
              <p:spPr>
                <a:xfrm>
                  <a:off x="2898383" y="46356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56B129A7-3AD8-248A-FF9A-CA235DD72A40}"/>
                    </a:ext>
                  </a:extLst>
                </p:cNvPr>
                <p:cNvSpPr/>
                <p:nvPr/>
              </p:nvSpPr>
              <p:spPr>
                <a:xfrm>
                  <a:off x="2202073" y="548930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60B69A25-7138-23A1-6590-F58735AAAF65}"/>
                    </a:ext>
                  </a:extLst>
                </p:cNvPr>
                <p:cNvSpPr/>
                <p:nvPr/>
              </p:nvSpPr>
              <p:spPr>
                <a:xfrm>
                  <a:off x="1848116" y="439701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E0729B16-FBC7-6AE7-8C26-434C981805BC}"/>
                    </a:ext>
                  </a:extLst>
                </p:cNvPr>
                <p:cNvSpPr/>
                <p:nvPr/>
              </p:nvSpPr>
              <p:spPr>
                <a:xfrm>
                  <a:off x="1679932" y="49976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36765ED1-2424-E575-4419-132423B6A08A}"/>
                    </a:ext>
                  </a:extLst>
                </p:cNvPr>
                <p:cNvSpPr/>
                <p:nvPr/>
              </p:nvSpPr>
              <p:spPr>
                <a:xfrm>
                  <a:off x="1232540" y="53097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5ACA333D-A272-4516-1175-A3E1D53F864B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8BC9D024-09B5-41E3-7CBC-4B6A17EBAE9F}"/>
                    </a:ext>
                  </a:extLst>
                </p:cNvPr>
                <p:cNvSpPr/>
                <p:nvPr/>
              </p:nvSpPr>
              <p:spPr>
                <a:xfrm>
                  <a:off x="381359" y="45001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CB55CB4A-48C7-633E-BCD4-2B40577A52A7}"/>
                    </a:ext>
                  </a:extLst>
                </p:cNvPr>
                <p:cNvSpPr/>
                <p:nvPr/>
              </p:nvSpPr>
              <p:spPr>
                <a:xfrm>
                  <a:off x="1444572" y="5067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6E4E9EA4-3CE9-B2E9-94CD-F70F2A2A5328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95F710AB-589A-E0F1-0D45-44A59B2D1AF5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4A7CA20F-ECF7-773D-DBA8-8E5E6D6C9528}"/>
                    </a:ext>
                  </a:extLst>
                </p:cNvPr>
                <p:cNvSpPr/>
                <p:nvPr/>
              </p:nvSpPr>
              <p:spPr>
                <a:xfrm>
                  <a:off x="1845551" y="66747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42438948-33A3-2833-6265-735EF1DC10BB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2EA6BC5A-5362-6817-B596-AFA241828129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D1FE9E01-6F86-C989-C4B0-57CE5B730BAC}"/>
                    </a:ext>
                  </a:extLst>
                </p:cNvPr>
                <p:cNvSpPr/>
                <p:nvPr/>
              </p:nvSpPr>
              <p:spPr>
                <a:xfrm>
                  <a:off x="914370" y="63987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4E0E97FC-3B38-B9F3-1B89-9640A7CF4C7F}"/>
                    </a:ext>
                  </a:extLst>
                </p:cNvPr>
                <p:cNvSpPr/>
                <p:nvPr/>
              </p:nvSpPr>
              <p:spPr>
                <a:xfrm>
                  <a:off x="409695" y="72951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4440A238-3AF6-E14F-1BE8-23351F49580D}"/>
                    </a:ext>
                  </a:extLst>
                </p:cNvPr>
                <p:cNvSpPr/>
                <p:nvPr/>
              </p:nvSpPr>
              <p:spPr>
                <a:xfrm>
                  <a:off x="560413" y="64425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5E86EF0E-2C34-BCFE-94CB-C6179CD9DC01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038FC496-5038-325C-51E8-458677F24CC9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C112D9D9-FDB4-03C5-879B-6B21C4284B6B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9126645D-8C23-48BE-3DA0-937497E2B6B7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C27D0A85-76DA-6A2E-5D25-623B68C62A68}"/>
                    </a:ext>
                  </a:extLst>
                </p:cNvPr>
                <p:cNvSpPr/>
                <p:nvPr/>
              </p:nvSpPr>
              <p:spPr>
                <a:xfrm>
                  <a:off x="-360874" y="76173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256A8998-A9F1-0D33-6836-7F757F6654C9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0C6B6D07-962B-00F9-DE85-62F8F00D388A}"/>
                    </a:ext>
                  </a:extLst>
                </p:cNvPr>
                <p:cNvSpPr/>
                <p:nvPr/>
              </p:nvSpPr>
              <p:spPr>
                <a:xfrm>
                  <a:off x="23494" y="71299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D6C2F403-9FE1-58CD-C747-8F128B2FE706}"/>
                    </a:ext>
                  </a:extLst>
                </p:cNvPr>
                <p:cNvSpPr/>
                <p:nvPr/>
              </p:nvSpPr>
              <p:spPr>
                <a:xfrm>
                  <a:off x="-237026" y="69228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03364989-233F-601F-4602-E3AF3721FFF1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AF84098C-354E-6499-5DCF-916374D8D4AF}"/>
                    </a:ext>
                  </a:extLst>
                </p:cNvPr>
                <p:cNvSpPr/>
                <p:nvPr/>
              </p:nvSpPr>
              <p:spPr>
                <a:xfrm>
                  <a:off x="-90949" y="7303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BA84BF46-47DE-8918-4731-DD7A3657536E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Oval 210">
                  <a:extLst>
                    <a:ext uri="{FF2B5EF4-FFF2-40B4-BE49-F238E27FC236}">
                      <a16:creationId xmlns:a16="http://schemas.microsoft.com/office/drawing/2014/main" id="{32C71EF9-3925-6C27-D718-BADDE192C38C}"/>
                    </a:ext>
                  </a:extLst>
                </p:cNvPr>
                <p:cNvSpPr/>
                <p:nvPr/>
              </p:nvSpPr>
              <p:spPr>
                <a:xfrm>
                  <a:off x="771712" y="77074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Oval 211">
                  <a:extLst>
                    <a:ext uri="{FF2B5EF4-FFF2-40B4-BE49-F238E27FC236}">
                      <a16:creationId xmlns:a16="http://schemas.microsoft.com/office/drawing/2014/main" id="{7650856A-D8D7-5032-64B6-BC943AB1BD0B}"/>
                    </a:ext>
                  </a:extLst>
                </p:cNvPr>
                <p:cNvSpPr/>
                <p:nvPr/>
              </p:nvSpPr>
              <p:spPr>
                <a:xfrm>
                  <a:off x="469542" y="78080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A129F4D1-9A7D-3873-C222-DC960490D4DB}"/>
                    </a:ext>
                  </a:extLst>
                </p:cNvPr>
                <p:cNvSpPr/>
                <p:nvPr/>
              </p:nvSpPr>
              <p:spPr>
                <a:xfrm>
                  <a:off x="338977" y="75111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Oval 213">
                  <a:extLst>
                    <a:ext uri="{FF2B5EF4-FFF2-40B4-BE49-F238E27FC236}">
                      <a16:creationId xmlns:a16="http://schemas.microsoft.com/office/drawing/2014/main" id="{45113B7E-F83B-E74A-C931-C4ED6A1C1D73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D686A002-D374-6EF5-0204-C4919A426452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id="{89EE5378-67A7-D68C-D335-B5AAA58F1D68}"/>
                    </a:ext>
                  </a:extLst>
                </p:cNvPr>
                <p:cNvSpPr/>
                <p:nvPr/>
              </p:nvSpPr>
              <p:spPr>
                <a:xfrm>
                  <a:off x="929515" y="747197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8B21AC94-77B2-1772-7842-357C52BDD761}"/>
                    </a:ext>
                  </a:extLst>
                </p:cNvPr>
                <p:cNvSpPr/>
                <p:nvPr/>
              </p:nvSpPr>
              <p:spPr>
                <a:xfrm>
                  <a:off x="1439808" y="70917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A8B16CAB-C865-EE1E-4DFC-89249798B170}"/>
                    </a:ext>
                  </a:extLst>
                </p:cNvPr>
                <p:cNvSpPr/>
                <p:nvPr/>
              </p:nvSpPr>
              <p:spPr>
                <a:xfrm>
                  <a:off x="1948636" y="76362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BA23AA97-F42B-DF22-198D-99F149FBD899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AA2390C4-C373-2CA3-EA6D-D40890990200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3DD627E8-12E0-8E81-DF2F-E82EE1304FC1}"/>
                    </a:ext>
                  </a:extLst>
                </p:cNvPr>
                <p:cNvSpPr/>
                <p:nvPr/>
              </p:nvSpPr>
              <p:spPr>
                <a:xfrm>
                  <a:off x="1776421" y="7635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C07BC8B3-F2D2-448E-8928-46FDED6DB475}"/>
                    </a:ext>
                  </a:extLst>
                </p:cNvPr>
                <p:cNvSpPr/>
                <p:nvPr/>
              </p:nvSpPr>
              <p:spPr>
                <a:xfrm>
                  <a:off x="1989552" y="72876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6CDD018D-251B-395E-5EA8-0EB3B42CA4C9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DAEB252E-7719-CB14-0ADA-07994D8BDEE3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4F047FEE-4075-0541-E03E-930392EC9C2E}"/>
                    </a:ext>
                  </a:extLst>
                </p:cNvPr>
                <p:cNvSpPr/>
                <p:nvPr/>
              </p:nvSpPr>
              <p:spPr>
                <a:xfrm>
                  <a:off x="3276156" y="7699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6F7D5CFF-140E-916E-C01E-22F259AF3AC2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C3306018-9B71-4CB8-FF6F-534BF36A8378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BD3A2E3A-2424-F384-A2E8-ACB95B453DE4}"/>
                    </a:ext>
                  </a:extLst>
                </p:cNvPr>
                <p:cNvSpPr/>
                <p:nvPr/>
              </p:nvSpPr>
              <p:spPr>
                <a:xfrm>
                  <a:off x="2057705" y="77105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25EA1184-C948-57A1-3776-6AE7E4CA679A}"/>
                    </a:ext>
                  </a:extLst>
                </p:cNvPr>
                <p:cNvSpPr/>
                <p:nvPr/>
              </p:nvSpPr>
              <p:spPr>
                <a:xfrm>
                  <a:off x="1611412" y="7731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" name="Oval 229">
                  <a:extLst>
                    <a:ext uri="{FF2B5EF4-FFF2-40B4-BE49-F238E27FC236}">
                      <a16:creationId xmlns:a16="http://schemas.microsoft.com/office/drawing/2014/main" id="{06E76EAF-4839-B5C0-5CDE-C0BB353498EF}"/>
                    </a:ext>
                  </a:extLst>
                </p:cNvPr>
                <p:cNvSpPr/>
                <p:nvPr/>
              </p:nvSpPr>
              <p:spPr>
                <a:xfrm>
                  <a:off x="740079" y="72543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1" name="Oval 230">
                  <a:extLst>
                    <a:ext uri="{FF2B5EF4-FFF2-40B4-BE49-F238E27FC236}">
                      <a16:creationId xmlns:a16="http://schemas.microsoft.com/office/drawing/2014/main" id="{79FF1238-7E13-45EB-BB3C-F33B9F1EE8FD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2" name="Oval 231">
                  <a:extLst>
                    <a:ext uri="{FF2B5EF4-FFF2-40B4-BE49-F238E27FC236}">
                      <a16:creationId xmlns:a16="http://schemas.microsoft.com/office/drawing/2014/main" id="{B7CCDD28-5C99-2CB8-4767-73358DEFEE35}"/>
                    </a:ext>
                  </a:extLst>
                </p:cNvPr>
                <p:cNvSpPr/>
                <p:nvPr/>
              </p:nvSpPr>
              <p:spPr>
                <a:xfrm>
                  <a:off x="1236448" y="67484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3" name="Oval 232">
                  <a:extLst>
                    <a:ext uri="{FF2B5EF4-FFF2-40B4-BE49-F238E27FC236}">
                      <a16:creationId xmlns:a16="http://schemas.microsoft.com/office/drawing/2014/main" id="{1986D525-43EF-DD06-3666-E46A39682E02}"/>
                    </a:ext>
                  </a:extLst>
                </p:cNvPr>
                <p:cNvSpPr/>
                <p:nvPr/>
              </p:nvSpPr>
              <p:spPr>
                <a:xfrm>
                  <a:off x="1741123" y="6844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4" name="Oval 233">
                  <a:extLst>
                    <a:ext uri="{FF2B5EF4-FFF2-40B4-BE49-F238E27FC236}">
                      <a16:creationId xmlns:a16="http://schemas.microsoft.com/office/drawing/2014/main" id="{5DFEBE9B-967B-02E0-6275-08825A8FE221}"/>
                    </a:ext>
                  </a:extLst>
                </p:cNvPr>
                <p:cNvSpPr/>
                <p:nvPr/>
              </p:nvSpPr>
              <p:spPr>
                <a:xfrm>
                  <a:off x="1260876" y="682353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" name="Oval 234">
                  <a:extLst>
                    <a:ext uri="{FF2B5EF4-FFF2-40B4-BE49-F238E27FC236}">
                      <a16:creationId xmlns:a16="http://schemas.microsoft.com/office/drawing/2014/main" id="{C922B6F8-3647-F374-3D04-5DE92F4E507F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" name="Oval 235">
                  <a:extLst>
                    <a:ext uri="{FF2B5EF4-FFF2-40B4-BE49-F238E27FC236}">
                      <a16:creationId xmlns:a16="http://schemas.microsoft.com/office/drawing/2014/main" id="{01EED9FC-E096-3DA3-D4FE-B2F7B74F948D}"/>
                    </a:ext>
                  </a:extLst>
                </p:cNvPr>
                <p:cNvSpPr/>
                <p:nvPr/>
              </p:nvSpPr>
              <p:spPr>
                <a:xfrm>
                  <a:off x="2274012" y="69914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23661C2C-BB00-4715-B9A0-AA7DDBB9A780}"/>
                    </a:ext>
                  </a:extLst>
                </p:cNvPr>
                <p:cNvSpPr/>
                <p:nvPr/>
              </p:nvSpPr>
              <p:spPr>
                <a:xfrm>
                  <a:off x="1176723" y="57598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" name="Oval 237">
                  <a:extLst>
                    <a:ext uri="{FF2B5EF4-FFF2-40B4-BE49-F238E27FC236}">
                      <a16:creationId xmlns:a16="http://schemas.microsoft.com/office/drawing/2014/main" id="{BE46F638-7C46-FFA1-56BD-CC55FD53C5BC}"/>
                    </a:ext>
                  </a:extLst>
                </p:cNvPr>
                <p:cNvSpPr/>
                <p:nvPr/>
              </p:nvSpPr>
              <p:spPr>
                <a:xfrm>
                  <a:off x="2653862" y="623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" name="Oval 238">
                  <a:extLst>
                    <a:ext uri="{FF2B5EF4-FFF2-40B4-BE49-F238E27FC236}">
                      <a16:creationId xmlns:a16="http://schemas.microsoft.com/office/drawing/2014/main" id="{D160DF8A-8D23-B37E-DB06-74156A63BA71}"/>
                    </a:ext>
                  </a:extLst>
                </p:cNvPr>
                <p:cNvSpPr/>
                <p:nvPr/>
              </p:nvSpPr>
              <p:spPr>
                <a:xfrm>
                  <a:off x="2245310" y="6663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0" name="Oval 239">
                  <a:extLst>
                    <a:ext uri="{FF2B5EF4-FFF2-40B4-BE49-F238E27FC236}">
                      <a16:creationId xmlns:a16="http://schemas.microsoft.com/office/drawing/2014/main" id="{8F78E350-6958-64BE-30A6-0386AC9231BA}"/>
                    </a:ext>
                  </a:extLst>
                </p:cNvPr>
                <p:cNvSpPr/>
                <p:nvPr/>
              </p:nvSpPr>
              <p:spPr>
                <a:xfrm>
                  <a:off x="2446838" y="58169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id="{E6CA3A4C-C642-34F3-D726-C986DAB41A40}"/>
                    </a:ext>
                  </a:extLst>
                </p:cNvPr>
                <p:cNvSpPr/>
                <p:nvPr/>
              </p:nvSpPr>
              <p:spPr>
                <a:xfrm>
                  <a:off x="2094225" y="56892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id="{88F586B9-AA64-881A-612E-FCB0497987F0}"/>
                    </a:ext>
                  </a:extLst>
                </p:cNvPr>
                <p:cNvSpPr/>
                <p:nvPr/>
              </p:nvSpPr>
              <p:spPr>
                <a:xfrm>
                  <a:off x="1541427" y="65418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" name="Oval 242">
                  <a:extLst>
                    <a:ext uri="{FF2B5EF4-FFF2-40B4-BE49-F238E27FC236}">
                      <a16:creationId xmlns:a16="http://schemas.microsoft.com/office/drawing/2014/main" id="{36C4EA9D-AB15-E31A-41BE-CE237E5EEA21}"/>
                    </a:ext>
                  </a:extLst>
                </p:cNvPr>
                <p:cNvSpPr/>
                <p:nvPr/>
              </p:nvSpPr>
              <p:spPr>
                <a:xfrm>
                  <a:off x="2240546" y="52135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" name="Oval 243">
                  <a:extLst>
                    <a:ext uri="{FF2B5EF4-FFF2-40B4-BE49-F238E27FC236}">
                      <a16:creationId xmlns:a16="http://schemas.microsoft.com/office/drawing/2014/main" id="{5C4F5CF5-37E4-F112-DD64-1DBC5602C49A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" name="Oval 244">
                  <a:extLst>
                    <a:ext uri="{FF2B5EF4-FFF2-40B4-BE49-F238E27FC236}">
                      <a16:creationId xmlns:a16="http://schemas.microsoft.com/office/drawing/2014/main" id="{E72F5CDD-360C-713C-99DF-0380CD1F3956}"/>
                    </a:ext>
                  </a:extLst>
                </p:cNvPr>
                <p:cNvSpPr/>
                <p:nvPr/>
              </p:nvSpPr>
              <p:spPr>
                <a:xfrm>
                  <a:off x="3402569" y="51377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05ED5D52-3B68-DCFC-9AFD-84B8B82E7CC9}"/>
                    </a:ext>
                  </a:extLst>
                </p:cNvPr>
                <p:cNvSpPr/>
                <p:nvPr/>
              </p:nvSpPr>
              <p:spPr>
                <a:xfrm>
                  <a:off x="3682021" y="49187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7" name="Oval 246">
                  <a:extLst>
                    <a:ext uri="{FF2B5EF4-FFF2-40B4-BE49-F238E27FC236}">
                      <a16:creationId xmlns:a16="http://schemas.microsoft.com/office/drawing/2014/main" id="{431E6AB2-1D80-FCB9-8A0D-B6245F64C0B1}"/>
                    </a:ext>
                  </a:extLst>
                </p:cNvPr>
                <p:cNvSpPr/>
                <p:nvPr/>
              </p:nvSpPr>
              <p:spPr>
                <a:xfrm>
                  <a:off x="3748587" y="48799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450A5B53-1472-D953-766B-894B83F7A802}"/>
                    </a:ext>
                  </a:extLst>
                </p:cNvPr>
                <p:cNvSpPr/>
                <p:nvPr/>
              </p:nvSpPr>
              <p:spPr>
                <a:xfrm>
                  <a:off x="3036032" y="55420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9" name="Oval 248">
                  <a:extLst>
                    <a:ext uri="{FF2B5EF4-FFF2-40B4-BE49-F238E27FC236}">
                      <a16:creationId xmlns:a16="http://schemas.microsoft.com/office/drawing/2014/main" id="{3AEC6482-0242-0AD9-16AF-CF9B72C08106}"/>
                    </a:ext>
                  </a:extLst>
                </p:cNvPr>
                <p:cNvSpPr/>
                <p:nvPr/>
              </p:nvSpPr>
              <p:spPr>
                <a:xfrm>
                  <a:off x="2685007" y="58860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880F1ECB-AACA-FAC1-1BAD-A426BF822A92}"/>
                    </a:ext>
                  </a:extLst>
                </p:cNvPr>
                <p:cNvSpPr/>
                <p:nvPr/>
              </p:nvSpPr>
              <p:spPr>
                <a:xfrm>
                  <a:off x="3249530" y="48282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1" name="Oval 250">
                  <a:extLst>
                    <a:ext uri="{FF2B5EF4-FFF2-40B4-BE49-F238E27FC236}">
                      <a16:creationId xmlns:a16="http://schemas.microsoft.com/office/drawing/2014/main" id="{A1232A5C-94A5-05D4-A48C-CDD3D86F8AB8}"/>
                    </a:ext>
                  </a:extLst>
                </p:cNvPr>
                <p:cNvSpPr/>
                <p:nvPr/>
              </p:nvSpPr>
              <p:spPr>
                <a:xfrm>
                  <a:off x="3395730" y="47887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2" name="Oval 251">
                  <a:extLst>
                    <a:ext uri="{FF2B5EF4-FFF2-40B4-BE49-F238E27FC236}">
                      <a16:creationId xmlns:a16="http://schemas.microsoft.com/office/drawing/2014/main" id="{A737BF01-6461-0DDE-D863-A9EC6BD85CBA}"/>
                    </a:ext>
                  </a:extLst>
                </p:cNvPr>
                <p:cNvSpPr/>
                <p:nvPr/>
              </p:nvSpPr>
              <p:spPr>
                <a:xfrm>
                  <a:off x="2535754" y="56577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0A6765E9-938B-9D84-B2C8-4AAB746A75A7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4006F6D5-4347-99BE-0D85-C6F32351EA4E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7D6DB9F8-D311-AE62-F731-A4E24FA4712D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" name="Oval 255">
                  <a:extLst>
                    <a:ext uri="{FF2B5EF4-FFF2-40B4-BE49-F238E27FC236}">
                      <a16:creationId xmlns:a16="http://schemas.microsoft.com/office/drawing/2014/main" id="{8A62F304-C3DD-FE49-03B6-9E8F0C508A51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Oval 256">
                  <a:extLst>
                    <a:ext uri="{FF2B5EF4-FFF2-40B4-BE49-F238E27FC236}">
                      <a16:creationId xmlns:a16="http://schemas.microsoft.com/office/drawing/2014/main" id="{6292047B-21FD-A6AA-F6DA-1776EF1A7C4D}"/>
                    </a:ext>
                  </a:extLst>
                </p:cNvPr>
                <p:cNvSpPr/>
                <p:nvPr/>
              </p:nvSpPr>
              <p:spPr>
                <a:xfrm>
                  <a:off x="2333982" y="59551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" name="Oval 257">
                  <a:extLst>
                    <a:ext uri="{FF2B5EF4-FFF2-40B4-BE49-F238E27FC236}">
                      <a16:creationId xmlns:a16="http://schemas.microsoft.com/office/drawing/2014/main" id="{DDD9AA56-4DB8-7D7F-B1F5-BB43EE90019D}"/>
                    </a:ext>
                  </a:extLst>
                </p:cNvPr>
                <p:cNvSpPr/>
                <p:nvPr/>
              </p:nvSpPr>
              <p:spPr>
                <a:xfrm>
                  <a:off x="1956697" y="59624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" name="Oval 258">
                  <a:extLst>
                    <a:ext uri="{FF2B5EF4-FFF2-40B4-BE49-F238E27FC236}">
                      <a16:creationId xmlns:a16="http://schemas.microsoft.com/office/drawing/2014/main" id="{BE36D72C-0D77-806F-9EC1-62BFFB0B8884}"/>
                    </a:ext>
                  </a:extLst>
                </p:cNvPr>
                <p:cNvSpPr/>
                <p:nvPr/>
              </p:nvSpPr>
              <p:spPr>
                <a:xfrm>
                  <a:off x="2575083" y="48197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F79AA314-58FD-A5E2-5D64-110383248A0E}"/>
                    </a:ext>
                  </a:extLst>
                </p:cNvPr>
                <p:cNvSpPr/>
                <p:nvPr/>
              </p:nvSpPr>
              <p:spPr>
                <a:xfrm>
                  <a:off x="1387900" y="60251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1" name="Oval 260">
                  <a:extLst>
                    <a:ext uri="{FF2B5EF4-FFF2-40B4-BE49-F238E27FC236}">
                      <a16:creationId xmlns:a16="http://schemas.microsoft.com/office/drawing/2014/main" id="{01BB7B52-0503-A7A1-2F92-A9FCEAFA1127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2" name="Oval 261">
                  <a:extLst>
                    <a:ext uri="{FF2B5EF4-FFF2-40B4-BE49-F238E27FC236}">
                      <a16:creationId xmlns:a16="http://schemas.microsoft.com/office/drawing/2014/main" id="{0B6B39A7-6858-0E1E-D95F-A5370B3A5BD9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D5D1D38C-9E4D-5DBF-0174-A0CE8B82724A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id="{4355E575-F602-9DC9-2A5D-C0EDA02FF5F9}"/>
                    </a:ext>
                  </a:extLst>
                </p:cNvPr>
                <p:cNvSpPr/>
                <p:nvPr/>
              </p:nvSpPr>
              <p:spPr>
                <a:xfrm>
                  <a:off x="3465470" y="36784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5" name="Oval 264">
                  <a:extLst>
                    <a:ext uri="{FF2B5EF4-FFF2-40B4-BE49-F238E27FC236}">
                      <a16:creationId xmlns:a16="http://schemas.microsoft.com/office/drawing/2014/main" id="{F2EFECC9-977C-9A4B-6D53-1843626F545E}"/>
                    </a:ext>
                  </a:extLst>
                </p:cNvPr>
                <p:cNvSpPr/>
                <p:nvPr/>
              </p:nvSpPr>
              <p:spPr>
                <a:xfrm>
                  <a:off x="3311821" y="35297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" name="Oval 265">
                  <a:extLst>
                    <a:ext uri="{FF2B5EF4-FFF2-40B4-BE49-F238E27FC236}">
                      <a16:creationId xmlns:a16="http://schemas.microsoft.com/office/drawing/2014/main" id="{612D46AA-6685-7EA6-278F-137C89D11DA7}"/>
                    </a:ext>
                  </a:extLst>
                </p:cNvPr>
                <p:cNvSpPr/>
                <p:nvPr/>
              </p:nvSpPr>
              <p:spPr>
                <a:xfrm>
                  <a:off x="3055208" y="36444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" name="Oval 266">
                  <a:extLst>
                    <a:ext uri="{FF2B5EF4-FFF2-40B4-BE49-F238E27FC236}">
                      <a16:creationId xmlns:a16="http://schemas.microsoft.com/office/drawing/2014/main" id="{D492DA82-DAB1-CF3F-CA55-3FFCA0234C64}"/>
                    </a:ext>
                  </a:extLst>
                </p:cNvPr>
                <p:cNvSpPr/>
                <p:nvPr/>
              </p:nvSpPr>
              <p:spPr>
                <a:xfrm>
                  <a:off x="3226080" y="36943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" name="Oval 267">
                  <a:extLst>
                    <a:ext uri="{FF2B5EF4-FFF2-40B4-BE49-F238E27FC236}">
                      <a16:creationId xmlns:a16="http://schemas.microsoft.com/office/drawing/2014/main" id="{26BD628A-5F1D-4ADE-2A8B-6B6CA9273F51}"/>
                    </a:ext>
                  </a:extLst>
                </p:cNvPr>
                <p:cNvSpPr/>
                <p:nvPr/>
              </p:nvSpPr>
              <p:spPr>
                <a:xfrm>
                  <a:off x="3553776" y="34450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D7A44D96-F663-E0A9-388F-92238D6A9226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81E1BBC9-A0EC-3C24-9802-35FC33BD967E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DCBCB57B-48FE-FA5F-8B3A-D8A1EBCE4259}"/>
                    </a:ext>
                  </a:extLst>
                </p:cNvPr>
                <p:cNvSpPr/>
                <p:nvPr/>
              </p:nvSpPr>
              <p:spPr>
                <a:xfrm>
                  <a:off x="1654649" y="400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" name="Oval 271">
                  <a:extLst>
                    <a:ext uri="{FF2B5EF4-FFF2-40B4-BE49-F238E27FC236}">
                      <a16:creationId xmlns:a16="http://schemas.microsoft.com/office/drawing/2014/main" id="{282C2C32-9E20-36DF-30F4-A5F52A475C1A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C350F5CB-B551-9A0B-A964-14B7291500DE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44397E51-AFF8-B952-9885-028462D6A86C}"/>
                    </a:ext>
                  </a:extLst>
                </p:cNvPr>
                <p:cNvSpPr/>
                <p:nvPr/>
              </p:nvSpPr>
              <p:spPr>
                <a:xfrm>
                  <a:off x="4016436" y="402388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5" name="Oval 274">
                  <a:extLst>
                    <a:ext uri="{FF2B5EF4-FFF2-40B4-BE49-F238E27FC236}">
                      <a16:creationId xmlns:a16="http://schemas.microsoft.com/office/drawing/2014/main" id="{127218E4-362D-8754-04AA-18D4944BB229}"/>
                    </a:ext>
                  </a:extLst>
                </p:cNvPr>
                <p:cNvSpPr/>
                <p:nvPr/>
              </p:nvSpPr>
              <p:spPr>
                <a:xfrm>
                  <a:off x="4478851" y="35708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6" name="Oval 275">
                  <a:extLst>
                    <a:ext uri="{FF2B5EF4-FFF2-40B4-BE49-F238E27FC236}">
                      <a16:creationId xmlns:a16="http://schemas.microsoft.com/office/drawing/2014/main" id="{BB08BC28-7C46-2943-9765-81419DF159E6}"/>
                    </a:ext>
                  </a:extLst>
                </p:cNvPr>
                <p:cNvSpPr/>
                <p:nvPr/>
              </p:nvSpPr>
              <p:spPr>
                <a:xfrm>
                  <a:off x="4321171" y="44638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2E2AAAB6-8C92-C434-88B5-FE7C36056DDD}"/>
                    </a:ext>
                  </a:extLst>
                </p:cNvPr>
                <p:cNvSpPr/>
                <p:nvPr/>
              </p:nvSpPr>
              <p:spPr>
                <a:xfrm>
                  <a:off x="4122940" y="46688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E1D6633E-73BA-B979-4EA1-F00E3F0D55F4}"/>
                    </a:ext>
                  </a:extLst>
                </p:cNvPr>
                <p:cNvSpPr/>
                <p:nvPr/>
              </p:nvSpPr>
              <p:spPr>
                <a:xfrm>
                  <a:off x="3885626" y="48887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9" name="Oval 278">
                  <a:extLst>
                    <a:ext uri="{FF2B5EF4-FFF2-40B4-BE49-F238E27FC236}">
                      <a16:creationId xmlns:a16="http://schemas.microsoft.com/office/drawing/2014/main" id="{7CF9196A-B8FE-4054-5B96-9BF1102CE275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" name="Oval 279">
                  <a:extLst>
                    <a:ext uri="{FF2B5EF4-FFF2-40B4-BE49-F238E27FC236}">
                      <a16:creationId xmlns:a16="http://schemas.microsoft.com/office/drawing/2014/main" id="{25C02129-F307-7B1D-E3AD-FA7E1880E0C2}"/>
                    </a:ext>
                  </a:extLst>
                </p:cNvPr>
                <p:cNvSpPr/>
                <p:nvPr/>
              </p:nvSpPr>
              <p:spPr>
                <a:xfrm>
                  <a:off x="3599456" y="55247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1" name="Oval 280">
                  <a:extLst>
                    <a:ext uri="{FF2B5EF4-FFF2-40B4-BE49-F238E27FC236}">
                      <a16:creationId xmlns:a16="http://schemas.microsoft.com/office/drawing/2014/main" id="{3B4B458C-2F5E-09AE-3575-606064CD6FA4}"/>
                    </a:ext>
                  </a:extLst>
                </p:cNvPr>
                <p:cNvSpPr/>
                <p:nvPr/>
              </p:nvSpPr>
              <p:spPr>
                <a:xfrm>
                  <a:off x="3326355" y="562646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F6A7DCED-FCFC-C25A-761F-E54F8347F241}"/>
                    </a:ext>
                  </a:extLst>
                </p:cNvPr>
                <p:cNvSpPr/>
                <p:nvPr/>
              </p:nvSpPr>
              <p:spPr>
                <a:xfrm>
                  <a:off x="3331729" y="5797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3" name="Oval 282">
                  <a:extLst>
                    <a:ext uri="{FF2B5EF4-FFF2-40B4-BE49-F238E27FC236}">
                      <a16:creationId xmlns:a16="http://schemas.microsoft.com/office/drawing/2014/main" id="{E80D4856-AFD8-739F-D6DB-88F988A937B8}"/>
                    </a:ext>
                  </a:extLst>
                </p:cNvPr>
                <p:cNvSpPr/>
                <p:nvPr/>
              </p:nvSpPr>
              <p:spPr>
                <a:xfrm>
                  <a:off x="3038720" y="59338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4" name="Oval 283">
                  <a:extLst>
                    <a:ext uri="{FF2B5EF4-FFF2-40B4-BE49-F238E27FC236}">
                      <a16:creationId xmlns:a16="http://schemas.microsoft.com/office/drawing/2014/main" id="{02FE49DC-DEB8-E155-0D39-615134B48E6F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id="{2A4E579B-EE89-34E3-9F06-90D0005D42D4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" name="Oval 285">
                  <a:extLst>
                    <a:ext uri="{FF2B5EF4-FFF2-40B4-BE49-F238E27FC236}">
                      <a16:creationId xmlns:a16="http://schemas.microsoft.com/office/drawing/2014/main" id="{DBC8E131-295C-6B0B-E0AA-E3331B548D90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" name="Oval 286">
                  <a:extLst>
                    <a:ext uri="{FF2B5EF4-FFF2-40B4-BE49-F238E27FC236}">
                      <a16:creationId xmlns:a16="http://schemas.microsoft.com/office/drawing/2014/main" id="{4EAE5281-1E50-DA7A-EC84-DA603D453FDD}"/>
                    </a:ext>
                  </a:extLst>
                </p:cNvPr>
                <p:cNvSpPr/>
                <p:nvPr/>
              </p:nvSpPr>
              <p:spPr>
                <a:xfrm>
                  <a:off x="4440255" y="23336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BE217C15-3CC1-B4EF-1C77-C31ECEA079BB}"/>
                    </a:ext>
                  </a:extLst>
                </p:cNvPr>
                <p:cNvSpPr/>
                <p:nvPr/>
              </p:nvSpPr>
              <p:spPr>
                <a:xfrm>
                  <a:off x="4247033" y="21223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4E6DE058-98BC-CCF7-45D8-95999F0E48FA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FF91BC32-906B-64C3-0F44-5F5368AF4044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64C4629C-2AE7-CF68-9FAB-75268B547444}"/>
                    </a:ext>
                  </a:extLst>
                </p:cNvPr>
                <p:cNvSpPr/>
                <p:nvPr/>
              </p:nvSpPr>
              <p:spPr>
                <a:xfrm>
                  <a:off x="3947916" y="18015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8C2B05FF-E2CB-B8B6-EB01-6012836B34DD}"/>
                    </a:ext>
                  </a:extLst>
                </p:cNvPr>
                <p:cNvSpPr/>
                <p:nvPr/>
              </p:nvSpPr>
              <p:spPr>
                <a:xfrm>
                  <a:off x="3653685" y="14659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A0F7C1AE-CFAF-3046-6454-15DB227F6B1D}"/>
                    </a:ext>
                  </a:extLst>
                </p:cNvPr>
                <p:cNvSpPr/>
                <p:nvPr/>
              </p:nvSpPr>
              <p:spPr>
                <a:xfrm>
                  <a:off x="3903214" y="14523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189E2C2F-358B-55FE-43E9-B9FB551A9756}"/>
                    </a:ext>
                  </a:extLst>
                </p:cNvPr>
                <p:cNvSpPr/>
                <p:nvPr/>
              </p:nvSpPr>
              <p:spPr>
                <a:xfrm>
                  <a:off x="3717686" y="124280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id="{E4A10F56-B661-E7CA-422C-CF7916AF7550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FD2CB2F9-AE65-15DF-3CBC-BB3B93E4FC41}"/>
                    </a:ext>
                  </a:extLst>
                </p:cNvPr>
                <p:cNvSpPr/>
                <p:nvPr/>
              </p:nvSpPr>
              <p:spPr>
                <a:xfrm>
                  <a:off x="2800428" y="688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62B163ED-0CDB-AAD9-D115-19FAA7B600A2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713B7F0E-83FA-D935-CB84-A854577C96AC}"/>
                    </a:ext>
                  </a:extLst>
                </p:cNvPr>
                <p:cNvSpPr/>
                <p:nvPr/>
              </p:nvSpPr>
              <p:spPr>
                <a:xfrm>
                  <a:off x="1843109" y="41531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id="{5B14C288-994F-DDEA-B34E-8E89FC2A8BF6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41297401-616A-6E7B-4823-AC29037AD4E8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1" name="Oval 300">
                  <a:extLst>
                    <a:ext uri="{FF2B5EF4-FFF2-40B4-BE49-F238E27FC236}">
                      <a16:creationId xmlns:a16="http://schemas.microsoft.com/office/drawing/2014/main" id="{253634DB-C667-D1F3-543A-8ECB602F6BEA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60A559BB-89BD-3C0D-13F2-BDFA0C672324}"/>
                    </a:ext>
                  </a:extLst>
                </p:cNvPr>
                <p:cNvSpPr/>
                <p:nvPr/>
              </p:nvSpPr>
              <p:spPr>
                <a:xfrm>
                  <a:off x="80166" y="7160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3" name="Oval 302">
                  <a:extLst>
                    <a:ext uri="{FF2B5EF4-FFF2-40B4-BE49-F238E27FC236}">
                      <a16:creationId xmlns:a16="http://schemas.microsoft.com/office/drawing/2014/main" id="{252DDF04-3772-8202-7A04-05EBAA84AADB}"/>
                    </a:ext>
                  </a:extLst>
                </p:cNvPr>
                <p:cNvSpPr/>
                <p:nvPr/>
              </p:nvSpPr>
              <p:spPr>
                <a:xfrm>
                  <a:off x="397237" y="5543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BAA539F1-2A8F-69AF-C3DA-69230811A4EE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A36E2F1D-9CD6-5FE6-CE9A-19EC548F962F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A332349F-4456-44CF-10A5-23EB13E4E800}"/>
                    </a:ext>
                  </a:extLst>
                </p:cNvPr>
                <p:cNvSpPr/>
                <p:nvPr/>
              </p:nvSpPr>
              <p:spPr>
                <a:xfrm>
                  <a:off x="-315927" y="11222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id="{0E88973E-12BE-97BF-E251-984101D28946}"/>
                    </a:ext>
                  </a:extLst>
                </p:cNvPr>
                <p:cNvSpPr/>
                <p:nvPr/>
              </p:nvSpPr>
              <p:spPr>
                <a:xfrm>
                  <a:off x="-625059" y="14374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8" name="Oval 307">
                  <a:extLst>
                    <a:ext uri="{FF2B5EF4-FFF2-40B4-BE49-F238E27FC236}">
                      <a16:creationId xmlns:a16="http://schemas.microsoft.com/office/drawing/2014/main" id="{F45753F5-2318-28D1-61D6-0506C2A746F5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9" name="Oval 308">
                  <a:extLst>
                    <a:ext uri="{FF2B5EF4-FFF2-40B4-BE49-F238E27FC236}">
                      <a16:creationId xmlns:a16="http://schemas.microsoft.com/office/drawing/2014/main" id="{081493E1-B819-F839-7841-88654E9DA6DF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" name="Oval 309">
                  <a:extLst>
                    <a:ext uri="{FF2B5EF4-FFF2-40B4-BE49-F238E27FC236}">
                      <a16:creationId xmlns:a16="http://schemas.microsoft.com/office/drawing/2014/main" id="{1DADD528-2715-007C-CEDD-06130A694B51}"/>
                    </a:ext>
                  </a:extLst>
                </p:cNvPr>
                <p:cNvSpPr/>
                <p:nvPr/>
              </p:nvSpPr>
              <p:spPr>
                <a:xfrm>
                  <a:off x="-1300728" y="23499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1" name="Oval 310">
                  <a:extLst>
                    <a:ext uri="{FF2B5EF4-FFF2-40B4-BE49-F238E27FC236}">
                      <a16:creationId xmlns:a16="http://schemas.microsoft.com/office/drawing/2014/main" id="{8564B23A-417B-3E1F-2D3F-DD11E71C0813}"/>
                    </a:ext>
                  </a:extLst>
                </p:cNvPr>
                <p:cNvSpPr/>
                <p:nvPr/>
              </p:nvSpPr>
              <p:spPr>
                <a:xfrm>
                  <a:off x="-1308911" y="28060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2" name="Oval 311">
                  <a:extLst>
                    <a:ext uri="{FF2B5EF4-FFF2-40B4-BE49-F238E27FC236}">
                      <a16:creationId xmlns:a16="http://schemas.microsoft.com/office/drawing/2014/main" id="{C8C98A06-050F-ADDC-5312-3F7877C33A93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4C085A6F-C6CB-DEEA-5766-D917379454B0}"/>
                    </a:ext>
                  </a:extLst>
                </p:cNvPr>
                <p:cNvSpPr/>
                <p:nvPr/>
              </p:nvSpPr>
              <p:spPr>
                <a:xfrm>
                  <a:off x="-1428240" y="34971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14" name="Graphic 5">
                <a:extLst>
                  <a:ext uri="{FF2B5EF4-FFF2-40B4-BE49-F238E27FC236}">
                    <a16:creationId xmlns:a16="http://schemas.microsoft.com/office/drawing/2014/main" id="{D65CD790-BE4B-EDC7-6588-E058B5C7625A}"/>
                  </a:ext>
                </a:extLst>
              </p:cNvPr>
              <p:cNvGrpSpPr/>
              <p:nvPr/>
            </p:nvGrpSpPr>
            <p:grpSpPr>
              <a:xfrm>
                <a:off x="2454166" y="6616881"/>
                <a:ext cx="622049" cy="678599"/>
                <a:chOff x="2454166" y="6616881"/>
                <a:chExt cx="622049" cy="678599"/>
              </a:xfrm>
              <a:solidFill>
                <a:srgbClr val="01253E"/>
              </a:solidFill>
            </p:grpSpPr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998C5D70-1086-C8B0-7128-D117774F9261}"/>
                    </a:ext>
                  </a:extLst>
                </p:cNvPr>
                <p:cNvSpPr/>
                <p:nvPr/>
              </p:nvSpPr>
              <p:spPr>
                <a:xfrm>
                  <a:off x="2454166" y="67978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id="{0F8C4646-D757-A925-C2E5-690F3A96529C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3973007A-ACC5-09F4-0F2F-3FDBAC4C55F3}"/>
                    </a:ext>
                  </a:extLst>
                </p:cNvPr>
                <p:cNvSpPr/>
                <p:nvPr/>
              </p:nvSpPr>
              <p:spPr>
                <a:xfrm>
                  <a:off x="2689649" y="70635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7DFFCB5D-A22E-A3D9-D093-CE5D59A89848}"/>
                    </a:ext>
                  </a:extLst>
                </p:cNvPr>
                <p:cNvSpPr/>
                <p:nvPr/>
              </p:nvSpPr>
              <p:spPr>
                <a:xfrm>
                  <a:off x="2749496" y="7182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52FECD81-4954-84F0-94C6-98D50D331B4C}"/>
                    </a:ext>
                  </a:extLst>
                </p:cNvPr>
                <p:cNvSpPr/>
                <p:nvPr/>
              </p:nvSpPr>
              <p:spPr>
                <a:xfrm>
                  <a:off x="2854291" y="72659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F8807C92-7E8B-51D0-BB6D-8496E043107A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id="{E8D36337-1D64-30B4-8690-1542977F1E5E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22" name="Graphic 5">
              <a:extLst>
                <a:ext uri="{FF2B5EF4-FFF2-40B4-BE49-F238E27FC236}">
                  <a16:creationId xmlns:a16="http://schemas.microsoft.com/office/drawing/2014/main" id="{5ABF7C5A-9186-C633-1F78-870A4C0C3724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</p:grpSpPr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1DD055A5-4ED3-11DE-41C3-44DEFAFD3585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045C6E72-5974-9463-FCBA-8123E2593BEB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25" name="Graphic 5">
                <a:extLst>
                  <a:ext uri="{FF2B5EF4-FFF2-40B4-BE49-F238E27FC236}">
                    <a16:creationId xmlns:a16="http://schemas.microsoft.com/office/drawing/2014/main" id="{A1C71610-94A0-9474-6F4B-A3C612DEE849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14" cy="7546636"/>
                <a:chOff x="-1544393" y="356077"/>
                <a:chExt cx="6108214" cy="7546636"/>
              </a:xfrm>
            </p:grpSpPr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D5FB5E22-7147-B72D-9DAE-EDAF0A32D4F3}"/>
                    </a:ext>
                  </a:extLst>
                </p:cNvPr>
                <p:cNvSpPr/>
                <p:nvPr/>
              </p:nvSpPr>
              <p:spPr>
                <a:xfrm>
                  <a:off x="-680876" y="33447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AEEF3CEF-0B0C-0760-8669-EFFF97F4BC05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4A699F16-8E2B-B5D5-1473-D43E9699243D}"/>
                    </a:ext>
                  </a:extLst>
                </p:cNvPr>
                <p:cNvSpPr/>
                <p:nvPr/>
              </p:nvSpPr>
              <p:spPr>
                <a:xfrm>
                  <a:off x="-95468" y="35805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9" name="Oval 328">
                  <a:extLst>
                    <a:ext uri="{FF2B5EF4-FFF2-40B4-BE49-F238E27FC236}">
                      <a16:creationId xmlns:a16="http://schemas.microsoft.com/office/drawing/2014/main" id="{52CD851D-1CD6-B5C9-B36A-D8E11B51DECD}"/>
                    </a:ext>
                  </a:extLst>
                </p:cNvPr>
                <p:cNvSpPr/>
                <p:nvPr/>
              </p:nvSpPr>
              <p:spPr>
                <a:xfrm>
                  <a:off x="-318004" y="3918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0" name="Oval 329">
                  <a:extLst>
                    <a:ext uri="{FF2B5EF4-FFF2-40B4-BE49-F238E27FC236}">
                      <a16:creationId xmlns:a16="http://schemas.microsoft.com/office/drawing/2014/main" id="{1FB0AF55-EF40-7613-86E4-E659C8523FF0}"/>
                    </a:ext>
                  </a:extLst>
                </p:cNvPr>
                <p:cNvSpPr/>
                <p:nvPr/>
              </p:nvSpPr>
              <p:spPr>
                <a:xfrm>
                  <a:off x="-352935" y="37378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1" name="Oval 330">
                  <a:extLst>
                    <a:ext uri="{FF2B5EF4-FFF2-40B4-BE49-F238E27FC236}">
                      <a16:creationId xmlns:a16="http://schemas.microsoft.com/office/drawing/2014/main" id="{CD3E0BFE-18AB-5FB3-91FC-50F8F0BDC9BE}"/>
                    </a:ext>
                  </a:extLst>
                </p:cNvPr>
                <p:cNvSpPr/>
                <p:nvPr/>
              </p:nvSpPr>
              <p:spPr>
                <a:xfrm>
                  <a:off x="299038" y="395133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" name="Oval 331">
                  <a:extLst>
                    <a:ext uri="{FF2B5EF4-FFF2-40B4-BE49-F238E27FC236}">
                      <a16:creationId xmlns:a16="http://schemas.microsoft.com/office/drawing/2014/main" id="{EE45B97D-8E7D-7CD3-70C8-9BD632E3FBCE}"/>
                    </a:ext>
                  </a:extLst>
                </p:cNvPr>
                <p:cNvSpPr/>
                <p:nvPr/>
              </p:nvSpPr>
              <p:spPr>
                <a:xfrm>
                  <a:off x="-67620" y="422321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DA17B255-A575-D773-A206-21C6F703396B}"/>
                    </a:ext>
                  </a:extLst>
                </p:cNvPr>
                <p:cNvSpPr/>
                <p:nvPr/>
              </p:nvSpPr>
              <p:spPr>
                <a:xfrm>
                  <a:off x="-173270" y="37412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52F049A3-A122-5E61-84CF-BD15959E0F16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5" name="Oval 334">
                  <a:extLst>
                    <a:ext uri="{FF2B5EF4-FFF2-40B4-BE49-F238E27FC236}">
                      <a16:creationId xmlns:a16="http://schemas.microsoft.com/office/drawing/2014/main" id="{8186E28A-F149-BCE2-AF45-3F94497AEA16}"/>
                    </a:ext>
                  </a:extLst>
                </p:cNvPr>
                <p:cNvSpPr/>
                <p:nvPr/>
              </p:nvSpPr>
              <p:spPr>
                <a:xfrm>
                  <a:off x="-950680" y="38622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88C1D8AD-C476-0A00-777F-09398FD66AEE}"/>
                    </a:ext>
                  </a:extLst>
                </p:cNvPr>
                <p:cNvSpPr/>
                <p:nvPr/>
              </p:nvSpPr>
              <p:spPr>
                <a:xfrm>
                  <a:off x="-1097245" y="38439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D50A0ECB-F911-44FA-42AD-964DE6594080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B6F613C5-A1B2-A892-2847-6DC9F2BCD683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EEB04171-B39E-98D0-9176-44248045C2B6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D84F101B-B7E4-B7DC-573E-899FFB3C4D28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045AF12C-EFAF-832A-8CE2-C05E1D00FEC8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2" name="Oval 341">
                  <a:extLst>
                    <a:ext uri="{FF2B5EF4-FFF2-40B4-BE49-F238E27FC236}">
                      <a16:creationId xmlns:a16="http://schemas.microsoft.com/office/drawing/2014/main" id="{C3DF690E-0E6C-4C23-D1D2-C9CBDFCB4ED4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3" name="Oval 342">
                  <a:extLst>
                    <a:ext uri="{FF2B5EF4-FFF2-40B4-BE49-F238E27FC236}">
                      <a16:creationId xmlns:a16="http://schemas.microsoft.com/office/drawing/2014/main" id="{9AAE4175-E27F-2003-B44B-44CC79CF7CF1}"/>
                    </a:ext>
                  </a:extLst>
                </p:cNvPr>
                <p:cNvSpPr/>
                <p:nvPr/>
              </p:nvSpPr>
              <p:spPr>
                <a:xfrm>
                  <a:off x="-433302" y="49350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4" name="Oval 343">
                  <a:extLst>
                    <a:ext uri="{FF2B5EF4-FFF2-40B4-BE49-F238E27FC236}">
                      <a16:creationId xmlns:a16="http://schemas.microsoft.com/office/drawing/2014/main" id="{113A9F13-F51C-5387-A57B-6D0B1708B947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id="{63391322-D168-9B15-369B-9568BDDB0DA1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6" name="Oval 345">
                  <a:extLst>
                    <a:ext uri="{FF2B5EF4-FFF2-40B4-BE49-F238E27FC236}">
                      <a16:creationId xmlns:a16="http://schemas.microsoft.com/office/drawing/2014/main" id="{9BE6123B-E139-D133-26DA-DB69A585A5CB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B0D3D686-00AB-4B42-51ED-5DC37442F6E9}"/>
                    </a:ext>
                  </a:extLst>
                </p:cNvPr>
                <p:cNvSpPr/>
                <p:nvPr/>
              </p:nvSpPr>
              <p:spPr>
                <a:xfrm>
                  <a:off x="740934" y="562060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FAEFCA3E-FFC0-4942-D3D4-B132FE969018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" name="Oval 348">
                  <a:extLst>
                    <a:ext uri="{FF2B5EF4-FFF2-40B4-BE49-F238E27FC236}">
                      <a16:creationId xmlns:a16="http://schemas.microsoft.com/office/drawing/2014/main" id="{F4DDC080-D5A4-C518-2A1F-F450907A19A8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id="{980555B6-6FA1-69FF-89AC-53D72139FFDB}"/>
                    </a:ext>
                  </a:extLst>
                </p:cNvPr>
                <p:cNvSpPr/>
                <p:nvPr/>
              </p:nvSpPr>
              <p:spPr>
                <a:xfrm>
                  <a:off x="-19620" y="53509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" name="Oval 350">
                  <a:extLst>
                    <a:ext uri="{FF2B5EF4-FFF2-40B4-BE49-F238E27FC236}">
                      <a16:creationId xmlns:a16="http://schemas.microsoft.com/office/drawing/2014/main" id="{1929B027-3690-2E2F-703F-06F34C5E65BD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" name="Oval 351">
                  <a:extLst>
                    <a:ext uri="{FF2B5EF4-FFF2-40B4-BE49-F238E27FC236}">
                      <a16:creationId xmlns:a16="http://schemas.microsoft.com/office/drawing/2014/main" id="{A9FF388E-62A2-8A3E-74E3-FF4DFDD57ADB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3" name="Oval 352">
                  <a:extLst>
                    <a:ext uri="{FF2B5EF4-FFF2-40B4-BE49-F238E27FC236}">
                      <a16:creationId xmlns:a16="http://schemas.microsoft.com/office/drawing/2014/main" id="{5D855DAA-E9C3-8EB4-E610-AFF2BA03BD50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60A2CD82-73AD-3587-4FE0-C2A78D32787A}"/>
                    </a:ext>
                  </a:extLst>
                </p:cNvPr>
                <p:cNvSpPr/>
                <p:nvPr/>
              </p:nvSpPr>
              <p:spPr>
                <a:xfrm>
                  <a:off x="-757823" y="5078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5" name="Oval 354">
                  <a:extLst>
                    <a:ext uri="{FF2B5EF4-FFF2-40B4-BE49-F238E27FC236}">
                      <a16:creationId xmlns:a16="http://schemas.microsoft.com/office/drawing/2014/main" id="{4C1A6F35-A3D8-7EE0-070C-3A7E5BBFA455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6D9B4FA2-1A4F-D731-37BE-C7B5F2FEA1BE}"/>
                    </a:ext>
                  </a:extLst>
                </p:cNvPr>
                <p:cNvSpPr/>
                <p:nvPr/>
              </p:nvSpPr>
              <p:spPr>
                <a:xfrm>
                  <a:off x="-1158925" y="43341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F53FBB9F-4F24-BAC1-7351-1C61DBB67D9D}"/>
                    </a:ext>
                  </a:extLst>
                </p:cNvPr>
                <p:cNvSpPr/>
                <p:nvPr/>
              </p:nvSpPr>
              <p:spPr>
                <a:xfrm>
                  <a:off x="-733029" y="52836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" name="Oval 357">
                  <a:extLst>
                    <a:ext uri="{FF2B5EF4-FFF2-40B4-BE49-F238E27FC236}">
                      <a16:creationId xmlns:a16="http://schemas.microsoft.com/office/drawing/2014/main" id="{11AF054E-9C3C-5A56-E991-36EC9C40DFCE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" name="Oval 358">
                  <a:extLst>
                    <a:ext uri="{FF2B5EF4-FFF2-40B4-BE49-F238E27FC236}">
                      <a16:creationId xmlns:a16="http://schemas.microsoft.com/office/drawing/2014/main" id="{07D296F5-89DC-186F-09FC-42AFE443F24A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0" name="Oval 359">
                  <a:extLst>
                    <a:ext uri="{FF2B5EF4-FFF2-40B4-BE49-F238E27FC236}">
                      <a16:creationId xmlns:a16="http://schemas.microsoft.com/office/drawing/2014/main" id="{1E9A63BB-840B-EB03-61BC-F938FC26A783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A4E3631E-A1D0-D5D7-0D35-CE15A0B0A2CC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2" name="Oval 361">
                  <a:extLst>
                    <a:ext uri="{FF2B5EF4-FFF2-40B4-BE49-F238E27FC236}">
                      <a16:creationId xmlns:a16="http://schemas.microsoft.com/office/drawing/2014/main" id="{CCB37085-2C49-B48D-1B04-418E6AD543AA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4A88E599-74BC-3B84-705D-A2B09A0543F4}"/>
                    </a:ext>
                  </a:extLst>
                </p:cNvPr>
                <p:cNvSpPr/>
                <p:nvPr/>
              </p:nvSpPr>
              <p:spPr>
                <a:xfrm>
                  <a:off x="919988" y="65150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4" name="Oval 363">
                  <a:extLst>
                    <a:ext uri="{FF2B5EF4-FFF2-40B4-BE49-F238E27FC236}">
                      <a16:creationId xmlns:a16="http://schemas.microsoft.com/office/drawing/2014/main" id="{209CD48A-36E3-F07C-DDEB-B44044507870}"/>
                    </a:ext>
                  </a:extLst>
                </p:cNvPr>
                <p:cNvSpPr/>
                <p:nvPr/>
              </p:nvSpPr>
              <p:spPr>
                <a:xfrm>
                  <a:off x="451710" y="61871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5" name="Oval 364">
                  <a:extLst>
                    <a:ext uri="{FF2B5EF4-FFF2-40B4-BE49-F238E27FC236}">
                      <a16:creationId xmlns:a16="http://schemas.microsoft.com/office/drawing/2014/main" id="{E23AA23D-AA7E-C764-28D0-29373772BB31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068478ED-D845-F9CF-D18D-D2DAE592687B}"/>
                    </a:ext>
                  </a:extLst>
                </p:cNvPr>
                <p:cNvSpPr/>
                <p:nvPr/>
              </p:nvSpPr>
              <p:spPr>
                <a:xfrm>
                  <a:off x="120960" y="61771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0F3B44AD-CAA6-DE7C-507E-14524FAAC23E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02310145-F467-D557-E9A3-966842B7288C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1B29C46C-ED0E-60E0-F1E2-762A94C9B721}"/>
                    </a:ext>
                  </a:extLst>
                </p:cNvPr>
                <p:cNvSpPr/>
                <p:nvPr/>
              </p:nvSpPr>
              <p:spPr>
                <a:xfrm>
                  <a:off x="-248385" y="542346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" name="Oval 369">
                  <a:extLst>
                    <a:ext uri="{FF2B5EF4-FFF2-40B4-BE49-F238E27FC236}">
                      <a16:creationId xmlns:a16="http://schemas.microsoft.com/office/drawing/2014/main" id="{933CEFE0-8E4B-23A6-B034-296E9A5E2AD5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6B237EBA-3243-2784-F973-80AD2BC14752}"/>
                    </a:ext>
                  </a:extLst>
                </p:cNvPr>
                <p:cNvSpPr/>
                <p:nvPr/>
              </p:nvSpPr>
              <p:spPr>
                <a:xfrm>
                  <a:off x="-293454" y="563574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2" name="Oval 371">
                  <a:extLst>
                    <a:ext uri="{FF2B5EF4-FFF2-40B4-BE49-F238E27FC236}">
                      <a16:creationId xmlns:a16="http://schemas.microsoft.com/office/drawing/2014/main" id="{5FF4AB63-4A38-9D9D-0D0D-468E5434DF3D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22EAE520-C02A-08D6-4B02-4F4A1126E762}"/>
                    </a:ext>
                  </a:extLst>
                </p:cNvPr>
                <p:cNvSpPr/>
                <p:nvPr/>
              </p:nvSpPr>
              <p:spPr>
                <a:xfrm>
                  <a:off x="407130" y="38624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4" name="Oval 373">
                  <a:extLst>
                    <a:ext uri="{FF2B5EF4-FFF2-40B4-BE49-F238E27FC236}">
                      <a16:creationId xmlns:a16="http://schemas.microsoft.com/office/drawing/2014/main" id="{4753EB0D-654D-6490-A578-84ECE3C06B7C}"/>
                    </a:ext>
                  </a:extLst>
                </p:cNvPr>
                <p:cNvSpPr/>
                <p:nvPr/>
              </p:nvSpPr>
              <p:spPr>
                <a:xfrm>
                  <a:off x="583742" y="3570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C7E9612F-FD50-C926-B34F-5FF86C92216F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6" name="Oval 375">
                  <a:extLst>
                    <a:ext uri="{FF2B5EF4-FFF2-40B4-BE49-F238E27FC236}">
                      <a16:creationId xmlns:a16="http://schemas.microsoft.com/office/drawing/2014/main" id="{66377D8C-E3C4-BFC8-31ED-7FBA65427DE2}"/>
                    </a:ext>
                  </a:extLst>
                </p:cNvPr>
                <p:cNvSpPr/>
                <p:nvPr/>
              </p:nvSpPr>
              <p:spPr>
                <a:xfrm>
                  <a:off x="562856" y="36842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3F90640E-9A92-8515-E315-5A21D472B328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B0F2912B-F417-AA47-BE21-B1ED063F4065}"/>
                    </a:ext>
                  </a:extLst>
                </p:cNvPr>
                <p:cNvSpPr/>
                <p:nvPr/>
              </p:nvSpPr>
              <p:spPr>
                <a:xfrm>
                  <a:off x="988874" y="38108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F78674DF-534B-6227-A214-05E1DF058AC3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" name="Oval 379">
                  <a:extLst>
                    <a:ext uri="{FF2B5EF4-FFF2-40B4-BE49-F238E27FC236}">
                      <a16:creationId xmlns:a16="http://schemas.microsoft.com/office/drawing/2014/main" id="{8E602957-510B-2EBC-9117-771E2BC32D98}"/>
                    </a:ext>
                  </a:extLst>
                </p:cNvPr>
                <p:cNvSpPr/>
                <p:nvPr/>
              </p:nvSpPr>
              <p:spPr>
                <a:xfrm>
                  <a:off x="263007" y="34781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" name="Oval 380">
                  <a:extLst>
                    <a:ext uri="{FF2B5EF4-FFF2-40B4-BE49-F238E27FC236}">
                      <a16:creationId xmlns:a16="http://schemas.microsoft.com/office/drawing/2014/main" id="{B5F0F27B-BFA0-06B6-93FB-F93C325E4465}"/>
                    </a:ext>
                  </a:extLst>
                </p:cNvPr>
                <p:cNvSpPr/>
                <p:nvPr/>
              </p:nvSpPr>
              <p:spPr>
                <a:xfrm>
                  <a:off x="-224812" y="40828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2" name="Oval 381">
                  <a:extLst>
                    <a:ext uri="{FF2B5EF4-FFF2-40B4-BE49-F238E27FC236}">
                      <a16:creationId xmlns:a16="http://schemas.microsoft.com/office/drawing/2014/main" id="{F58BE999-5647-57C0-717A-07B2E76BBDC7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3" name="Oval 382">
                  <a:extLst>
                    <a:ext uri="{FF2B5EF4-FFF2-40B4-BE49-F238E27FC236}">
                      <a16:creationId xmlns:a16="http://schemas.microsoft.com/office/drawing/2014/main" id="{D4985867-9B62-7AFA-4074-35BEB1FCEB8A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FE5A8017-446D-A75E-1944-C2939FA3388B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5" name="Oval 384">
                  <a:extLst>
                    <a:ext uri="{FF2B5EF4-FFF2-40B4-BE49-F238E27FC236}">
                      <a16:creationId xmlns:a16="http://schemas.microsoft.com/office/drawing/2014/main" id="{CF55AB7F-716A-9D47-A98B-4017DF1538AD}"/>
                    </a:ext>
                  </a:extLst>
                </p:cNvPr>
                <p:cNvSpPr/>
                <p:nvPr/>
              </p:nvSpPr>
              <p:spPr>
                <a:xfrm>
                  <a:off x="1301304" y="48470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C9401D02-364D-1BA9-F82B-3C7A360757B4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7" name="Oval 386">
                  <a:extLst>
                    <a:ext uri="{FF2B5EF4-FFF2-40B4-BE49-F238E27FC236}">
                      <a16:creationId xmlns:a16="http://schemas.microsoft.com/office/drawing/2014/main" id="{8621B93D-2BAF-3F63-2FA8-17052CA86DF9}"/>
                    </a:ext>
                  </a:extLst>
                </p:cNvPr>
                <p:cNvSpPr/>
                <p:nvPr/>
              </p:nvSpPr>
              <p:spPr>
                <a:xfrm>
                  <a:off x="2650931" y="47283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8AD38CB8-D52C-C04C-E130-06A517D8F58E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64B9DB39-96AC-C160-987C-37BE969C5252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1B878E0E-0011-9533-F472-9410AD5FD2B0}"/>
                    </a:ext>
                  </a:extLst>
                </p:cNvPr>
                <p:cNvSpPr/>
                <p:nvPr/>
              </p:nvSpPr>
              <p:spPr>
                <a:xfrm>
                  <a:off x="2209890" y="40966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3F29B96E-E169-C067-2540-5C9008B6AFF7}"/>
                    </a:ext>
                  </a:extLst>
                </p:cNvPr>
                <p:cNvSpPr/>
                <p:nvPr/>
              </p:nvSpPr>
              <p:spPr>
                <a:xfrm>
                  <a:off x="2749863" y="3796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" name="Oval 391">
                  <a:extLst>
                    <a:ext uri="{FF2B5EF4-FFF2-40B4-BE49-F238E27FC236}">
                      <a16:creationId xmlns:a16="http://schemas.microsoft.com/office/drawing/2014/main" id="{DB99F41B-96C2-BB28-DBB2-986E7E996140}"/>
                    </a:ext>
                  </a:extLst>
                </p:cNvPr>
                <p:cNvSpPr/>
                <p:nvPr/>
              </p:nvSpPr>
              <p:spPr>
                <a:xfrm>
                  <a:off x="2038041" y="4342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" name="Oval 392">
                  <a:extLst>
                    <a:ext uri="{FF2B5EF4-FFF2-40B4-BE49-F238E27FC236}">
                      <a16:creationId xmlns:a16="http://schemas.microsoft.com/office/drawing/2014/main" id="{CFF17BE9-3B4E-DC2F-E278-FF8CA9FD9E81}"/>
                    </a:ext>
                  </a:extLst>
                </p:cNvPr>
                <p:cNvSpPr/>
                <p:nvPr/>
              </p:nvSpPr>
              <p:spPr>
                <a:xfrm>
                  <a:off x="2441952" y="3503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" name="Oval 393">
                  <a:extLst>
                    <a:ext uri="{FF2B5EF4-FFF2-40B4-BE49-F238E27FC236}">
                      <a16:creationId xmlns:a16="http://schemas.microsoft.com/office/drawing/2014/main" id="{456BAD3C-61BC-9AC3-0E70-DD1E60ACF313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CC9080F6-7CD6-AA4C-0C23-F70EE965258B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6" name="Oval 395">
                  <a:extLst>
                    <a:ext uri="{FF2B5EF4-FFF2-40B4-BE49-F238E27FC236}">
                      <a16:creationId xmlns:a16="http://schemas.microsoft.com/office/drawing/2014/main" id="{746E5C0D-2A3D-A375-8649-930AC4409AD3}"/>
                    </a:ext>
                  </a:extLst>
                </p:cNvPr>
                <p:cNvSpPr/>
                <p:nvPr/>
              </p:nvSpPr>
              <p:spPr>
                <a:xfrm>
                  <a:off x="2087874" y="5131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B223C161-C8D3-89F3-5B99-4F6DC030983A}"/>
                    </a:ext>
                  </a:extLst>
                </p:cNvPr>
                <p:cNvSpPr/>
                <p:nvPr/>
              </p:nvSpPr>
              <p:spPr>
                <a:xfrm>
                  <a:off x="2898383" y="463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8" name="Oval 397">
                  <a:extLst>
                    <a:ext uri="{FF2B5EF4-FFF2-40B4-BE49-F238E27FC236}">
                      <a16:creationId xmlns:a16="http://schemas.microsoft.com/office/drawing/2014/main" id="{60F0C574-3B31-CD3E-8DD7-2DC51E8F0C08}"/>
                    </a:ext>
                  </a:extLst>
                </p:cNvPr>
                <p:cNvSpPr/>
                <p:nvPr/>
              </p:nvSpPr>
              <p:spPr>
                <a:xfrm>
                  <a:off x="2202073" y="5489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" name="Oval 398">
                  <a:extLst>
                    <a:ext uri="{FF2B5EF4-FFF2-40B4-BE49-F238E27FC236}">
                      <a16:creationId xmlns:a16="http://schemas.microsoft.com/office/drawing/2014/main" id="{00E7DC61-EABE-67A6-75C2-C1606946A652}"/>
                    </a:ext>
                  </a:extLst>
                </p:cNvPr>
                <p:cNvSpPr/>
                <p:nvPr/>
              </p:nvSpPr>
              <p:spPr>
                <a:xfrm>
                  <a:off x="1847994" y="43970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" name="Oval 399">
                  <a:extLst>
                    <a:ext uri="{FF2B5EF4-FFF2-40B4-BE49-F238E27FC236}">
                      <a16:creationId xmlns:a16="http://schemas.microsoft.com/office/drawing/2014/main" id="{BFBBE023-4D77-693D-83D6-1B44D8209DA4}"/>
                    </a:ext>
                  </a:extLst>
                </p:cNvPr>
                <p:cNvSpPr/>
                <p:nvPr/>
              </p:nvSpPr>
              <p:spPr>
                <a:xfrm>
                  <a:off x="1679810" y="49976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1" name="Oval 400">
                  <a:extLst>
                    <a:ext uri="{FF2B5EF4-FFF2-40B4-BE49-F238E27FC236}">
                      <a16:creationId xmlns:a16="http://schemas.microsoft.com/office/drawing/2014/main" id="{ED9894BF-91F5-6478-327F-B9F2B3C31B32}"/>
                    </a:ext>
                  </a:extLst>
                </p:cNvPr>
                <p:cNvSpPr/>
                <p:nvPr/>
              </p:nvSpPr>
              <p:spPr>
                <a:xfrm>
                  <a:off x="1232418" y="53097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2" name="Oval 401">
                  <a:extLst>
                    <a:ext uri="{FF2B5EF4-FFF2-40B4-BE49-F238E27FC236}">
                      <a16:creationId xmlns:a16="http://schemas.microsoft.com/office/drawing/2014/main" id="{654676E5-21CD-CEB4-7B74-0C2B525DBAF9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" name="Oval 402">
                  <a:extLst>
                    <a:ext uri="{FF2B5EF4-FFF2-40B4-BE49-F238E27FC236}">
                      <a16:creationId xmlns:a16="http://schemas.microsoft.com/office/drawing/2014/main" id="{BF245BD8-4413-6EDE-6E6F-929D8D764C6F}"/>
                    </a:ext>
                  </a:extLst>
                </p:cNvPr>
                <p:cNvSpPr/>
                <p:nvPr/>
              </p:nvSpPr>
              <p:spPr>
                <a:xfrm>
                  <a:off x="381359" y="44999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4" name="Oval 403">
                  <a:extLst>
                    <a:ext uri="{FF2B5EF4-FFF2-40B4-BE49-F238E27FC236}">
                      <a16:creationId xmlns:a16="http://schemas.microsoft.com/office/drawing/2014/main" id="{5BB63BA9-EBD9-9C8C-A2E3-468C3ACFC0A7}"/>
                    </a:ext>
                  </a:extLst>
                </p:cNvPr>
                <p:cNvSpPr/>
                <p:nvPr/>
              </p:nvSpPr>
              <p:spPr>
                <a:xfrm>
                  <a:off x="1444450" y="5067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5" name="Oval 404">
                  <a:extLst>
                    <a:ext uri="{FF2B5EF4-FFF2-40B4-BE49-F238E27FC236}">
                      <a16:creationId xmlns:a16="http://schemas.microsoft.com/office/drawing/2014/main" id="{AF0C0FDF-C342-5C7B-C84A-744861EBF782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6" name="Oval 405">
                  <a:extLst>
                    <a:ext uri="{FF2B5EF4-FFF2-40B4-BE49-F238E27FC236}">
                      <a16:creationId xmlns:a16="http://schemas.microsoft.com/office/drawing/2014/main" id="{538C68E2-5B07-0BC7-0497-3EF022B21887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16EAC25C-6AAE-7CF5-DBC4-31A0A3687F50}"/>
                    </a:ext>
                  </a:extLst>
                </p:cNvPr>
                <p:cNvSpPr/>
                <p:nvPr/>
              </p:nvSpPr>
              <p:spPr>
                <a:xfrm>
                  <a:off x="1845551" y="66746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8" name="Oval 407">
                  <a:extLst>
                    <a:ext uri="{FF2B5EF4-FFF2-40B4-BE49-F238E27FC236}">
                      <a16:creationId xmlns:a16="http://schemas.microsoft.com/office/drawing/2014/main" id="{7DF55A39-19A8-DC90-0B9A-B61D0C803D4F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9A3F89A1-9A3B-0FB6-9832-011D3D43A41C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" name="Oval 409">
                  <a:extLst>
                    <a:ext uri="{FF2B5EF4-FFF2-40B4-BE49-F238E27FC236}">
                      <a16:creationId xmlns:a16="http://schemas.microsoft.com/office/drawing/2014/main" id="{3A5C36F2-FCAC-F30A-B3A8-C97D4855D824}"/>
                    </a:ext>
                  </a:extLst>
                </p:cNvPr>
                <p:cNvSpPr/>
                <p:nvPr/>
              </p:nvSpPr>
              <p:spPr>
                <a:xfrm>
                  <a:off x="914248" y="63987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" name="Oval 410">
                  <a:extLst>
                    <a:ext uri="{FF2B5EF4-FFF2-40B4-BE49-F238E27FC236}">
                      <a16:creationId xmlns:a16="http://schemas.microsoft.com/office/drawing/2014/main" id="{0472F40E-D819-9ADC-5A71-7E2998B3F5DA}"/>
                    </a:ext>
                  </a:extLst>
                </p:cNvPr>
                <p:cNvSpPr/>
                <p:nvPr/>
              </p:nvSpPr>
              <p:spPr>
                <a:xfrm>
                  <a:off x="409695" y="72949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" name="Oval 411">
                  <a:extLst>
                    <a:ext uri="{FF2B5EF4-FFF2-40B4-BE49-F238E27FC236}">
                      <a16:creationId xmlns:a16="http://schemas.microsoft.com/office/drawing/2014/main" id="{473C1FE9-AF69-9291-711B-6449389FEACB}"/>
                    </a:ext>
                  </a:extLst>
                </p:cNvPr>
                <p:cNvSpPr/>
                <p:nvPr/>
              </p:nvSpPr>
              <p:spPr>
                <a:xfrm>
                  <a:off x="560291" y="64425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" name="Oval 412">
                  <a:extLst>
                    <a:ext uri="{FF2B5EF4-FFF2-40B4-BE49-F238E27FC236}">
                      <a16:creationId xmlns:a16="http://schemas.microsoft.com/office/drawing/2014/main" id="{0E3F3D09-369F-8FA3-9D07-0C9C961F138C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" name="Oval 413">
                  <a:extLst>
                    <a:ext uri="{FF2B5EF4-FFF2-40B4-BE49-F238E27FC236}">
                      <a16:creationId xmlns:a16="http://schemas.microsoft.com/office/drawing/2014/main" id="{35A99817-5098-495A-F2B9-26E6D01D8DD6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5" name="Oval 414">
                  <a:extLst>
                    <a:ext uri="{FF2B5EF4-FFF2-40B4-BE49-F238E27FC236}">
                      <a16:creationId xmlns:a16="http://schemas.microsoft.com/office/drawing/2014/main" id="{65A7FCFE-C43F-A8B9-DDBD-68C313315BD4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id="{1568CB5A-81DD-61F7-7487-F0538D588482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7" name="Oval 416">
                  <a:extLst>
                    <a:ext uri="{FF2B5EF4-FFF2-40B4-BE49-F238E27FC236}">
                      <a16:creationId xmlns:a16="http://schemas.microsoft.com/office/drawing/2014/main" id="{BBC86F5E-58C7-BCC0-2010-7CDE2D6A89EF}"/>
                    </a:ext>
                  </a:extLst>
                </p:cNvPr>
                <p:cNvSpPr/>
                <p:nvPr/>
              </p:nvSpPr>
              <p:spPr>
                <a:xfrm>
                  <a:off x="-360874" y="76171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id="{4446E08F-70E4-9B31-86D5-8B644C11D2AB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" name="Oval 418">
                  <a:extLst>
                    <a:ext uri="{FF2B5EF4-FFF2-40B4-BE49-F238E27FC236}">
                      <a16:creationId xmlns:a16="http://schemas.microsoft.com/office/drawing/2014/main" id="{BED2E4DA-3DB3-B1E8-77E9-34DFCF06590E}"/>
                    </a:ext>
                  </a:extLst>
                </p:cNvPr>
                <p:cNvSpPr/>
                <p:nvPr/>
              </p:nvSpPr>
              <p:spPr>
                <a:xfrm>
                  <a:off x="23372" y="71299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" name="Oval 419">
                  <a:extLst>
                    <a:ext uri="{FF2B5EF4-FFF2-40B4-BE49-F238E27FC236}">
                      <a16:creationId xmlns:a16="http://schemas.microsoft.com/office/drawing/2014/main" id="{DAEF9B9D-6E43-28F1-AE38-B2B997DB5447}"/>
                    </a:ext>
                  </a:extLst>
                </p:cNvPr>
                <p:cNvSpPr/>
                <p:nvPr/>
              </p:nvSpPr>
              <p:spPr>
                <a:xfrm>
                  <a:off x="-237148" y="69227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1" name="Oval 420">
                  <a:extLst>
                    <a:ext uri="{FF2B5EF4-FFF2-40B4-BE49-F238E27FC236}">
                      <a16:creationId xmlns:a16="http://schemas.microsoft.com/office/drawing/2014/main" id="{07556D6D-B1A9-31CE-7D61-958304C99530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2" name="Oval 421">
                  <a:extLst>
                    <a:ext uri="{FF2B5EF4-FFF2-40B4-BE49-F238E27FC236}">
                      <a16:creationId xmlns:a16="http://schemas.microsoft.com/office/drawing/2014/main" id="{FDB87BE8-E1F8-0C1A-21E9-2A7A267AD105}"/>
                    </a:ext>
                  </a:extLst>
                </p:cNvPr>
                <p:cNvSpPr/>
                <p:nvPr/>
              </p:nvSpPr>
              <p:spPr>
                <a:xfrm>
                  <a:off x="-90949" y="73031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3" name="Oval 422">
                  <a:extLst>
                    <a:ext uri="{FF2B5EF4-FFF2-40B4-BE49-F238E27FC236}">
                      <a16:creationId xmlns:a16="http://schemas.microsoft.com/office/drawing/2014/main" id="{C30B8CCE-7EE6-51D4-C8A6-46EBA09E9918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4" name="Oval 423">
                  <a:extLst>
                    <a:ext uri="{FF2B5EF4-FFF2-40B4-BE49-F238E27FC236}">
                      <a16:creationId xmlns:a16="http://schemas.microsoft.com/office/drawing/2014/main" id="{5F396BBC-1612-C68A-D2CD-1249887DBBB7}"/>
                    </a:ext>
                  </a:extLst>
                </p:cNvPr>
                <p:cNvSpPr/>
                <p:nvPr/>
              </p:nvSpPr>
              <p:spPr>
                <a:xfrm>
                  <a:off x="771712" y="770733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" name="Oval 424">
                  <a:extLst>
                    <a:ext uri="{FF2B5EF4-FFF2-40B4-BE49-F238E27FC236}">
                      <a16:creationId xmlns:a16="http://schemas.microsoft.com/office/drawing/2014/main" id="{8B4DFA59-7A28-F83B-657C-56EDFE1603DE}"/>
                    </a:ext>
                  </a:extLst>
                </p:cNvPr>
                <p:cNvSpPr/>
                <p:nvPr/>
              </p:nvSpPr>
              <p:spPr>
                <a:xfrm>
                  <a:off x="469420" y="78080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" name="Oval 425">
                  <a:extLst>
                    <a:ext uri="{FF2B5EF4-FFF2-40B4-BE49-F238E27FC236}">
                      <a16:creationId xmlns:a16="http://schemas.microsoft.com/office/drawing/2014/main" id="{ADDB8839-4D0D-9EE7-CC40-0D2233B528A2}"/>
                    </a:ext>
                  </a:extLst>
                </p:cNvPr>
                <p:cNvSpPr/>
                <p:nvPr/>
              </p:nvSpPr>
              <p:spPr>
                <a:xfrm>
                  <a:off x="338855" y="75110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7" name="Oval 426">
                  <a:extLst>
                    <a:ext uri="{FF2B5EF4-FFF2-40B4-BE49-F238E27FC236}">
                      <a16:creationId xmlns:a16="http://schemas.microsoft.com/office/drawing/2014/main" id="{B0B0A4FC-9FF5-3A7A-0C4D-8A6963E76651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8" name="Oval 427">
                  <a:extLst>
                    <a:ext uri="{FF2B5EF4-FFF2-40B4-BE49-F238E27FC236}">
                      <a16:creationId xmlns:a16="http://schemas.microsoft.com/office/drawing/2014/main" id="{FACFF938-E70F-5C51-1F6D-4F4DDD9A7F58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9" name="Oval 428">
                  <a:extLst>
                    <a:ext uri="{FF2B5EF4-FFF2-40B4-BE49-F238E27FC236}">
                      <a16:creationId xmlns:a16="http://schemas.microsoft.com/office/drawing/2014/main" id="{3348EFD3-6508-0CC1-BDCC-AF569DE1F3B9}"/>
                    </a:ext>
                  </a:extLst>
                </p:cNvPr>
                <p:cNvSpPr/>
                <p:nvPr/>
              </p:nvSpPr>
              <p:spPr>
                <a:xfrm>
                  <a:off x="929515" y="747184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" name="Oval 429">
                  <a:extLst>
                    <a:ext uri="{FF2B5EF4-FFF2-40B4-BE49-F238E27FC236}">
                      <a16:creationId xmlns:a16="http://schemas.microsoft.com/office/drawing/2014/main" id="{896A8746-3B14-E78D-77FE-BB2AA719D999}"/>
                    </a:ext>
                  </a:extLst>
                </p:cNvPr>
                <p:cNvSpPr/>
                <p:nvPr/>
              </p:nvSpPr>
              <p:spPr>
                <a:xfrm>
                  <a:off x="1439686" y="7091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1" name="Oval 430">
                  <a:extLst>
                    <a:ext uri="{FF2B5EF4-FFF2-40B4-BE49-F238E27FC236}">
                      <a16:creationId xmlns:a16="http://schemas.microsoft.com/office/drawing/2014/main" id="{1540218C-2788-2C47-051F-955C4436F795}"/>
                    </a:ext>
                  </a:extLst>
                </p:cNvPr>
                <p:cNvSpPr/>
                <p:nvPr/>
              </p:nvSpPr>
              <p:spPr>
                <a:xfrm>
                  <a:off x="1948514" y="76362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2" name="Oval 431">
                  <a:extLst>
                    <a:ext uri="{FF2B5EF4-FFF2-40B4-BE49-F238E27FC236}">
                      <a16:creationId xmlns:a16="http://schemas.microsoft.com/office/drawing/2014/main" id="{9AF2CDAE-F14F-A1D1-FC84-D967051C4D16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3" name="Oval 432">
                  <a:extLst>
                    <a:ext uri="{FF2B5EF4-FFF2-40B4-BE49-F238E27FC236}">
                      <a16:creationId xmlns:a16="http://schemas.microsoft.com/office/drawing/2014/main" id="{D6DDC347-E4EA-C39B-7B3C-EA6BC9F38ECB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4" name="Oval 433">
                  <a:extLst>
                    <a:ext uri="{FF2B5EF4-FFF2-40B4-BE49-F238E27FC236}">
                      <a16:creationId xmlns:a16="http://schemas.microsoft.com/office/drawing/2014/main" id="{FE50E0C9-6310-A205-7F4A-21FA68BA94FC}"/>
                    </a:ext>
                  </a:extLst>
                </p:cNvPr>
                <p:cNvSpPr/>
                <p:nvPr/>
              </p:nvSpPr>
              <p:spPr>
                <a:xfrm>
                  <a:off x="1776299" y="7635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5" name="Oval 434">
                  <a:extLst>
                    <a:ext uri="{FF2B5EF4-FFF2-40B4-BE49-F238E27FC236}">
                      <a16:creationId xmlns:a16="http://schemas.microsoft.com/office/drawing/2014/main" id="{EA55226E-88E4-9664-B7DE-8DAF556913A8}"/>
                    </a:ext>
                  </a:extLst>
                </p:cNvPr>
                <p:cNvSpPr/>
                <p:nvPr/>
              </p:nvSpPr>
              <p:spPr>
                <a:xfrm>
                  <a:off x="1989552" y="72875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6" name="Oval 435">
                  <a:extLst>
                    <a:ext uri="{FF2B5EF4-FFF2-40B4-BE49-F238E27FC236}">
                      <a16:creationId xmlns:a16="http://schemas.microsoft.com/office/drawing/2014/main" id="{2470B5EF-31E5-41BE-B5C6-A3BA685058F4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" name="Oval 436">
                  <a:extLst>
                    <a:ext uri="{FF2B5EF4-FFF2-40B4-BE49-F238E27FC236}">
                      <a16:creationId xmlns:a16="http://schemas.microsoft.com/office/drawing/2014/main" id="{E445E9F0-4FEF-4FAB-92E5-E4D24058BA08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" name="Oval 437">
                  <a:extLst>
                    <a:ext uri="{FF2B5EF4-FFF2-40B4-BE49-F238E27FC236}">
                      <a16:creationId xmlns:a16="http://schemas.microsoft.com/office/drawing/2014/main" id="{ADCB3E9A-A8E2-C1F0-A5F5-6F88F58B5032}"/>
                    </a:ext>
                  </a:extLst>
                </p:cNvPr>
                <p:cNvSpPr/>
                <p:nvPr/>
              </p:nvSpPr>
              <p:spPr>
                <a:xfrm>
                  <a:off x="3276156" y="76997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" name="Oval 438">
                  <a:extLst>
                    <a:ext uri="{FF2B5EF4-FFF2-40B4-BE49-F238E27FC236}">
                      <a16:creationId xmlns:a16="http://schemas.microsoft.com/office/drawing/2014/main" id="{24A17C60-B766-C61A-3635-ECD608F4CC2E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0BBC1200-7382-576B-9D08-DF28BBFBDBFA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" name="Oval 440">
                  <a:extLst>
                    <a:ext uri="{FF2B5EF4-FFF2-40B4-BE49-F238E27FC236}">
                      <a16:creationId xmlns:a16="http://schemas.microsoft.com/office/drawing/2014/main" id="{44A50FB5-6D40-F79D-60D0-E99537A20AE9}"/>
                    </a:ext>
                  </a:extLst>
                </p:cNvPr>
                <p:cNvSpPr/>
                <p:nvPr/>
              </p:nvSpPr>
              <p:spPr>
                <a:xfrm>
                  <a:off x="2057705" y="77103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" name="Oval 441">
                  <a:extLst>
                    <a:ext uri="{FF2B5EF4-FFF2-40B4-BE49-F238E27FC236}">
                      <a16:creationId xmlns:a16="http://schemas.microsoft.com/office/drawing/2014/main" id="{EB4E24FE-7792-3B36-736B-985362F45D93}"/>
                    </a:ext>
                  </a:extLst>
                </p:cNvPr>
                <p:cNvSpPr/>
                <p:nvPr/>
              </p:nvSpPr>
              <p:spPr>
                <a:xfrm>
                  <a:off x="1611290" y="7731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" name="Oval 442">
                  <a:extLst>
                    <a:ext uri="{FF2B5EF4-FFF2-40B4-BE49-F238E27FC236}">
                      <a16:creationId xmlns:a16="http://schemas.microsoft.com/office/drawing/2014/main" id="{BB158679-1267-BD4C-8BA8-94C43D032F24}"/>
                    </a:ext>
                  </a:extLst>
                </p:cNvPr>
                <p:cNvSpPr/>
                <p:nvPr/>
              </p:nvSpPr>
              <p:spPr>
                <a:xfrm>
                  <a:off x="740079" y="72541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" name="Oval 443">
                  <a:extLst>
                    <a:ext uri="{FF2B5EF4-FFF2-40B4-BE49-F238E27FC236}">
                      <a16:creationId xmlns:a16="http://schemas.microsoft.com/office/drawing/2014/main" id="{F149B62D-AB52-4168-5991-2D2CE728D6AA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5" name="Oval 444">
                  <a:extLst>
                    <a:ext uri="{FF2B5EF4-FFF2-40B4-BE49-F238E27FC236}">
                      <a16:creationId xmlns:a16="http://schemas.microsoft.com/office/drawing/2014/main" id="{5368DC62-9598-A34C-F0D7-2C0F4BCDB450}"/>
                    </a:ext>
                  </a:extLst>
                </p:cNvPr>
                <p:cNvSpPr/>
                <p:nvPr/>
              </p:nvSpPr>
              <p:spPr>
                <a:xfrm>
                  <a:off x="1236448" y="67483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6" name="Oval 445">
                  <a:extLst>
                    <a:ext uri="{FF2B5EF4-FFF2-40B4-BE49-F238E27FC236}">
                      <a16:creationId xmlns:a16="http://schemas.microsoft.com/office/drawing/2014/main" id="{41A0B544-D26A-9C62-686F-D7CDA1B17737}"/>
                    </a:ext>
                  </a:extLst>
                </p:cNvPr>
                <p:cNvSpPr/>
                <p:nvPr/>
              </p:nvSpPr>
              <p:spPr>
                <a:xfrm>
                  <a:off x="1741001" y="6844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7" name="Oval 446">
                  <a:extLst>
                    <a:ext uri="{FF2B5EF4-FFF2-40B4-BE49-F238E27FC236}">
                      <a16:creationId xmlns:a16="http://schemas.microsoft.com/office/drawing/2014/main" id="{51EF2E2C-B48B-340F-3603-C86EEC4B7F53}"/>
                    </a:ext>
                  </a:extLst>
                </p:cNvPr>
                <p:cNvSpPr/>
                <p:nvPr/>
              </p:nvSpPr>
              <p:spPr>
                <a:xfrm>
                  <a:off x="1260754" y="682353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8" name="Oval 447">
                  <a:extLst>
                    <a:ext uri="{FF2B5EF4-FFF2-40B4-BE49-F238E27FC236}">
                      <a16:creationId xmlns:a16="http://schemas.microsoft.com/office/drawing/2014/main" id="{0D47DEA6-4FEE-0B74-D922-A2A005D7BBEF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3C790D51-5B05-3431-AC8B-8FC2417B784B}"/>
                    </a:ext>
                  </a:extLst>
                </p:cNvPr>
                <p:cNvSpPr/>
                <p:nvPr/>
              </p:nvSpPr>
              <p:spPr>
                <a:xfrm>
                  <a:off x="2274012" y="69913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0" name="Oval 449">
                  <a:extLst>
                    <a:ext uri="{FF2B5EF4-FFF2-40B4-BE49-F238E27FC236}">
                      <a16:creationId xmlns:a16="http://schemas.microsoft.com/office/drawing/2014/main" id="{120CD60F-FCCD-B638-2CB1-663AE4ECC367}"/>
                    </a:ext>
                  </a:extLst>
                </p:cNvPr>
                <p:cNvSpPr/>
                <p:nvPr/>
              </p:nvSpPr>
              <p:spPr>
                <a:xfrm>
                  <a:off x="1176600" y="57598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" name="Oval 450">
                  <a:extLst>
                    <a:ext uri="{FF2B5EF4-FFF2-40B4-BE49-F238E27FC236}">
                      <a16:creationId xmlns:a16="http://schemas.microsoft.com/office/drawing/2014/main" id="{FBF718A0-B9C5-16DD-54FA-F8F710DC976C}"/>
                    </a:ext>
                  </a:extLst>
                </p:cNvPr>
                <p:cNvSpPr/>
                <p:nvPr/>
              </p:nvSpPr>
              <p:spPr>
                <a:xfrm>
                  <a:off x="2653862" y="6229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" name="Oval 451">
                  <a:extLst>
                    <a:ext uri="{FF2B5EF4-FFF2-40B4-BE49-F238E27FC236}">
                      <a16:creationId xmlns:a16="http://schemas.microsoft.com/office/drawing/2014/main" id="{1EE5CCFA-BF7A-369A-971A-37E85B8C5707}"/>
                    </a:ext>
                  </a:extLst>
                </p:cNvPr>
                <p:cNvSpPr/>
                <p:nvPr/>
              </p:nvSpPr>
              <p:spPr>
                <a:xfrm>
                  <a:off x="2245188" y="666390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" name="Oval 452">
                  <a:extLst>
                    <a:ext uri="{FF2B5EF4-FFF2-40B4-BE49-F238E27FC236}">
                      <a16:creationId xmlns:a16="http://schemas.microsoft.com/office/drawing/2014/main" id="{8B9FE6B5-48D7-194A-BC26-EB5E1111822C}"/>
                    </a:ext>
                  </a:extLst>
                </p:cNvPr>
                <p:cNvSpPr/>
                <p:nvPr/>
              </p:nvSpPr>
              <p:spPr>
                <a:xfrm>
                  <a:off x="2446838" y="58168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79A95F92-D9EB-D656-12EE-9FF8B2374B57}"/>
                    </a:ext>
                  </a:extLst>
                </p:cNvPr>
                <p:cNvSpPr/>
                <p:nvPr/>
              </p:nvSpPr>
              <p:spPr>
                <a:xfrm>
                  <a:off x="2094225" y="56891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B92EFDD5-4AFC-DB33-7D2B-3920759541A6}"/>
                    </a:ext>
                  </a:extLst>
                </p:cNvPr>
                <p:cNvSpPr/>
                <p:nvPr/>
              </p:nvSpPr>
              <p:spPr>
                <a:xfrm>
                  <a:off x="1541427" y="654176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D6A26EF7-161E-1B96-5597-4FE5162750AA}"/>
                    </a:ext>
                  </a:extLst>
                </p:cNvPr>
                <p:cNvSpPr/>
                <p:nvPr/>
              </p:nvSpPr>
              <p:spPr>
                <a:xfrm>
                  <a:off x="2240424" y="52135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62F48D7D-01D2-B09A-5728-66913509219D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8" name="Oval 457">
                  <a:extLst>
                    <a:ext uri="{FF2B5EF4-FFF2-40B4-BE49-F238E27FC236}">
                      <a16:creationId xmlns:a16="http://schemas.microsoft.com/office/drawing/2014/main" id="{40BFE8F3-3AA2-7A13-5DD1-9FE41131E132}"/>
                    </a:ext>
                  </a:extLst>
                </p:cNvPr>
                <p:cNvSpPr/>
                <p:nvPr/>
              </p:nvSpPr>
              <p:spPr>
                <a:xfrm>
                  <a:off x="3402447" y="51377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id="{022E264D-3726-ED75-14CF-8F9C3F2052E3}"/>
                    </a:ext>
                  </a:extLst>
                </p:cNvPr>
                <p:cNvSpPr/>
                <p:nvPr/>
              </p:nvSpPr>
              <p:spPr>
                <a:xfrm>
                  <a:off x="3682021" y="49186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2E7A7A6D-4EFE-B96D-E131-A470333C886C}"/>
                    </a:ext>
                  </a:extLst>
                </p:cNvPr>
                <p:cNvSpPr/>
                <p:nvPr/>
              </p:nvSpPr>
              <p:spPr>
                <a:xfrm>
                  <a:off x="3748587" y="48798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" name="Oval 460">
                  <a:extLst>
                    <a:ext uri="{FF2B5EF4-FFF2-40B4-BE49-F238E27FC236}">
                      <a16:creationId xmlns:a16="http://schemas.microsoft.com/office/drawing/2014/main" id="{F96A0D3B-D3DA-84AA-2362-D87DA4C55FC4}"/>
                    </a:ext>
                  </a:extLst>
                </p:cNvPr>
                <p:cNvSpPr/>
                <p:nvPr/>
              </p:nvSpPr>
              <p:spPr>
                <a:xfrm>
                  <a:off x="3035910" y="554206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" name="Oval 461">
                  <a:extLst>
                    <a:ext uri="{FF2B5EF4-FFF2-40B4-BE49-F238E27FC236}">
                      <a16:creationId xmlns:a16="http://schemas.microsoft.com/office/drawing/2014/main" id="{895D5E25-5AFC-026C-1E6D-8CC1A48092B7}"/>
                    </a:ext>
                  </a:extLst>
                </p:cNvPr>
                <p:cNvSpPr/>
                <p:nvPr/>
              </p:nvSpPr>
              <p:spPr>
                <a:xfrm>
                  <a:off x="2685007" y="5885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" name="Oval 462">
                  <a:extLst>
                    <a:ext uri="{FF2B5EF4-FFF2-40B4-BE49-F238E27FC236}">
                      <a16:creationId xmlns:a16="http://schemas.microsoft.com/office/drawing/2014/main" id="{7AE93288-6EC3-AEBF-753E-7B9076BBDF74}"/>
                    </a:ext>
                  </a:extLst>
                </p:cNvPr>
                <p:cNvSpPr/>
                <p:nvPr/>
              </p:nvSpPr>
              <p:spPr>
                <a:xfrm>
                  <a:off x="3249530" y="48281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D6773EB9-4B8A-F0DA-C72D-091410B13CC5}"/>
                    </a:ext>
                  </a:extLst>
                </p:cNvPr>
                <p:cNvSpPr/>
                <p:nvPr/>
              </p:nvSpPr>
              <p:spPr>
                <a:xfrm>
                  <a:off x="3395730" y="47885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5" name="Oval 464">
                  <a:extLst>
                    <a:ext uri="{FF2B5EF4-FFF2-40B4-BE49-F238E27FC236}">
                      <a16:creationId xmlns:a16="http://schemas.microsoft.com/office/drawing/2014/main" id="{4356F1E2-ABC8-963F-EBA1-52BE2E554557}"/>
                    </a:ext>
                  </a:extLst>
                </p:cNvPr>
                <p:cNvSpPr/>
                <p:nvPr/>
              </p:nvSpPr>
              <p:spPr>
                <a:xfrm>
                  <a:off x="2535632" y="56577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6" name="Oval 465">
                  <a:extLst>
                    <a:ext uri="{FF2B5EF4-FFF2-40B4-BE49-F238E27FC236}">
                      <a16:creationId xmlns:a16="http://schemas.microsoft.com/office/drawing/2014/main" id="{A07B4723-8897-5C2C-0964-AC9E9E9C3FD7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7" name="Oval 466">
                  <a:extLst>
                    <a:ext uri="{FF2B5EF4-FFF2-40B4-BE49-F238E27FC236}">
                      <a16:creationId xmlns:a16="http://schemas.microsoft.com/office/drawing/2014/main" id="{DAE3826C-A6A9-55B6-634A-88C20F070B46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8" name="Oval 467">
                  <a:extLst>
                    <a:ext uri="{FF2B5EF4-FFF2-40B4-BE49-F238E27FC236}">
                      <a16:creationId xmlns:a16="http://schemas.microsoft.com/office/drawing/2014/main" id="{EFA20124-498A-20F6-E839-83A9D376D4B6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9" name="Oval 468">
                  <a:extLst>
                    <a:ext uri="{FF2B5EF4-FFF2-40B4-BE49-F238E27FC236}">
                      <a16:creationId xmlns:a16="http://schemas.microsoft.com/office/drawing/2014/main" id="{2588A67E-A0EC-B9B2-BF3E-E1A33A224A74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0" name="Oval 469">
                  <a:extLst>
                    <a:ext uri="{FF2B5EF4-FFF2-40B4-BE49-F238E27FC236}">
                      <a16:creationId xmlns:a16="http://schemas.microsoft.com/office/drawing/2014/main" id="{B8324378-AAC8-C6E2-9C20-6F245F24DDFA}"/>
                    </a:ext>
                  </a:extLst>
                </p:cNvPr>
                <p:cNvSpPr/>
                <p:nvPr/>
              </p:nvSpPr>
              <p:spPr>
                <a:xfrm>
                  <a:off x="2333982" y="595501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" name="Oval 470">
                  <a:extLst>
                    <a:ext uri="{FF2B5EF4-FFF2-40B4-BE49-F238E27FC236}">
                      <a16:creationId xmlns:a16="http://schemas.microsoft.com/office/drawing/2014/main" id="{713B2603-F488-20A0-35D4-2FF424ED0E85}"/>
                    </a:ext>
                  </a:extLst>
                </p:cNvPr>
                <p:cNvSpPr/>
                <p:nvPr/>
              </p:nvSpPr>
              <p:spPr>
                <a:xfrm>
                  <a:off x="1956697" y="596234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" name="Oval 471">
                  <a:extLst>
                    <a:ext uri="{FF2B5EF4-FFF2-40B4-BE49-F238E27FC236}">
                      <a16:creationId xmlns:a16="http://schemas.microsoft.com/office/drawing/2014/main" id="{888CDEEE-0D16-8353-4E68-6462232DBF43}"/>
                    </a:ext>
                  </a:extLst>
                </p:cNvPr>
                <p:cNvSpPr/>
                <p:nvPr/>
              </p:nvSpPr>
              <p:spPr>
                <a:xfrm>
                  <a:off x="2574961" y="48196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id="{5F0514AA-D284-D514-F7D3-27004E876E5B}"/>
                    </a:ext>
                  </a:extLst>
                </p:cNvPr>
                <p:cNvSpPr/>
                <p:nvPr/>
              </p:nvSpPr>
              <p:spPr>
                <a:xfrm>
                  <a:off x="1387777" y="60251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4" name="Oval 473">
                  <a:extLst>
                    <a:ext uri="{FF2B5EF4-FFF2-40B4-BE49-F238E27FC236}">
                      <a16:creationId xmlns:a16="http://schemas.microsoft.com/office/drawing/2014/main" id="{2E60404B-1831-27E4-91E9-98979FBC36EC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5" name="Oval 474">
                  <a:extLst>
                    <a:ext uri="{FF2B5EF4-FFF2-40B4-BE49-F238E27FC236}">
                      <a16:creationId xmlns:a16="http://schemas.microsoft.com/office/drawing/2014/main" id="{DBFF002D-EE65-FBA0-509F-07C84F1AE9BA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6" name="Oval 475">
                  <a:extLst>
                    <a:ext uri="{FF2B5EF4-FFF2-40B4-BE49-F238E27FC236}">
                      <a16:creationId xmlns:a16="http://schemas.microsoft.com/office/drawing/2014/main" id="{B0920D06-ECE7-F102-5435-CA1BFE5450AF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7" name="Oval 476">
                  <a:extLst>
                    <a:ext uri="{FF2B5EF4-FFF2-40B4-BE49-F238E27FC236}">
                      <a16:creationId xmlns:a16="http://schemas.microsoft.com/office/drawing/2014/main" id="{9B7CB9B4-3FB9-52D6-EE40-FD887D8C7104}"/>
                    </a:ext>
                  </a:extLst>
                </p:cNvPr>
                <p:cNvSpPr/>
                <p:nvPr/>
              </p:nvSpPr>
              <p:spPr>
                <a:xfrm>
                  <a:off x="3465470" y="3678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8" name="Oval 477">
                  <a:extLst>
                    <a:ext uri="{FF2B5EF4-FFF2-40B4-BE49-F238E27FC236}">
                      <a16:creationId xmlns:a16="http://schemas.microsoft.com/office/drawing/2014/main" id="{D781ADF5-12D4-AEC6-D93B-E13203EB4BD0}"/>
                    </a:ext>
                  </a:extLst>
                </p:cNvPr>
                <p:cNvSpPr/>
                <p:nvPr/>
              </p:nvSpPr>
              <p:spPr>
                <a:xfrm>
                  <a:off x="3311821" y="35295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9" name="Oval 478">
                  <a:extLst>
                    <a:ext uri="{FF2B5EF4-FFF2-40B4-BE49-F238E27FC236}">
                      <a16:creationId xmlns:a16="http://schemas.microsoft.com/office/drawing/2014/main" id="{F0D4B810-32AE-0718-CF2A-A4F688743A70}"/>
                    </a:ext>
                  </a:extLst>
                </p:cNvPr>
                <p:cNvSpPr/>
                <p:nvPr/>
              </p:nvSpPr>
              <p:spPr>
                <a:xfrm>
                  <a:off x="3055208" y="36442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0" name="Oval 479">
                  <a:extLst>
                    <a:ext uri="{FF2B5EF4-FFF2-40B4-BE49-F238E27FC236}">
                      <a16:creationId xmlns:a16="http://schemas.microsoft.com/office/drawing/2014/main" id="{F6408CBC-06EC-6341-0583-D6BA671E4EFB}"/>
                    </a:ext>
                  </a:extLst>
                </p:cNvPr>
                <p:cNvSpPr/>
                <p:nvPr/>
              </p:nvSpPr>
              <p:spPr>
                <a:xfrm>
                  <a:off x="3225957" y="3694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" name="Oval 480">
                  <a:extLst>
                    <a:ext uri="{FF2B5EF4-FFF2-40B4-BE49-F238E27FC236}">
                      <a16:creationId xmlns:a16="http://schemas.microsoft.com/office/drawing/2014/main" id="{19F6102E-A851-1FA7-0871-B698AF99A0EE}"/>
                    </a:ext>
                  </a:extLst>
                </p:cNvPr>
                <p:cNvSpPr/>
                <p:nvPr/>
              </p:nvSpPr>
              <p:spPr>
                <a:xfrm>
                  <a:off x="3553654" y="34450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2" name="Oval 481">
                  <a:extLst>
                    <a:ext uri="{FF2B5EF4-FFF2-40B4-BE49-F238E27FC236}">
                      <a16:creationId xmlns:a16="http://schemas.microsoft.com/office/drawing/2014/main" id="{5288E8B1-8989-A38B-C9AE-6909724BCAC4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" name="Oval 482">
                  <a:extLst>
                    <a:ext uri="{FF2B5EF4-FFF2-40B4-BE49-F238E27FC236}">
                      <a16:creationId xmlns:a16="http://schemas.microsoft.com/office/drawing/2014/main" id="{AE7A056E-F17B-0E95-87FA-7326DEC218EB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4" name="Oval 483">
                  <a:extLst>
                    <a:ext uri="{FF2B5EF4-FFF2-40B4-BE49-F238E27FC236}">
                      <a16:creationId xmlns:a16="http://schemas.microsoft.com/office/drawing/2014/main" id="{FF3A1428-4EF1-D514-F19F-603DB5DB5CE8}"/>
                    </a:ext>
                  </a:extLst>
                </p:cNvPr>
                <p:cNvSpPr/>
                <p:nvPr/>
              </p:nvSpPr>
              <p:spPr>
                <a:xfrm>
                  <a:off x="1654527" y="4000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5" name="Oval 484">
                  <a:extLst>
                    <a:ext uri="{FF2B5EF4-FFF2-40B4-BE49-F238E27FC236}">
                      <a16:creationId xmlns:a16="http://schemas.microsoft.com/office/drawing/2014/main" id="{AF10F87B-6D08-FD21-1293-FE909414177C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6" name="Oval 485">
                  <a:extLst>
                    <a:ext uri="{FF2B5EF4-FFF2-40B4-BE49-F238E27FC236}">
                      <a16:creationId xmlns:a16="http://schemas.microsoft.com/office/drawing/2014/main" id="{296C65F9-FD34-5817-4C2E-0AE36740E75B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7" name="Oval 486">
                  <a:extLst>
                    <a:ext uri="{FF2B5EF4-FFF2-40B4-BE49-F238E27FC236}">
                      <a16:creationId xmlns:a16="http://schemas.microsoft.com/office/drawing/2014/main" id="{7320B1C1-4E9B-7CDA-F898-D7AD16968128}"/>
                    </a:ext>
                  </a:extLst>
                </p:cNvPr>
                <p:cNvSpPr/>
                <p:nvPr/>
              </p:nvSpPr>
              <p:spPr>
                <a:xfrm>
                  <a:off x="4016314" y="402388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8" name="Oval 487">
                  <a:extLst>
                    <a:ext uri="{FF2B5EF4-FFF2-40B4-BE49-F238E27FC236}">
                      <a16:creationId xmlns:a16="http://schemas.microsoft.com/office/drawing/2014/main" id="{2BDF2CF7-82E8-07EF-21FE-9B78C217C4F6}"/>
                    </a:ext>
                  </a:extLst>
                </p:cNvPr>
                <p:cNvSpPr/>
                <p:nvPr/>
              </p:nvSpPr>
              <p:spPr>
                <a:xfrm>
                  <a:off x="4478851" y="35707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9" name="Oval 488">
                  <a:extLst>
                    <a:ext uri="{FF2B5EF4-FFF2-40B4-BE49-F238E27FC236}">
                      <a16:creationId xmlns:a16="http://schemas.microsoft.com/office/drawing/2014/main" id="{672F853A-482E-379A-3C47-6F30BCA2F7E6}"/>
                    </a:ext>
                  </a:extLst>
                </p:cNvPr>
                <p:cNvSpPr/>
                <p:nvPr/>
              </p:nvSpPr>
              <p:spPr>
                <a:xfrm>
                  <a:off x="4321171" y="446370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0" name="Oval 489">
                  <a:extLst>
                    <a:ext uri="{FF2B5EF4-FFF2-40B4-BE49-F238E27FC236}">
                      <a16:creationId xmlns:a16="http://schemas.microsoft.com/office/drawing/2014/main" id="{48642422-25F5-B7AC-7E14-6C7CB6DDBBCC}"/>
                    </a:ext>
                  </a:extLst>
                </p:cNvPr>
                <p:cNvSpPr/>
                <p:nvPr/>
              </p:nvSpPr>
              <p:spPr>
                <a:xfrm>
                  <a:off x="4122818" y="46688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1" name="Oval 490">
                  <a:extLst>
                    <a:ext uri="{FF2B5EF4-FFF2-40B4-BE49-F238E27FC236}">
                      <a16:creationId xmlns:a16="http://schemas.microsoft.com/office/drawing/2014/main" id="{68E898E0-6605-404F-DC1A-23CB7E637522}"/>
                    </a:ext>
                  </a:extLst>
                </p:cNvPr>
                <p:cNvSpPr/>
                <p:nvPr/>
              </p:nvSpPr>
              <p:spPr>
                <a:xfrm>
                  <a:off x="3885626" y="4888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" name="Oval 491">
                  <a:extLst>
                    <a:ext uri="{FF2B5EF4-FFF2-40B4-BE49-F238E27FC236}">
                      <a16:creationId xmlns:a16="http://schemas.microsoft.com/office/drawing/2014/main" id="{7A5A6B2A-FE2B-33D2-5046-3542970A9228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" name="Oval 492">
                  <a:extLst>
                    <a:ext uri="{FF2B5EF4-FFF2-40B4-BE49-F238E27FC236}">
                      <a16:creationId xmlns:a16="http://schemas.microsoft.com/office/drawing/2014/main" id="{D875D144-8E6E-BC35-7203-BF44EDEC36AA}"/>
                    </a:ext>
                  </a:extLst>
                </p:cNvPr>
                <p:cNvSpPr/>
                <p:nvPr/>
              </p:nvSpPr>
              <p:spPr>
                <a:xfrm>
                  <a:off x="3599334" y="55245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" name="Oval 493">
                  <a:extLst>
                    <a:ext uri="{FF2B5EF4-FFF2-40B4-BE49-F238E27FC236}">
                      <a16:creationId xmlns:a16="http://schemas.microsoft.com/office/drawing/2014/main" id="{E79522C6-9FE1-C800-C43F-4F6123F901A7}"/>
                    </a:ext>
                  </a:extLst>
                </p:cNvPr>
                <p:cNvSpPr/>
                <p:nvPr/>
              </p:nvSpPr>
              <p:spPr>
                <a:xfrm>
                  <a:off x="3326233" y="562646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5" name="Oval 494">
                  <a:extLst>
                    <a:ext uri="{FF2B5EF4-FFF2-40B4-BE49-F238E27FC236}">
                      <a16:creationId xmlns:a16="http://schemas.microsoft.com/office/drawing/2014/main" id="{4434316E-599A-8C00-DC36-DDB4984C0C9B}"/>
                    </a:ext>
                  </a:extLst>
                </p:cNvPr>
                <p:cNvSpPr/>
                <p:nvPr/>
              </p:nvSpPr>
              <p:spPr>
                <a:xfrm>
                  <a:off x="3331607" y="5797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6" name="Oval 495">
                  <a:extLst>
                    <a:ext uri="{FF2B5EF4-FFF2-40B4-BE49-F238E27FC236}">
                      <a16:creationId xmlns:a16="http://schemas.microsoft.com/office/drawing/2014/main" id="{B7916F01-6A31-3978-6042-24CCACE7F07E}"/>
                    </a:ext>
                  </a:extLst>
                </p:cNvPr>
                <p:cNvSpPr/>
                <p:nvPr/>
              </p:nvSpPr>
              <p:spPr>
                <a:xfrm>
                  <a:off x="3038597" y="5933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7" name="Oval 496">
                  <a:extLst>
                    <a:ext uri="{FF2B5EF4-FFF2-40B4-BE49-F238E27FC236}">
                      <a16:creationId xmlns:a16="http://schemas.microsoft.com/office/drawing/2014/main" id="{79181CBC-DF69-7B5B-87D0-B109EC63A99D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8" name="Oval 497">
                  <a:extLst>
                    <a:ext uri="{FF2B5EF4-FFF2-40B4-BE49-F238E27FC236}">
                      <a16:creationId xmlns:a16="http://schemas.microsoft.com/office/drawing/2014/main" id="{32834F07-0836-F19E-B60F-D69CF49B8A5B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9" name="Oval 498">
                  <a:extLst>
                    <a:ext uri="{FF2B5EF4-FFF2-40B4-BE49-F238E27FC236}">
                      <a16:creationId xmlns:a16="http://schemas.microsoft.com/office/drawing/2014/main" id="{D86719B5-D2F8-DB94-7734-CD09F192BDD7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0" name="Oval 499">
                  <a:extLst>
                    <a:ext uri="{FF2B5EF4-FFF2-40B4-BE49-F238E27FC236}">
                      <a16:creationId xmlns:a16="http://schemas.microsoft.com/office/drawing/2014/main" id="{A5BEDBC0-2D41-EC3A-BC45-575F56CDA589}"/>
                    </a:ext>
                  </a:extLst>
                </p:cNvPr>
                <p:cNvSpPr/>
                <p:nvPr/>
              </p:nvSpPr>
              <p:spPr>
                <a:xfrm>
                  <a:off x="4440133" y="23334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1" name="Oval 500">
                  <a:extLst>
                    <a:ext uri="{FF2B5EF4-FFF2-40B4-BE49-F238E27FC236}">
                      <a16:creationId xmlns:a16="http://schemas.microsoft.com/office/drawing/2014/main" id="{4430693F-C5A3-7F79-A4BF-F243680560A7}"/>
                    </a:ext>
                  </a:extLst>
                </p:cNvPr>
                <p:cNvSpPr/>
                <p:nvPr/>
              </p:nvSpPr>
              <p:spPr>
                <a:xfrm>
                  <a:off x="4246911" y="2122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" name="Oval 501">
                  <a:extLst>
                    <a:ext uri="{FF2B5EF4-FFF2-40B4-BE49-F238E27FC236}">
                      <a16:creationId xmlns:a16="http://schemas.microsoft.com/office/drawing/2014/main" id="{92F38007-E202-8BD0-DC55-6E21E6A9290B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3" name="Oval 502">
                  <a:extLst>
                    <a:ext uri="{FF2B5EF4-FFF2-40B4-BE49-F238E27FC236}">
                      <a16:creationId xmlns:a16="http://schemas.microsoft.com/office/drawing/2014/main" id="{C2F1B462-2202-1B16-281E-2BF745DD39DB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4" name="Oval 503">
                  <a:extLst>
                    <a:ext uri="{FF2B5EF4-FFF2-40B4-BE49-F238E27FC236}">
                      <a16:creationId xmlns:a16="http://schemas.microsoft.com/office/drawing/2014/main" id="{51CFC09E-DFFB-D204-8FC6-94B39C60E82E}"/>
                    </a:ext>
                  </a:extLst>
                </p:cNvPr>
                <p:cNvSpPr/>
                <p:nvPr/>
              </p:nvSpPr>
              <p:spPr>
                <a:xfrm>
                  <a:off x="3947794" y="18015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5" name="Oval 504">
                  <a:extLst>
                    <a:ext uri="{FF2B5EF4-FFF2-40B4-BE49-F238E27FC236}">
                      <a16:creationId xmlns:a16="http://schemas.microsoft.com/office/drawing/2014/main" id="{A4C39DD0-5D81-29B8-82E4-F0979E5DF9C0}"/>
                    </a:ext>
                  </a:extLst>
                </p:cNvPr>
                <p:cNvSpPr/>
                <p:nvPr/>
              </p:nvSpPr>
              <p:spPr>
                <a:xfrm>
                  <a:off x="3653563" y="1465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6" name="Oval 505">
                  <a:extLst>
                    <a:ext uri="{FF2B5EF4-FFF2-40B4-BE49-F238E27FC236}">
                      <a16:creationId xmlns:a16="http://schemas.microsoft.com/office/drawing/2014/main" id="{6ABF5989-4411-7840-ED67-46ECA9DB362B}"/>
                    </a:ext>
                  </a:extLst>
                </p:cNvPr>
                <p:cNvSpPr/>
                <p:nvPr/>
              </p:nvSpPr>
              <p:spPr>
                <a:xfrm>
                  <a:off x="3903092" y="14523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7" name="Oval 506">
                  <a:extLst>
                    <a:ext uri="{FF2B5EF4-FFF2-40B4-BE49-F238E27FC236}">
                      <a16:creationId xmlns:a16="http://schemas.microsoft.com/office/drawing/2014/main" id="{B56FEF90-DD15-D4BE-0F1B-096239F2D916}"/>
                    </a:ext>
                  </a:extLst>
                </p:cNvPr>
                <p:cNvSpPr/>
                <p:nvPr/>
              </p:nvSpPr>
              <p:spPr>
                <a:xfrm>
                  <a:off x="3717564" y="12426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8" name="Oval 507">
                  <a:extLst>
                    <a:ext uri="{FF2B5EF4-FFF2-40B4-BE49-F238E27FC236}">
                      <a16:creationId xmlns:a16="http://schemas.microsoft.com/office/drawing/2014/main" id="{857CB6FE-F7B6-2811-F418-18EBC4403E02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9" name="Oval 508">
                  <a:extLst>
                    <a:ext uri="{FF2B5EF4-FFF2-40B4-BE49-F238E27FC236}">
                      <a16:creationId xmlns:a16="http://schemas.microsoft.com/office/drawing/2014/main" id="{D106F596-AF4A-3416-A7CC-C21A877B71FA}"/>
                    </a:ext>
                  </a:extLst>
                </p:cNvPr>
                <p:cNvSpPr/>
                <p:nvPr/>
              </p:nvSpPr>
              <p:spPr>
                <a:xfrm>
                  <a:off x="2800306" y="6887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0" name="Oval 509">
                  <a:extLst>
                    <a:ext uri="{FF2B5EF4-FFF2-40B4-BE49-F238E27FC236}">
                      <a16:creationId xmlns:a16="http://schemas.microsoft.com/office/drawing/2014/main" id="{C597F0E5-2527-369C-03C4-65F4BAEA444B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1" name="Oval 510">
                  <a:extLst>
                    <a:ext uri="{FF2B5EF4-FFF2-40B4-BE49-F238E27FC236}">
                      <a16:creationId xmlns:a16="http://schemas.microsoft.com/office/drawing/2014/main" id="{FFB7F8BC-FC50-6919-41DF-50E6D02F63C2}"/>
                    </a:ext>
                  </a:extLst>
                </p:cNvPr>
                <p:cNvSpPr/>
                <p:nvPr/>
              </p:nvSpPr>
              <p:spPr>
                <a:xfrm>
                  <a:off x="1842987" y="415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" name="Oval 511">
                  <a:extLst>
                    <a:ext uri="{FF2B5EF4-FFF2-40B4-BE49-F238E27FC236}">
                      <a16:creationId xmlns:a16="http://schemas.microsoft.com/office/drawing/2014/main" id="{10922E44-8BC0-9F9E-04AE-DE2DDF6D5CDA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3" name="Oval 512">
                  <a:extLst>
                    <a:ext uri="{FF2B5EF4-FFF2-40B4-BE49-F238E27FC236}">
                      <a16:creationId xmlns:a16="http://schemas.microsoft.com/office/drawing/2014/main" id="{93475E11-7DB8-65C2-71BD-E9FB93FF5094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4" name="Oval 513">
                  <a:extLst>
                    <a:ext uri="{FF2B5EF4-FFF2-40B4-BE49-F238E27FC236}">
                      <a16:creationId xmlns:a16="http://schemas.microsoft.com/office/drawing/2014/main" id="{D88FE122-A69E-39A9-1FDB-351068FBA8FE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5" name="Oval 514">
                  <a:extLst>
                    <a:ext uri="{FF2B5EF4-FFF2-40B4-BE49-F238E27FC236}">
                      <a16:creationId xmlns:a16="http://schemas.microsoft.com/office/drawing/2014/main" id="{93F271CA-C583-F10A-EE7E-2313E939D04F}"/>
                    </a:ext>
                  </a:extLst>
                </p:cNvPr>
                <p:cNvSpPr/>
                <p:nvPr/>
              </p:nvSpPr>
              <p:spPr>
                <a:xfrm>
                  <a:off x="80044" y="7158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" name="Oval 515">
                  <a:extLst>
                    <a:ext uri="{FF2B5EF4-FFF2-40B4-BE49-F238E27FC236}">
                      <a16:creationId xmlns:a16="http://schemas.microsoft.com/office/drawing/2014/main" id="{54DA5B04-21EA-7507-3C46-EA18E67A2C81}"/>
                    </a:ext>
                  </a:extLst>
                </p:cNvPr>
                <p:cNvSpPr/>
                <p:nvPr/>
              </p:nvSpPr>
              <p:spPr>
                <a:xfrm>
                  <a:off x="397114" y="5541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" name="Oval 516">
                  <a:extLst>
                    <a:ext uri="{FF2B5EF4-FFF2-40B4-BE49-F238E27FC236}">
                      <a16:creationId xmlns:a16="http://schemas.microsoft.com/office/drawing/2014/main" id="{54B882FA-AC55-8F08-C0CE-AE02DE5CBC0F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8" name="Oval 517">
                  <a:extLst>
                    <a:ext uri="{FF2B5EF4-FFF2-40B4-BE49-F238E27FC236}">
                      <a16:creationId xmlns:a16="http://schemas.microsoft.com/office/drawing/2014/main" id="{5C686458-1148-15DA-E9B7-0C02BA21D218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9" name="Oval 518">
                  <a:extLst>
                    <a:ext uri="{FF2B5EF4-FFF2-40B4-BE49-F238E27FC236}">
                      <a16:creationId xmlns:a16="http://schemas.microsoft.com/office/drawing/2014/main" id="{3C8C9533-7B6E-19FF-19A9-BB3B53EB4E65}"/>
                    </a:ext>
                  </a:extLst>
                </p:cNvPr>
                <p:cNvSpPr/>
                <p:nvPr/>
              </p:nvSpPr>
              <p:spPr>
                <a:xfrm>
                  <a:off x="-316049" y="11222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0" name="Oval 519">
                  <a:extLst>
                    <a:ext uri="{FF2B5EF4-FFF2-40B4-BE49-F238E27FC236}">
                      <a16:creationId xmlns:a16="http://schemas.microsoft.com/office/drawing/2014/main" id="{7B03044A-34B3-7A01-C44C-74C97A9E0D2B}"/>
                    </a:ext>
                  </a:extLst>
                </p:cNvPr>
                <p:cNvSpPr/>
                <p:nvPr/>
              </p:nvSpPr>
              <p:spPr>
                <a:xfrm>
                  <a:off x="-625059" y="14373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1" name="Oval 520">
                  <a:extLst>
                    <a:ext uri="{FF2B5EF4-FFF2-40B4-BE49-F238E27FC236}">
                      <a16:creationId xmlns:a16="http://schemas.microsoft.com/office/drawing/2014/main" id="{7DE56448-453D-30B7-4F9B-57EA842D6FD2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" name="Oval 521">
                  <a:extLst>
                    <a:ext uri="{FF2B5EF4-FFF2-40B4-BE49-F238E27FC236}">
                      <a16:creationId xmlns:a16="http://schemas.microsoft.com/office/drawing/2014/main" id="{6AF994E2-0C33-B689-C288-8A1F2B7A73F4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3" name="Oval 522">
                  <a:extLst>
                    <a:ext uri="{FF2B5EF4-FFF2-40B4-BE49-F238E27FC236}">
                      <a16:creationId xmlns:a16="http://schemas.microsoft.com/office/drawing/2014/main" id="{F6924C48-1A50-4048-54DD-2123ADF561CF}"/>
                    </a:ext>
                  </a:extLst>
                </p:cNvPr>
                <p:cNvSpPr/>
                <p:nvPr/>
              </p:nvSpPr>
              <p:spPr>
                <a:xfrm>
                  <a:off x="-1300850" y="234986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4" name="Oval 523">
                  <a:extLst>
                    <a:ext uri="{FF2B5EF4-FFF2-40B4-BE49-F238E27FC236}">
                      <a16:creationId xmlns:a16="http://schemas.microsoft.com/office/drawing/2014/main" id="{64A46AD4-3CED-933E-4254-BACB82EFF405}"/>
                    </a:ext>
                  </a:extLst>
                </p:cNvPr>
                <p:cNvSpPr/>
                <p:nvPr/>
              </p:nvSpPr>
              <p:spPr>
                <a:xfrm>
                  <a:off x="-1308911" y="2805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5" name="Oval 524">
                  <a:extLst>
                    <a:ext uri="{FF2B5EF4-FFF2-40B4-BE49-F238E27FC236}">
                      <a16:creationId xmlns:a16="http://schemas.microsoft.com/office/drawing/2014/main" id="{C4B335E0-104D-EB33-2218-3B206F913B92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6" name="Oval 525">
                  <a:extLst>
                    <a:ext uri="{FF2B5EF4-FFF2-40B4-BE49-F238E27FC236}">
                      <a16:creationId xmlns:a16="http://schemas.microsoft.com/office/drawing/2014/main" id="{359B26A4-491C-759D-755F-9EE1B4F3A3DB}"/>
                    </a:ext>
                  </a:extLst>
                </p:cNvPr>
                <p:cNvSpPr/>
                <p:nvPr/>
              </p:nvSpPr>
              <p:spPr>
                <a:xfrm>
                  <a:off x="-1428240" y="34969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7" name="Graphic 5">
                <a:extLst>
                  <a:ext uri="{FF2B5EF4-FFF2-40B4-BE49-F238E27FC236}">
                    <a16:creationId xmlns:a16="http://schemas.microsoft.com/office/drawing/2014/main" id="{011E09D5-6D10-4EBD-328B-3FD331F8965C}"/>
                  </a:ext>
                </a:extLst>
              </p:cNvPr>
              <p:cNvGrpSpPr/>
              <p:nvPr/>
            </p:nvGrpSpPr>
            <p:grpSpPr>
              <a:xfrm>
                <a:off x="2454044" y="6616881"/>
                <a:ext cx="622132" cy="678438"/>
                <a:chOff x="2454044" y="6616881"/>
                <a:chExt cx="622132" cy="678438"/>
              </a:xfrm>
            </p:grpSpPr>
            <p:sp>
              <p:nvSpPr>
                <p:cNvPr id="528" name="Oval 527">
                  <a:extLst>
                    <a:ext uri="{FF2B5EF4-FFF2-40B4-BE49-F238E27FC236}">
                      <a16:creationId xmlns:a16="http://schemas.microsoft.com/office/drawing/2014/main" id="{039C37C3-F972-2B5A-BC80-A7713822A5AF}"/>
                    </a:ext>
                  </a:extLst>
                </p:cNvPr>
                <p:cNvSpPr/>
                <p:nvPr/>
              </p:nvSpPr>
              <p:spPr>
                <a:xfrm>
                  <a:off x="2454044" y="67978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9" name="Oval 528">
                  <a:extLst>
                    <a:ext uri="{FF2B5EF4-FFF2-40B4-BE49-F238E27FC236}">
                      <a16:creationId xmlns:a16="http://schemas.microsoft.com/office/drawing/2014/main" id="{A8400D8A-2AB8-2B56-81DD-5DF1759D6FC2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0" name="Oval 529">
                  <a:extLst>
                    <a:ext uri="{FF2B5EF4-FFF2-40B4-BE49-F238E27FC236}">
                      <a16:creationId xmlns:a16="http://schemas.microsoft.com/office/drawing/2014/main" id="{3A33CC08-44F5-DA60-A103-75EBF66290A6}"/>
                    </a:ext>
                  </a:extLst>
                </p:cNvPr>
                <p:cNvSpPr/>
                <p:nvPr/>
              </p:nvSpPr>
              <p:spPr>
                <a:xfrm>
                  <a:off x="2689526" y="706354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1" name="Oval 530">
                  <a:extLst>
                    <a:ext uri="{FF2B5EF4-FFF2-40B4-BE49-F238E27FC236}">
                      <a16:creationId xmlns:a16="http://schemas.microsoft.com/office/drawing/2014/main" id="{1AE5426C-7200-C4F8-8EE1-FF4343A05A11}"/>
                    </a:ext>
                  </a:extLst>
                </p:cNvPr>
                <p:cNvSpPr/>
                <p:nvPr/>
              </p:nvSpPr>
              <p:spPr>
                <a:xfrm>
                  <a:off x="2749374" y="71823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2" name="Oval 531">
                  <a:extLst>
                    <a:ext uri="{FF2B5EF4-FFF2-40B4-BE49-F238E27FC236}">
                      <a16:creationId xmlns:a16="http://schemas.microsoft.com/office/drawing/2014/main" id="{AC79B809-485E-7815-2EC0-1E12FD589FCA}"/>
                    </a:ext>
                  </a:extLst>
                </p:cNvPr>
                <p:cNvSpPr/>
                <p:nvPr/>
              </p:nvSpPr>
              <p:spPr>
                <a:xfrm>
                  <a:off x="2854291" y="72658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3" name="Oval 532">
                  <a:extLst>
                    <a:ext uri="{FF2B5EF4-FFF2-40B4-BE49-F238E27FC236}">
                      <a16:creationId xmlns:a16="http://schemas.microsoft.com/office/drawing/2014/main" id="{6F530CBF-7BC2-2A57-BF9D-53A8B6D5F8DD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4" name="Oval 533">
                  <a:extLst>
                    <a:ext uri="{FF2B5EF4-FFF2-40B4-BE49-F238E27FC236}">
                      <a16:creationId xmlns:a16="http://schemas.microsoft.com/office/drawing/2014/main" id="{1760536F-FDE0-4CD6-D164-CC17CA32978D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35" name="Graphic 5">
            <a:extLst>
              <a:ext uri="{FF2B5EF4-FFF2-40B4-BE49-F238E27FC236}">
                <a16:creationId xmlns:a16="http://schemas.microsoft.com/office/drawing/2014/main" id="{6FD7E4D8-5792-B486-F6F3-0DC5DEAABE61}"/>
              </a:ext>
            </a:extLst>
          </p:cNvPr>
          <p:cNvGrpSpPr/>
          <p:nvPr/>
        </p:nvGrpSpPr>
        <p:grpSpPr>
          <a:xfrm>
            <a:off x="1043103" y="1057028"/>
            <a:ext cx="996159" cy="2820904"/>
            <a:chOff x="1043103" y="1057028"/>
            <a:chExt cx="996159" cy="2820904"/>
          </a:xfrm>
        </p:grpSpPr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B202BD15-31E8-E9CE-53EE-DFFD472684BD}"/>
                </a:ext>
              </a:extLst>
            </p:cNvPr>
            <p:cNvSpPr/>
            <p:nvPr/>
          </p:nvSpPr>
          <p:spPr>
            <a:xfrm>
              <a:off x="1043103" y="1057028"/>
              <a:ext cx="996159" cy="2820904"/>
            </a:xfrm>
            <a:custGeom>
              <a:avLst/>
              <a:gdLst>
                <a:gd name="csX0" fmla="*/ 570874 w 996159"/>
                <a:gd name="csY0" fmla="*/ 1830119 h 2820904"/>
                <a:gd name="csX1" fmla="*/ 548523 w 996159"/>
                <a:gd name="csY1" fmla="*/ 70107 h 2820904"/>
                <a:gd name="csX2" fmla="*/ 548279 w 996159"/>
                <a:gd name="csY2" fmla="*/ 70107 h 2820904"/>
                <a:gd name="csX3" fmla="*/ 500889 w 996159"/>
                <a:gd name="csY3" fmla="*/ 0 h 2820904"/>
                <a:gd name="csX4" fmla="*/ 453499 w 996159"/>
                <a:gd name="csY4" fmla="*/ 70107 h 2820904"/>
                <a:gd name="csX5" fmla="*/ 453255 w 996159"/>
                <a:gd name="csY5" fmla="*/ 70107 h 2820904"/>
                <a:gd name="csX6" fmla="*/ 425408 w 996159"/>
                <a:gd name="csY6" fmla="*/ 1830119 h 2820904"/>
                <a:gd name="csX7" fmla="*/ 0 w 996159"/>
                <a:gd name="csY7" fmla="*/ 2322825 h 2820904"/>
                <a:gd name="csX8" fmla="*/ 498080 w 996159"/>
                <a:gd name="csY8" fmla="*/ 2820904 h 2820904"/>
                <a:gd name="csX9" fmla="*/ 996159 w 996159"/>
                <a:gd name="csY9" fmla="*/ 2322825 h 2820904"/>
                <a:gd name="csX10" fmla="*/ 570874 w 996159"/>
                <a:gd name="csY10" fmla="*/ 1830119 h 2820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96159" h="2820904">
                  <a:moveTo>
                    <a:pt x="570874" y="1830119"/>
                  </a:moveTo>
                  <a:lnTo>
                    <a:pt x="548523" y="70107"/>
                  </a:lnTo>
                  <a:lnTo>
                    <a:pt x="548279" y="70107"/>
                  </a:lnTo>
                  <a:cubicBezTo>
                    <a:pt x="545836" y="15145"/>
                    <a:pt x="525561" y="0"/>
                    <a:pt x="500889" y="0"/>
                  </a:cubicBezTo>
                  <a:cubicBezTo>
                    <a:pt x="476217" y="0"/>
                    <a:pt x="456064" y="15145"/>
                    <a:pt x="453499" y="70107"/>
                  </a:cubicBezTo>
                  <a:lnTo>
                    <a:pt x="453255" y="70107"/>
                  </a:lnTo>
                  <a:lnTo>
                    <a:pt x="425408" y="1830119"/>
                  </a:lnTo>
                  <a:cubicBezTo>
                    <a:pt x="184795" y="1865295"/>
                    <a:pt x="0" y="2072441"/>
                    <a:pt x="0" y="2322825"/>
                  </a:cubicBezTo>
                  <a:cubicBezTo>
                    <a:pt x="0" y="2597880"/>
                    <a:pt x="223024" y="2820904"/>
                    <a:pt x="498080" y="2820904"/>
                  </a:cubicBezTo>
                  <a:cubicBezTo>
                    <a:pt x="773135" y="2820904"/>
                    <a:pt x="996159" y="2597880"/>
                    <a:pt x="996159" y="2322825"/>
                  </a:cubicBezTo>
                  <a:cubicBezTo>
                    <a:pt x="996159" y="2072441"/>
                    <a:pt x="811364" y="1865295"/>
                    <a:pt x="570874" y="1830119"/>
                  </a:cubicBezTo>
                  <a:close/>
                </a:path>
              </a:pathLst>
            </a:custGeom>
            <a:solidFill>
              <a:srgbClr val="A4282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F70CC798-00AC-B22E-0FAE-DF1C2D780064}"/>
                </a:ext>
              </a:extLst>
            </p:cNvPr>
            <p:cNvSpPr/>
            <p:nvPr/>
          </p:nvSpPr>
          <p:spPr>
            <a:xfrm>
              <a:off x="1174768" y="3013438"/>
              <a:ext cx="732829" cy="732829"/>
            </a:xfrm>
            <a:prstGeom prst="ellipse">
              <a:avLst/>
            </a:prstGeom>
            <a:noFill/>
            <a:ln w="48808" cap="flat">
              <a:solidFill>
                <a:srgbClr val="87151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0D5C3806-1204-DDCA-AA8A-5FDD3943A533}"/>
              </a:ext>
            </a:extLst>
          </p:cNvPr>
          <p:cNvSpPr/>
          <p:nvPr/>
        </p:nvSpPr>
        <p:spPr>
          <a:xfrm>
            <a:off x="-2467126" y="3105639"/>
            <a:ext cx="1543815" cy="340534"/>
          </a:xfrm>
          <a:custGeom>
            <a:avLst/>
            <a:gdLst>
              <a:gd name="csX0" fmla="*/ 1436568 w 1543815"/>
              <a:gd name="csY0" fmla="*/ 148534 h 340534"/>
              <a:gd name="csX1" fmla="*/ 1436568 w 1543815"/>
              <a:gd name="csY1" fmla="*/ 147923 h 340534"/>
              <a:gd name="csX2" fmla="*/ 1422888 w 1543815"/>
              <a:gd name="csY2" fmla="*/ 146335 h 340534"/>
              <a:gd name="csX3" fmla="*/ 1422888 w 1543815"/>
              <a:gd name="csY3" fmla="*/ 146335 h 340534"/>
              <a:gd name="csX4" fmla="*/ 130910 w 1543815"/>
              <a:gd name="csY4" fmla="*/ 869 h 340534"/>
              <a:gd name="csX5" fmla="*/ 711 w 1543815"/>
              <a:gd name="csY5" fmla="*/ 84045 h 340534"/>
              <a:gd name="csX6" fmla="*/ 104651 w 1543815"/>
              <a:gd name="csY6" fmla="*/ 193480 h 340534"/>
              <a:gd name="csX7" fmla="*/ 1410430 w 1543815"/>
              <a:gd name="csY7" fmla="*/ 340535 h 340534"/>
              <a:gd name="csX8" fmla="*/ 1410430 w 1543815"/>
              <a:gd name="csY8" fmla="*/ 339924 h 340534"/>
              <a:gd name="csX9" fmla="*/ 1543194 w 1543815"/>
              <a:gd name="csY9" fmla="*/ 257603 h 340534"/>
              <a:gd name="csX10" fmla="*/ 1436568 w 1543815"/>
              <a:gd name="csY10" fmla="*/ 148411 h 340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3815" h="340534">
                <a:moveTo>
                  <a:pt x="1436568" y="148534"/>
                </a:moveTo>
                <a:lnTo>
                  <a:pt x="1436568" y="147923"/>
                </a:lnTo>
                <a:cubicBezTo>
                  <a:pt x="1436568" y="147923"/>
                  <a:pt x="1422888" y="146335"/>
                  <a:pt x="1422888" y="146335"/>
                </a:cubicBezTo>
                <a:lnTo>
                  <a:pt x="1422888" y="146335"/>
                </a:lnTo>
                <a:cubicBezTo>
                  <a:pt x="1422888" y="146335"/>
                  <a:pt x="130910" y="869"/>
                  <a:pt x="130910" y="869"/>
                </a:cubicBezTo>
                <a:cubicBezTo>
                  <a:pt x="68253" y="-6216"/>
                  <a:pt x="7917" y="30792"/>
                  <a:pt x="711" y="84045"/>
                </a:cubicBezTo>
                <a:cubicBezTo>
                  <a:pt x="-6495" y="137175"/>
                  <a:pt x="41994" y="186519"/>
                  <a:pt x="104651" y="193480"/>
                </a:cubicBezTo>
                <a:lnTo>
                  <a:pt x="1410430" y="340535"/>
                </a:lnTo>
                <a:lnTo>
                  <a:pt x="1410430" y="339924"/>
                </a:lnTo>
                <a:cubicBezTo>
                  <a:pt x="1476629" y="342245"/>
                  <a:pt x="1536477" y="307435"/>
                  <a:pt x="1543194" y="257603"/>
                </a:cubicBezTo>
                <a:cubicBezTo>
                  <a:pt x="1549912" y="207893"/>
                  <a:pt x="1501301" y="160869"/>
                  <a:pt x="1436568" y="148411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6CDDE198-F641-0B6B-6817-ECF7A20B719B}"/>
              </a:ext>
            </a:extLst>
          </p:cNvPr>
          <p:cNvGrpSpPr/>
          <p:nvPr/>
        </p:nvGrpSpPr>
        <p:grpSpPr>
          <a:xfrm rot="1640632">
            <a:off x="5115762" y="9967615"/>
            <a:ext cx="5419100" cy="4754079"/>
            <a:chOff x="5655590" y="8467999"/>
            <a:chExt cx="5419100" cy="4754079"/>
          </a:xfrm>
        </p:grpSpPr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BFA1F417-08C0-3626-4D8B-F97295E499C8}"/>
                </a:ext>
              </a:extLst>
            </p:cNvPr>
            <p:cNvSpPr txBox="1"/>
            <p:nvPr/>
          </p:nvSpPr>
          <p:spPr>
            <a:xfrm>
              <a:off x="6386664" y="8467999"/>
              <a:ext cx="46880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Best Model</a:t>
              </a:r>
            </a:p>
          </p:txBody>
        </p:sp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id="{D06C4BEB-7307-F0DC-341E-EF92258B49C2}"/>
                </a:ext>
              </a:extLst>
            </p:cNvPr>
            <p:cNvSpPr txBox="1"/>
            <p:nvPr/>
          </p:nvSpPr>
          <p:spPr>
            <a:xfrm>
              <a:off x="5655590" y="9436426"/>
              <a:ext cx="4178127" cy="3785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MAE: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13.31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Pearson (r):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0.805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Within-Blue Acc:  </a:t>
              </a:r>
              <a:r>
                <a:rPr lang="en-US" sz="20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23.75%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Within-Orange Acc:  </a:t>
              </a:r>
              <a:r>
                <a:rPr lang="en-US" sz="20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60.00%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Within-Yellow Acc: </a:t>
              </a:r>
              <a:r>
                <a:rPr lang="en-US" sz="20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76.67%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</p:txBody>
        </p:sp>
      </p:grpSp>
      <p:grpSp>
        <p:nvGrpSpPr>
          <p:cNvPr id="545" name="Group 544">
            <a:extLst>
              <a:ext uri="{FF2B5EF4-FFF2-40B4-BE49-F238E27FC236}">
                <a16:creationId xmlns:a16="http://schemas.microsoft.com/office/drawing/2014/main" id="{0A944830-B2E5-97E9-663E-565DAA6B2EC8}"/>
              </a:ext>
            </a:extLst>
          </p:cNvPr>
          <p:cNvGrpSpPr/>
          <p:nvPr/>
        </p:nvGrpSpPr>
        <p:grpSpPr>
          <a:xfrm>
            <a:off x="5874566" y="1165570"/>
            <a:ext cx="5591364" cy="4561205"/>
            <a:chOff x="5923334" y="1266158"/>
            <a:chExt cx="5591364" cy="4561205"/>
          </a:xfrm>
        </p:grpSpPr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09E6DADD-9A6C-38F6-0E47-35DD2F7689A1}"/>
                </a:ext>
              </a:extLst>
            </p:cNvPr>
            <p:cNvGrpSpPr/>
            <p:nvPr/>
          </p:nvGrpSpPr>
          <p:grpSpPr>
            <a:xfrm>
              <a:off x="6529987" y="1266158"/>
              <a:ext cx="4688026" cy="2490094"/>
              <a:chOff x="6280508" y="1886644"/>
              <a:chExt cx="5874569" cy="2490094"/>
            </a:xfrm>
          </p:grpSpPr>
          <p:sp>
            <p:nvSpPr>
              <p:cNvPr id="548" name="TextBox 547">
                <a:extLst>
                  <a:ext uri="{FF2B5EF4-FFF2-40B4-BE49-F238E27FC236}">
                    <a16:creationId xmlns:a16="http://schemas.microsoft.com/office/drawing/2014/main" id="{5435933C-02F3-5D8A-1CFE-3D3A6BB36B1F}"/>
                  </a:ext>
                </a:extLst>
              </p:cNvPr>
              <p:cNvSpPr txBox="1"/>
              <p:nvPr/>
            </p:nvSpPr>
            <p:spPr>
              <a:xfrm>
                <a:off x="6280508" y="1886644"/>
                <a:ext cx="587456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>
                    <a:solidFill>
                      <a:schemeClr val="bg1"/>
                    </a:solidFill>
                    <a:latin typeface="PT Serif" panose="020A0603040505020204" pitchFamily="18" charset="77"/>
                  </a:rPr>
                  <a:t>Experimentation</a:t>
                </a:r>
              </a:p>
            </p:txBody>
          </p:sp>
          <p:sp>
            <p:nvSpPr>
              <p:cNvPr id="549" name="TextBox 548">
                <a:extLst>
                  <a:ext uri="{FF2B5EF4-FFF2-40B4-BE49-F238E27FC236}">
                    <a16:creationId xmlns:a16="http://schemas.microsoft.com/office/drawing/2014/main" id="{7E210332-E4C5-827E-5FE3-641D65B91090}"/>
                  </a:ext>
                </a:extLst>
              </p:cNvPr>
              <p:cNvSpPr txBox="1"/>
              <p:nvPr/>
            </p:nvSpPr>
            <p:spPr>
              <a:xfrm>
                <a:off x="6629143" y="2745522"/>
                <a:ext cx="4788876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>
                        <a:lumMod val="85000"/>
                      </a:schemeClr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12 total experiments, tweaking epochs, batch size, and LR.</a:t>
                </a:r>
              </a:p>
              <a:p>
                <a:endPara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endPara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endPara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</p:txBody>
          </p:sp>
        </p:grpSp>
        <p:pic>
          <p:nvPicPr>
            <p:cNvPr id="547" name="Picture 546">
              <a:extLst>
                <a:ext uri="{FF2B5EF4-FFF2-40B4-BE49-F238E27FC236}">
                  <a16:creationId xmlns:a16="http://schemas.microsoft.com/office/drawing/2014/main" id="{4B79523E-4357-6CD6-1C59-48D2EF3091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23334" y="3132767"/>
              <a:ext cx="5591364" cy="2694596"/>
            </a:xfrm>
            <a:prstGeom prst="rect">
              <a:avLst/>
            </a:prstGeom>
            <a:ln w="38100">
              <a:solidFill>
                <a:schemeClr val="bg1">
                  <a:alpha val="6000"/>
                </a:schemeClr>
              </a:solidFill>
            </a:ln>
          </p:spPr>
        </p:pic>
      </p:grpSp>
      <p:grpSp>
        <p:nvGrpSpPr>
          <p:cNvPr id="550" name="Group 549">
            <a:extLst>
              <a:ext uri="{FF2B5EF4-FFF2-40B4-BE49-F238E27FC236}">
                <a16:creationId xmlns:a16="http://schemas.microsoft.com/office/drawing/2014/main" id="{79026A5E-0D56-4041-A929-DFAEF47DAFE4}"/>
              </a:ext>
            </a:extLst>
          </p:cNvPr>
          <p:cNvGrpSpPr/>
          <p:nvPr/>
        </p:nvGrpSpPr>
        <p:grpSpPr>
          <a:xfrm rot="20828840">
            <a:off x="4767914" y="-7278187"/>
            <a:ext cx="4688026" cy="4495288"/>
            <a:chOff x="6096000" y="1747159"/>
            <a:chExt cx="5874569" cy="4495288"/>
          </a:xfrm>
        </p:grpSpPr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28431A7B-75D3-65C4-FA67-1EDC01F2F5D9}"/>
                </a:ext>
              </a:extLst>
            </p:cNvPr>
            <p:cNvSpPr txBox="1"/>
            <p:nvPr/>
          </p:nvSpPr>
          <p:spPr>
            <a:xfrm>
              <a:off x="6096000" y="1747159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Model Architecture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7A1F8D95-3DC8-71F4-5B4C-5D0EFC462202}"/>
                </a:ext>
              </a:extLst>
            </p:cNvPr>
            <p:cNvSpPr txBox="1"/>
            <p:nvPr/>
          </p:nvSpPr>
          <p:spPr>
            <a:xfrm>
              <a:off x="6366648" y="2764572"/>
              <a:ext cx="5235615" cy="3477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Pretrained sentence embedder: Sentence Transformers’ </a:t>
              </a:r>
            </a:p>
            <a:p>
              <a:r>
                <a:rPr lang="en-US" sz="2000" i="1" dirty="0">
                  <a:solidFill>
                    <a:schemeClr val="bg2">
                      <a:lumMod val="7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all-mpnet-base-v2.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Unfroze the last 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four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layers to implicitly learn axis projection.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Applied a regression output node, to calculate a </a:t>
              </a:r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[0, 100]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guess.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07847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5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CB3167-E850-6FB7-322E-32D8C4862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5">
            <a:extLst>
              <a:ext uri="{FF2B5EF4-FFF2-40B4-BE49-F238E27FC236}">
                <a16:creationId xmlns:a16="http://schemas.microsoft.com/office/drawing/2014/main" id="{0387EF48-A8BB-4379-1B22-35A5E9449B40}"/>
              </a:ext>
            </a:extLst>
          </p:cNvPr>
          <p:cNvGrpSpPr/>
          <p:nvPr/>
        </p:nvGrpSpPr>
        <p:grpSpPr>
          <a:xfrm rot="20756862">
            <a:off x="-1948160" y="-78388"/>
            <a:ext cx="6958167" cy="6980484"/>
            <a:chOff x="-1948160" y="-78388"/>
            <a:chExt cx="6958167" cy="698048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FEE257D-2370-2206-0121-A890E0955E3B}"/>
                </a:ext>
              </a:extLst>
            </p:cNvPr>
            <p:cNvSpPr/>
            <p:nvPr/>
          </p:nvSpPr>
          <p:spPr>
            <a:xfrm>
              <a:off x="-1948160" y="-78388"/>
              <a:ext cx="6958167" cy="6980484"/>
            </a:xfrm>
            <a:custGeom>
              <a:avLst/>
              <a:gdLst>
                <a:gd name="csX0" fmla="*/ 6119712 w 6958167"/>
                <a:gd name="csY0" fmla="*/ 5773616 h 6980484"/>
                <a:gd name="csX1" fmla="*/ 5722275 w 6958167"/>
                <a:gd name="csY1" fmla="*/ 5883418 h 6980484"/>
                <a:gd name="csX2" fmla="*/ 5587678 w 6958167"/>
                <a:gd name="csY2" fmla="*/ 6273161 h 6980484"/>
                <a:gd name="csX3" fmla="*/ 5176072 w 6958167"/>
                <a:gd name="csY3" fmla="*/ 6297955 h 6980484"/>
                <a:gd name="csX4" fmla="*/ 4962941 w 6958167"/>
                <a:gd name="csY4" fmla="*/ 6650934 h 6980484"/>
                <a:gd name="csX5" fmla="*/ 4555244 w 6958167"/>
                <a:gd name="csY5" fmla="*/ 6589010 h 6980484"/>
                <a:gd name="csX6" fmla="*/ 4273227 w 6958167"/>
                <a:gd name="csY6" fmla="*/ 6889837 h 6980484"/>
                <a:gd name="csX7" fmla="*/ 3887270 w 6958167"/>
                <a:gd name="csY7" fmla="*/ 6744615 h 6980484"/>
                <a:gd name="csX8" fmla="*/ 3549069 w 6958167"/>
                <a:gd name="csY8" fmla="*/ 6980464 h 6980484"/>
                <a:gd name="csX9" fmla="*/ 3201586 w 6958167"/>
                <a:gd name="csY9" fmla="*/ 6758538 h 6980484"/>
                <a:gd name="csX10" fmla="*/ 2821859 w 6958167"/>
                <a:gd name="csY10" fmla="*/ 6919272 h 6980484"/>
                <a:gd name="csX11" fmla="*/ 2527994 w 6958167"/>
                <a:gd name="csY11" fmla="*/ 6630049 h 6980484"/>
                <a:gd name="csX12" fmla="*/ 2123106 w 6958167"/>
                <a:gd name="csY12" fmla="*/ 6707973 h 6980484"/>
                <a:gd name="csX13" fmla="*/ 1896295 w 6958167"/>
                <a:gd name="csY13" fmla="*/ 6363666 h 6980484"/>
                <a:gd name="csX14" fmla="*/ 1484079 w 6958167"/>
                <a:gd name="csY14" fmla="*/ 6355238 h 6980484"/>
                <a:gd name="csX15" fmla="*/ 1333849 w 6958167"/>
                <a:gd name="csY15" fmla="*/ 5971236 h 6980484"/>
                <a:gd name="csX16" fmla="*/ 932136 w 6958167"/>
                <a:gd name="csY16" fmla="*/ 5878044 h 6980484"/>
                <a:gd name="csX17" fmla="*/ 864227 w 6958167"/>
                <a:gd name="csY17" fmla="*/ 5471324 h 6980484"/>
                <a:gd name="csX18" fmla="*/ 490729 w 6958167"/>
                <a:gd name="csY18" fmla="*/ 5296544 h 6980484"/>
                <a:gd name="csX19" fmla="*/ 509416 w 6958167"/>
                <a:gd name="csY19" fmla="*/ 4884572 h 6980484"/>
                <a:gd name="csX20" fmla="*/ 180742 w 6958167"/>
                <a:gd name="csY20" fmla="*/ 4635532 h 6980484"/>
                <a:gd name="csX21" fmla="*/ 284926 w 6958167"/>
                <a:gd name="csY21" fmla="*/ 4236629 h 6980484"/>
                <a:gd name="csX22" fmla="*/ 15245 w 6958167"/>
                <a:gd name="csY22" fmla="*/ 3924810 h 6980484"/>
                <a:gd name="csX23" fmla="*/ 199795 w 6958167"/>
                <a:gd name="csY23" fmla="*/ 3556074 h 6980484"/>
                <a:gd name="csX24" fmla="*/ 344 w 6958167"/>
                <a:gd name="csY24" fmla="*/ 3195156 h 6980484"/>
                <a:gd name="csX25" fmla="*/ 257200 w 6958167"/>
                <a:gd name="csY25" fmla="*/ 2872589 h 6980484"/>
                <a:gd name="csX26" fmla="*/ 137139 w 6958167"/>
                <a:gd name="csY26" fmla="*/ 2478083 h 6980484"/>
                <a:gd name="csX27" fmla="*/ 455675 w 6958167"/>
                <a:gd name="csY27" fmla="*/ 2216218 h 6980484"/>
                <a:gd name="csX28" fmla="*/ 420744 w 6958167"/>
                <a:gd name="csY28" fmla="*/ 1805345 h 6980484"/>
                <a:gd name="csX29" fmla="*/ 787036 w 6958167"/>
                <a:gd name="csY29" fmla="*/ 1615909 h 6980484"/>
                <a:gd name="csX30" fmla="*/ 838334 w 6958167"/>
                <a:gd name="csY30" fmla="*/ 1206746 h 6980484"/>
                <a:gd name="csX31" fmla="*/ 1235772 w 6958167"/>
                <a:gd name="csY31" fmla="*/ 1096944 h 6980484"/>
                <a:gd name="csX32" fmla="*/ 1370368 w 6958167"/>
                <a:gd name="csY32" fmla="*/ 707201 h 6980484"/>
                <a:gd name="csX33" fmla="*/ 1781974 w 6958167"/>
                <a:gd name="csY33" fmla="*/ 682407 h 6980484"/>
                <a:gd name="csX34" fmla="*/ 1995105 w 6958167"/>
                <a:gd name="csY34" fmla="*/ 329427 h 6980484"/>
                <a:gd name="csX35" fmla="*/ 2402802 w 6958167"/>
                <a:gd name="csY35" fmla="*/ 391352 h 6980484"/>
                <a:gd name="csX36" fmla="*/ 2684819 w 6958167"/>
                <a:gd name="csY36" fmla="*/ 90525 h 6980484"/>
                <a:gd name="csX37" fmla="*/ 3070776 w 6958167"/>
                <a:gd name="csY37" fmla="*/ 235747 h 6980484"/>
                <a:gd name="csX38" fmla="*/ 3409099 w 6958167"/>
                <a:gd name="csY38" fmla="*/ 21 h 6980484"/>
                <a:gd name="csX39" fmla="*/ 3756582 w 6958167"/>
                <a:gd name="csY39" fmla="*/ 221946 h 6980484"/>
                <a:gd name="csX40" fmla="*/ 4136310 w 6958167"/>
                <a:gd name="csY40" fmla="*/ 61212 h 6980484"/>
                <a:gd name="csX41" fmla="*/ 4430174 w 6958167"/>
                <a:gd name="csY41" fmla="*/ 350435 h 6980484"/>
                <a:gd name="csX42" fmla="*/ 4835062 w 6958167"/>
                <a:gd name="csY42" fmla="*/ 272511 h 6980484"/>
                <a:gd name="csX43" fmla="*/ 5061873 w 6958167"/>
                <a:gd name="csY43" fmla="*/ 616819 h 6980484"/>
                <a:gd name="csX44" fmla="*/ 5474090 w 6958167"/>
                <a:gd name="csY44" fmla="*/ 625246 h 6980484"/>
                <a:gd name="csX45" fmla="*/ 5624320 w 6958167"/>
                <a:gd name="csY45" fmla="*/ 1009249 h 6980484"/>
                <a:gd name="csX46" fmla="*/ 6026032 w 6958167"/>
                <a:gd name="csY46" fmla="*/ 1102440 h 6980484"/>
                <a:gd name="csX47" fmla="*/ 6093941 w 6958167"/>
                <a:gd name="csY47" fmla="*/ 1509160 h 6980484"/>
                <a:gd name="csX48" fmla="*/ 6467440 w 6958167"/>
                <a:gd name="csY48" fmla="*/ 1683940 h 6980484"/>
                <a:gd name="csX49" fmla="*/ 6448752 w 6958167"/>
                <a:gd name="csY49" fmla="*/ 2095912 h 6980484"/>
                <a:gd name="csX50" fmla="*/ 6777427 w 6958167"/>
                <a:gd name="csY50" fmla="*/ 2344952 h 6980484"/>
                <a:gd name="csX51" fmla="*/ 6673242 w 6958167"/>
                <a:gd name="csY51" fmla="*/ 2743855 h 6980484"/>
                <a:gd name="csX52" fmla="*/ 6942924 w 6958167"/>
                <a:gd name="csY52" fmla="*/ 3055674 h 6980484"/>
                <a:gd name="csX53" fmla="*/ 6758373 w 6958167"/>
                <a:gd name="csY53" fmla="*/ 3424410 h 6980484"/>
                <a:gd name="csX54" fmla="*/ 6957824 w 6958167"/>
                <a:gd name="csY54" fmla="*/ 3785328 h 6980484"/>
                <a:gd name="csX55" fmla="*/ 6700968 w 6958167"/>
                <a:gd name="csY55" fmla="*/ 4107895 h 6980484"/>
                <a:gd name="csX56" fmla="*/ 6821030 w 6958167"/>
                <a:gd name="csY56" fmla="*/ 4502402 h 6980484"/>
                <a:gd name="csX57" fmla="*/ 6502493 w 6958167"/>
                <a:gd name="csY57" fmla="*/ 4764266 h 6980484"/>
                <a:gd name="csX58" fmla="*/ 6537425 w 6958167"/>
                <a:gd name="csY58" fmla="*/ 5175139 h 6980484"/>
                <a:gd name="csX59" fmla="*/ 6171132 w 6958167"/>
                <a:gd name="csY59" fmla="*/ 5364575 h 6980484"/>
                <a:gd name="csX60" fmla="*/ 6119834 w 6958167"/>
                <a:gd name="csY60" fmla="*/ 5773738 h 6980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</a:cxnLst>
              <a:rect l="l" t="t" r="r" b="b"/>
              <a:pathLst>
                <a:path w="6958167" h="6980484">
                  <a:moveTo>
                    <a:pt x="6119712" y="5773616"/>
                  </a:moveTo>
                  <a:cubicBezTo>
                    <a:pt x="6041544" y="5863998"/>
                    <a:pt x="5807527" y="5803418"/>
                    <a:pt x="5722275" y="5883418"/>
                  </a:cubicBezTo>
                  <a:cubicBezTo>
                    <a:pt x="5635312" y="5965129"/>
                    <a:pt x="5681114" y="6202321"/>
                    <a:pt x="5587678" y="6273161"/>
                  </a:cubicBezTo>
                  <a:cubicBezTo>
                    <a:pt x="5494242" y="6344001"/>
                    <a:pt x="5276592" y="6237130"/>
                    <a:pt x="5176072" y="6297955"/>
                  </a:cubicBezTo>
                  <a:cubicBezTo>
                    <a:pt x="5074453" y="6359390"/>
                    <a:pt x="5069446" y="6600980"/>
                    <a:pt x="4962941" y="6650934"/>
                  </a:cubicBezTo>
                  <a:cubicBezTo>
                    <a:pt x="4855582" y="6701255"/>
                    <a:pt x="4666634" y="6550537"/>
                    <a:pt x="4555244" y="6589010"/>
                  </a:cubicBezTo>
                  <a:cubicBezTo>
                    <a:pt x="4443243" y="6627728"/>
                    <a:pt x="4388037" y="6863088"/>
                    <a:pt x="4273227" y="6889837"/>
                  </a:cubicBezTo>
                  <a:cubicBezTo>
                    <a:pt x="4157928" y="6916707"/>
                    <a:pt x="4004523" y="6729958"/>
                    <a:pt x="3887270" y="6744615"/>
                  </a:cubicBezTo>
                  <a:cubicBezTo>
                    <a:pt x="3770017" y="6759271"/>
                    <a:pt x="3667177" y="6978021"/>
                    <a:pt x="3549069" y="6980464"/>
                  </a:cubicBezTo>
                  <a:cubicBezTo>
                    <a:pt x="3430962" y="6982906"/>
                    <a:pt x="3319449" y="6768431"/>
                    <a:pt x="3201586" y="6758538"/>
                  </a:cubicBezTo>
                  <a:cubicBezTo>
                    <a:pt x="3083723" y="6748645"/>
                    <a:pt x="2938256" y="6941502"/>
                    <a:pt x="2821859" y="6919272"/>
                  </a:cubicBezTo>
                  <a:cubicBezTo>
                    <a:pt x="2705461" y="6897043"/>
                    <a:pt x="2641582" y="6664370"/>
                    <a:pt x="2527994" y="6630049"/>
                  </a:cubicBezTo>
                  <a:cubicBezTo>
                    <a:pt x="2415383" y="6595972"/>
                    <a:pt x="2232542" y="6754141"/>
                    <a:pt x="2123106" y="6707973"/>
                  </a:cubicBezTo>
                  <a:cubicBezTo>
                    <a:pt x="2014891" y="6662293"/>
                    <a:pt x="2000479" y="6421192"/>
                    <a:pt x="1896295" y="6363666"/>
                  </a:cubicBezTo>
                  <a:cubicBezTo>
                    <a:pt x="1793699" y="6306993"/>
                    <a:pt x="1581911" y="6423513"/>
                    <a:pt x="1484079" y="6355238"/>
                  </a:cubicBezTo>
                  <a:cubicBezTo>
                    <a:pt x="1386246" y="6286963"/>
                    <a:pt x="1424231" y="6049404"/>
                    <a:pt x="1333849" y="5971236"/>
                  </a:cubicBezTo>
                  <a:cubicBezTo>
                    <a:pt x="1243466" y="5893067"/>
                    <a:pt x="1012259" y="5963174"/>
                    <a:pt x="932136" y="5878044"/>
                  </a:cubicBezTo>
                  <a:cubicBezTo>
                    <a:pt x="850426" y="5791082"/>
                    <a:pt x="935068" y="5564637"/>
                    <a:pt x="864227" y="5471324"/>
                  </a:cubicBezTo>
                  <a:cubicBezTo>
                    <a:pt x="792288" y="5376545"/>
                    <a:pt x="551554" y="5397064"/>
                    <a:pt x="490729" y="5296544"/>
                  </a:cubicBezTo>
                  <a:cubicBezTo>
                    <a:pt x="429904" y="5196024"/>
                    <a:pt x="559370" y="4991198"/>
                    <a:pt x="509416" y="4884572"/>
                  </a:cubicBezTo>
                  <a:cubicBezTo>
                    <a:pt x="459095" y="4777212"/>
                    <a:pt x="219338" y="4746922"/>
                    <a:pt x="180742" y="4635532"/>
                  </a:cubicBezTo>
                  <a:cubicBezTo>
                    <a:pt x="142146" y="4524142"/>
                    <a:pt x="311674" y="4351439"/>
                    <a:pt x="284926" y="4236629"/>
                  </a:cubicBezTo>
                  <a:cubicBezTo>
                    <a:pt x="258178" y="4121819"/>
                    <a:pt x="29901" y="4041940"/>
                    <a:pt x="15245" y="3924810"/>
                  </a:cubicBezTo>
                  <a:cubicBezTo>
                    <a:pt x="588" y="3807679"/>
                    <a:pt x="202238" y="3674304"/>
                    <a:pt x="199795" y="3556074"/>
                  </a:cubicBezTo>
                  <a:cubicBezTo>
                    <a:pt x="197353" y="3437845"/>
                    <a:pt x="-9549" y="3313020"/>
                    <a:pt x="344" y="3195156"/>
                  </a:cubicBezTo>
                  <a:cubicBezTo>
                    <a:pt x="10237" y="3077293"/>
                    <a:pt x="235093" y="2988987"/>
                    <a:pt x="257200" y="2872589"/>
                  </a:cubicBezTo>
                  <a:cubicBezTo>
                    <a:pt x="279307" y="2756192"/>
                    <a:pt x="102818" y="2591671"/>
                    <a:pt x="137139" y="2478083"/>
                  </a:cubicBezTo>
                  <a:cubicBezTo>
                    <a:pt x="171459" y="2364494"/>
                    <a:pt x="409507" y="2325776"/>
                    <a:pt x="455675" y="2216218"/>
                  </a:cubicBezTo>
                  <a:cubicBezTo>
                    <a:pt x="501843" y="2106660"/>
                    <a:pt x="363216" y="1909529"/>
                    <a:pt x="420744" y="1805345"/>
                  </a:cubicBezTo>
                  <a:cubicBezTo>
                    <a:pt x="478271" y="1701162"/>
                    <a:pt x="718761" y="1713742"/>
                    <a:pt x="787036" y="1615909"/>
                  </a:cubicBezTo>
                  <a:cubicBezTo>
                    <a:pt x="855311" y="1518076"/>
                    <a:pt x="760166" y="1297251"/>
                    <a:pt x="838334" y="1206746"/>
                  </a:cubicBezTo>
                  <a:cubicBezTo>
                    <a:pt x="916502" y="1116242"/>
                    <a:pt x="1150519" y="1176944"/>
                    <a:pt x="1235772" y="1096944"/>
                  </a:cubicBezTo>
                  <a:cubicBezTo>
                    <a:pt x="1322734" y="1015234"/>
                    <a:pt x="1276932" y="778041"/>
                    <a:pt x="1370368" y="707201"/>
                  </a:cubicBezTo>
                  <a:cubicBezTo>
                    <a:pt x="1463804" y="636361"/>
                    <a:pt x="1681454" y="743232"/>
                    <a:pt x="1781974" y="682407"/>
                  </a:cubicBezTo>
                  <a:cubicBezTo>
                    <a:pt x="1882493" y="621582"/>
                    <a:pt x="1888600" y="379382"/>
                    <a:pt x="1995105" y="329427"/>
                  </a:cubicBezTo>
                  <a:cubicBezTo>
                    <a:pt x="2101610" y="279473"/>
                    <a:pt x="2291412" y="429825"/>
                    <a:pt x="2402802" y="391352"/>
                  </a:cubicBezTo>
                  <a:cubicBezTo>
                    <a:pt x="2514192" y="352878"/>
                    <a:pt x="2570010" y="117273"/>
                    <a:pt x="2684819" y="90525"/>
                  </a:cubicBezTo>
                  <a:cubicBezTo>
                    <a:pt x="2800118" y="63655"/>
                    <a:pt x="2953523" y="250404"/>
                    <a:pt x="3070776" y="235747"/>
                  </a:cubicBezTo>
                  <a:cubicBezTo>
                    <a:pt x="3188029" y="221091"/>
                    <a:pt x="3290991" y="2463"/>
                    <a:pt x="3409099" y="21"/>
                  </a:cubicBezTo>
                  <a:cubicBezTo>
                    <a:pt x="3527207" y="-2422"/>
                    <a:pt x="3638719" y="212053"/>
                    <a:pt x="3756582" y="221946"/>
                  </a:cubicBezTo>
                  <a:cubicBezTo>
                    <a:pt x="3874445" y="231839"/>
                    <a:pt x="4019912" y="38983"/>
                    <a:pt x="4136310" y="61212"/>
                  </a:cubicBezTo>
                  <a:cubicBezTo>
                    <a:pt x="4252708" y="83441"/>
                    <a:pt x="4316586" y="316114"/>
                    <a:pt x="4430174" y="350435"/>
                  </a:cubicBezTo>
                  <a:cubicBezTo>
                    <a:pt x="4543763" y="384756"/>
                    <a:pt x="4725627" y="226343"/>
                    <a:pt x="4835062" y="272511"/>
                  </a:cubicBezTo>
                  <a:cubicBezTo>
                    <a:pt x="4944499" y="318679"/>
                    <a:pt x="4957689" y="559292"/>
                    <a:pt x="5061873" y="616819"/>
                  </a:cubicBezTo>
                  <a:cubicBezTo>
                    <a:pt x="5166057" y="674346"/>
                    <a:pt x="5376257" y="556971"/>
                    <a:pt x="5474090" y="625246"/>
                  </a:cubicBezTo>
                  <a:cubicBezTo>
                    <a:pt x="5571922" y="693521"/>
                    <a:pt x="5533937" y="931080"/>
                    <a:pt x="5624320" y="1009249"/>
                  </a:cubicBezTo>
                  <a:cubicBezTo>
                    <a:pt x="5714702" y="1087417"/>
                    <a:pt x="5945910" y="1017310"/>
                    <a:pt x="6026032" y="1102440"/>
                  </a:cubicBezTo>
                  <a:cubicBezTo>
                    <a:pt x="6107743" y="1189403"/>
                    <a:pt x="6023101" y="1415847"/>
                    <a:pt x="6093941" y="1509160"/>
                  </a:cubicBezTo>
                  <a:cubicBezTo>
                    <a:pt x="6165881" y="1603940"/>
                    <a:pt x="6406615" y="1583420"/>
                    <a:pt x="6467440" y="1683940"/>
                  </a:cubicBezTo>
                  <a:cubicBezTo>
                    <a:pt x="6528875" y="1785559"/>
                    <a:pt x="6398798" y="1989286"/>
                    <a:pt x="6448752" y="2095912"/>
                  </a:cubicBezTo>
                  <a:cubicBezTo>
                    <a:pt x="6498707" y="2202539"/>
                    <a:pt x="6738831" y="2233562"/>
                    <a:pt x="6777427" y="2344952"/>
                  </a:cubicBezTo>
                  <a:cubicBezTo>
                    <a:pt x="6816022" y="2456342"/>
                    <a:pt x="6646494" y="2629046"/>
                    <a:pt x="6673242" y="2743855"/>
                  </a:cubicBezTo>
                  <a:cubicBezTo>
                    <a:pt x="6700113" y="2859154"/>
                    <a:pt x="6928267" y="2938544"/>
                    <a:pt x="6942924" y="3055674"/>
                  </a:cubicBezTo>
                  <a:cubicBezTo>
                    <a:pt x="6957580" y="3172927"/>
                    <a:pt x="6755930" y="3306180"/>
                    <a:pt x="6758373" y="3424410"/>
                  </a:cubicBezTo>
                  <a:cubicBezTo>
                    <a:pt x="6760816" y="3542639"/>
                    <a:pt x="6967717" y="3667464"/>
                    <a:pt x="6957824" y="3785328"/>
                  </a:cubicBezTo>
                  <a:cubicBezTo>
                    <a:pt x="6947931" y="3903191"/>
                    <a:pt x="6723075" y="3991497"/>
                    <a:pt x="6700968" y="4107895"/>
                  </a:cubicBezTo>
                  <a:cubicBezTo>
                    <a:pt x="6678861" y="4224293"/>
                    <a:pt x="6855351" y="4388813"/>
                    <a:pt x="6821030" y="4502402"/>
                  </a:cubicBezTo>
                  <a:cubicBezTo>
                    <a:pt x="6786709" y="4615990"/>
                    <a:pt x="6548661" y="4654708"/>
                    <a:pt x="6502493" y="4764266"/>
                  </a:cubicBezTo>
                  <a:cubicBezTo>
                    <a:pt x="6456325" y="4873824"/>
                    <a:pt x="6594952" y="5070955"/>
                    <a:pt x="6537425" y="5175139"/>
                  </a:cubicBezTo>
                  <a:cubicBezTo>
                    <a:pt x="6479898" y="5279322"/>
                    <a:pt x="6239408" y="5266742"/>
                    <a:pt x="6171132" y="5364575"/>
                  </a:cubicBezTo>
                  <a:cubicBezTo>
                    <a:pt x="6104201" y="5460454"/>
                    <a:pt x="6198003" y="5683234"/>
                    <a:pt x="6119834" y="5773738"/>
                  </a:cubicBezTo>
                  <a:close/>
                </a:path>
              </a:pathLst>
            </a:custGeom>
            <a:solidFill>
              <a:srgbClr val="E0E4D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B242A2A-1109-38D5-0C4B-EFA14CDEF1FF}"/>
                </a:ext>
              </a:extLst>
            </p:cNvPr>
            <p:cNvSpPr/>
            <p:nvPr/>
          </p:nvSpPr>
          <p:spPr>
            <a:xfrm>
              <a:off x="1439564" y="655019"/>
              <a:ext cx="180520" cy="2757810"/>
            </a:xfrm>
            <a:custGeom>
              <a:avLst/>
              <a:gdLst>
                <a:gd name="csX0" fmla="*/ 180398 w 180520"/>
                <a:gd name="csY0" fmla="*/ 296 h 2757810"/>
                <a:gd name="csX1" fmla="*/ 0 w 180520"/>
                <a:gd name="csY1" fmla="*/ 3472 h 2757810"/>
                <a:gd name="csX2" fmla="*/ 141436 w 180520"/>
                <a:gd name="csY2" fmla="*/ 2757810 h 2757810"/>
                <a:gd name="csX3" fmla="*/ 180521 w 180520"/>
                <a:gd name="csY3" fmla="*/ 296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80398" y="296"/>
                  </a:moveTo>
                  <a:cubicBezTo>
                    <a:pt x="120184" y="-559"/>
                    <a:pt x="60092" y="418"/>
                    <a:pt x="0" y="3472"/>
                  </a:cubicBezTo>
                  <a:lnTo>
                    <a:pt x="141436" y="2757810"/>
                  </a:lnTo>
                  <a:lnTo>
                    <a:pt x="180521" y="29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EEA7CD4-41F8-4D0F-9B67-2BA185D9AD3E}"/>
                </a:ext>
              </a:extLst>
            </p:cNvPr>
            <p:cNvSpPr/>
            <p:nvPr/>
          </p:nvSpPr>
          <p:spPr>
            <a:xfrm>
              <a:off x="1581000" y="683774"/>
              <a:ext cx="576370" cy="2729055"/>
            </a:xfrm>
            <a:custGeom>
              <a:avLst/>
              <a:gdLst>
                <a:gd name="csX0" fmla="*/ 576370 w 576370"/>
                <a:gd name="csY0" fmla="*/ 31756 h 2729055"/>
                <a:gd name="csX1" fmla="*/ 398659 w 576370"/>
                <a:gd name="csY1" fmla="*/ 0 h 2729055"/>
                <a:gd name="csX2" fmla="*/ 0 w 576370"/>
                <a:gd name="csY2" fmla="*/ 2729056 h 2729055"/>
                <a:gd name="csX3" fmla="*/ 576370 w 576370"/>
                <a:gd name="csY3" fmla="*/ 31756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576370" y="31756"/>
                  </a:moveTo>
                  <a:cubicBezTo>
                    <a:pt x="517377" y="19176"/>
                    <a:pt x="458141" y="8672"/>
                    <a:pt x="398659" y="0"/>
                  </a:cubicBezTo>
                  <a:lnTo>
                    <a:pt x="0" y="2729056"/>
                  </a:lnTo>
                  <a:lnTo>
                    <a:pt x="576370" y="317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18174AE-0CD0-826A-0A97-F65544446191}"/>
                </a:ext>
              </a:extLst>
            </p:cNvPr>
            <p:cNvSpPr/>
            <p:nvPr/>
          </p:nvSpPr>
          <p:spPr>
            <a:xfrm>
              <a:off x="1259777" y="658491"/>
              <a:ext cx="321223" cy="2754338"/>
            </a:xfrm>
            <a:custGeom>
              <a:avLst/>
              <a:gdLst>
                <a:gd name="csX0" fmla="*/ 179787 w 321223"/>
                <a:gd name="csY0" fmla="*/ 0 h 2754338"/>
                <a:gd name="csX1" fmla="*/ 0 w 321223"/>
                <a:gd name="csY1" fmla="*/ 15267 h 2754338"/>
                <a:gd name="csX2" fmla="*/ 321223 w 321223"/>
                <a:gd name="csY2" fmla="*/ 2754339 h 2754338"/>
                <a:gd name="csX3" fmla="*/ 179787 w 321223"/>
                <a:gd name="csY3" fmla="*/ 0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79787" y="0"/>
                  </a:moveTo>
                  <a:cubicBezTo>
                    <a:pt x="119695" y="3053"/>
                    <a:pt x="59725" y="8305"/>
                    <a:pt x="0" y="15267"/>
                  </a:cubicBezTo>
                  <a:lnTo>
                    <a:pt x="321223" y="2754339"/>
                  </a:lnTo>
                  <a:lnTo>
                    <a:pt x="17978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DA305A-9A62-EB8C-2440-7FFE8195C409}"/>
                </a:ext>
              </a:extLst>
            </p:cNvPr>
            <p:cNvSpPr/>
            <p:nvPr/>
          </p:nvSpPr>
          <p:spPr>
            <a:xfrm>
              <a:off x="1581000" y="663743"/>
              <a:ext cx="398658" cy="2749086"/>
            </a:xfrm>
            <a:custGeom>
              <a:avLst/>
              <a:gdLst>
                <a:gd name="csX0" fmla="*/ 398659 w 398658"/>
                <a:gd name="csY0" fmla="*/ 20031 h 2749086"/>
                <a:gd name="csX1" fmla="*/ 219360 w 398658"/>
                <a:gd name="csY1" fmla="*/ 0 h 2749086"/>
                <a:gd name="csX2" fmla="*/ 0 w 398658"/>
                <a:gd name="csY2" fmla="*/ 2749087 h 2749086"/>
                <a:gd name="csX3" fmla="*/ 398659 w 398658"/>
                <a:gd name="csY3" fmla="*/ 20031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8" h="2749086">
                  <a:moveTo>
                    <a:pt x="398659" y="20031"/>
                  </a:moveTo>
                  <a:cubicBezTo>
                    <a:pt x="339056" y="11359"/>
                    <a:pt x="279208" y="4763"/>
                    <a:pt x="219360" y="0"/>
                  </a:cubicBezTo>
                  <a:lnTo>
                    <a:pt x="0" y="2749087"/>
                  </a:lnTo>
                  <a:lnTo>
                    <a:pt x="398659" y="2003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66CABD2-D784-D760-DAB5-F034D61D742E}"/>
                </a:ext>
              </a:extLst>
            </p:cNvPr>
            <p:cNvSpPr/>
            <p:nvPr/>
          </p:nvSpPr>
          <p:spPr>
            <a:xfrm>
              <a:off x="1581000" y="715530"/>
              <a:ext cx="751516" cy="2697299"/>
            </a:xfrm>
            <a:custGeom>
              <a:avLst/>
              <a:gdLst>
                <a:gd name="csX0" fmla="*/ 751516 w 751516"/>
                <a:gd name="csY0" fmla="*/ 43481 h 2697299"/>
                <a:gd name="csX1" fmla="*/ 576370 w 751516"/>
                <a:gd name="csY1" fmla="*/ 0 h 2697299"/>
                <a:gd name="csX2" fmla="*/ 0 w 751516"/>
                <a:gd name="csY2" fmla="*/ 2697300 h 2697299"/>
                <a:gd name="csX3" fmla="*/ 751516 w 751516"/>
                <a:gd name="csY3" fmla="*/ 43481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751516" y="43481"/>
                  </a:moveTo>
                  <a:cubicBezTo>
                    <a:pt x="693501" y="27115"/>
                    <a:pt x="635119" y="12458"/>
                    <a:pt x="576370" y="0"/>
                  </a:cubicBezTo>
                  <a:lnTo>
                    <a:pt x="0" y="2697300"/>
                  </a:lnTo>
                  <a:lnTo>
                    <a:pt x="751516" y="43481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30A0EFD-D560-3A02-F67E-04B03C2E6C2A}"/>
                </a:ext>
              </a:extLst>
            </p:cNvPr>
            <p:cNvSpPr/>
            <p:nvPr/>
          </p:nvSpPr>
          <p:spPr>
            <a:xfrm>
              <a:off x="1581000" y="1044326"/>
              <a:ext cx="1564345" cy="2368503"/>
            </a:xfrm>
            <a:custGeom>
              <a:avLst/>
              <a:gdLst>
                <a:gd name="csX0" fmla="*/ 1564346 w 1564345"/>
                <a:gd name="csY0" fmla="*/ 97588 h 2368503"/>
                <a:gd name="csX1" fmla="*/ 1412528 w 1564345"/>
                <a:gd name="csY1" fmla="*/ 0 h 2368503"/>
                <a:gd name="csX2" fmla="*/ 0 w 1564345"/>
                <a:gd name="csY2" fmla="*/ 2368504 h 2368503"/>
                <a:gd name="csX3" fmla="*/ 1564346 w 1564345"/>
                <a:gd name="csY3" fmla="*/ 97588 h 2368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5" h="2368503">
                  <a:moveTo>
                    <a:pt x="1564346" y="97588"/>
                  </a:moveTo>
                  <a:cubicBezTo>
                    <a:pt x="1514514" y="63145"/>
                    <a:pt x="1463948" y="30657"/>
                    <a:pt x="1412528" y="0"/>
                  </a:cubicBezTo>
                  <a:lnTo>
                    <a:pt x="0" y="2368504"/>
                  </a:lnTo>
                  <a:lnTo>
                    <a:pt x="1564346" y="97588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AEE1477-B39A-A207-FD26-9001B19D232B}"/>
                </a:ext>
              </a:extLst>
            </p:cNvPr>
            <p:cNvSpPr/>
            <p:nvPr/>
          </p:nvSpPr>
          <p:spPr>
            <a:xfrm>
              <a:off x="1581000" y="956875"/>
              <a:ext cx="1412528" cy="2455954"/>
            </a:xfrm>
            <a:custGeom>
              <a:avLst/>
              <a:gdLst>
                <a:gd name="csX0" fmla="*/ 1412528 w 1412528"/>
                <a:gd name="csY0" fmla="*/ 87451 h 2455954"/>
                <a:gd name="csX1" fmla="*/ 1254726 w 1412528"/>
                <a:gd name="csY1" fmla="*/ 0 h 2455954"/>
                <a:gd name="csX2" fmla="*/ 0 w 1412528"/>
                <a:gd name="csY2" fmla="*/ 2455955 h 2455954"/>
                <a:gd name="csX3" fmla="*/ 1412528 w 1412528"/>
                <a:gd name="csY3" fmla="*/ 87451 h 245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4">
                  <a:moveTo>
                    <a:pt x="1412528" y="87451"/>
                  </a:moveTo>
                  <a:cubicBezTo>
                    <a:pt x="1360620" y="56428"/>
                    <a:pt x="1307978" y="27237"/>
                    <a:pt x="1254726" y="0"/>
                  </a:cubicBezTo>
                  <a:lnTo>
                    <a:pt x="0" y="2455955"/>
                  </a:lnTo>
                  <a:lnTo>
                    <a:pt x="1412528" y="8745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8F6CBCE2-0C4A-8B61-EA84-AC4BA312A481}"/>
                </a:ext>
              </a:extLst>
            </p:cNvPr>
            <p:cNvSpPr/>
            <p:nvPr/>
          </p:nvSpPr>
          <p:spPr>
            <a:xfrm>
              <a:off x="1581000" y="879684"/>
              <a:ext cx="1254725" cy="2533146"/>
            </a:xfrm>
            <a:custGeom>
              <a:avLst/>
              <a:gdLst>
                <a:gd name="csX0" fmla="*/ 1254726 w 1254725"/>
                <a:gd name="csY0" fmla="*/ 77069 h 2533146"/>
                <a:gd name="csX1" fmla="*/ 1091549 w 1254725"/>
                <a:gd name="csY1" fmla="*/ 0 h 2533146"/>
                <a:gd name="csX2" fmla="*/ 0 w 1254725"/>
                <a:gd name="csY2" fmla="*/ 2533146 h 2533146"/>
                <a:gd name="csX3" fmla="*/ 1254726 w 1254725"/>
                <a:gd name="csY3" fmla="*/ 77191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1254726" y="77069"/>
                  </a:moveTo>
                  <a:cubicBezTo>
                    <a:pt x="1200985" y="49588"/>
                    <a:pt x="1146511" y="23695"/>
                    <a:pt x="1091549" y="0"/>
                  </a:cubicBezTo>
                  <a:lnTo>
                    <a:pt x="0" y="2533146"/>
                  </a:lnTo>
                  <a:lnTo>
                    <a:pt x="1254726" y="7719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F1CD08E-99B5-8DAF-B905-A73D2515CCF9}"/>
                </a:ext>
              </a:extLst>
            </p:cNvPr>
            <p:cNvSpPr/>
            <p:nvPr/>
          </p:nvSpPr>
          <p:spPr>
            <a:xfrm>
              <a:off x="1581000" y="813851"/>
              <a:ext cx="1091549" cy="2598978"/>
            </a:xfrm>
            <a:custGeom>
              <a:avLst/>
              <a:gdLst>
                <a:gd name="csX0" fmla="*/ 1091549 w 1091549"/>
                <a:gd name="csY0" fmla="*/ 65832 h 2598978"/>
                <a:gd name="csX1" fmla="*/ 923487 w 1091549"/>
                <a:gd name="csY1" fmla="*/ 0 h 2598978"/>
                <a:gd name="csX2" fmla="*/ 0 w 1091549"/>
                <a:gd name="csY2" fmla="*/ 2598979 h 2598978"/>
                <a:gd name="csX3" fmla="*/ 1091549 w 1091549"/>
                <a:gd name="csY3" fmla="*/ 65832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1091549" y="65832"/>
                  </a:moveTo>
                  <a:cubicBezTo>
                    <a:pt x="1036098" y="41893"/>
                    <a:pt x="980037" y="20031"/>
                    <a:pt x="923487" y="0"/>
                  </a:cubicBezTo>
                  <a:lnTo>
                    <a:pt x="0" y="2598979"/>
                  </a:lnTo>
                  <a:lnTo>
                    <a:pt x="1091549" y="65832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657B5FC-6F5E-FD09-62AC-B71470C8C6F0}"/>
                </a:ext>
              </a:extLst>
            </p:cNvPr>
            <p:cNvSpPr/>
            <p:nvPr/>
          </p:nvSpPr>
          <p:spPr>
            <a:xfrm>
              <a:off x="1581000" y="759011"/>
              <a:ext cx="923486" cy="2653818"/>
            </a:xfrm>
            <a:custGeom>
              <a:avLst/>
              <a:gdLst>
                <a:gd name="csX0" fmla="*/ 923487 w 923486"/>
                <a:gd name="csY0" fmla="*/ 54840 h 2653818"/>
                <a:gd name="csX1" fmla="*/ 751516 w 923486"/>
                <a:gd name="csY1" fmla="*/ 0 h 2653818"/>
                <a:gd name="csX2" fmla="*/ 0 w 923486"/>
                <a:gd name="csY2" fmla="*/ 2653819 h 2653818"/>
                <a:gd name="csX3" fmla="*/ 923487 w 923486"/>
                <a:gd name="csY3" fmla="*/ 54840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923487" y="54840"/>
                  </a:moveTo>
                  <a:cubicBezTo>
                    <a:pt x="866571" y="34687"/>
                    <a:pt x="809288" y="16367"/>
                    <a:pt x="751516" y="0"/>
                  </a:cubicBezTo>
                  <a:lnTo>
                    <a:pt x="0" y="2653819"/>
                  </a:lnTo>
                  <a:lnTo>
                    <a:pt x="923487" y="54840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70B4A85-0E81-7A73-979A-C7962FE4CDFB}"/>
                </a:ext>
              </a:extLst>
            </p:cNvPr>
            <p:cNvSpPr/>
            <p:nvPr/>
          </p:nvSpPr>
          <p:spPr>
            <a:xfrm>
              <a:off x="-582555" y="1565490"/>
              <a:ext cx="2163433" cy="1847218"/>
            </a:xfrm>
            <a:custGeom>
              <a:avLst/>
              <a:gdLst>
                <a:gd name="csX0" fmla="*/ 116398 w 2163433"/>
                <a:gd name="csY0" fmla="*/ 122 h 1847218"/>
                <a:gd name="csX1" fmla="*/ 0 w 2163433"/>
                <a:gd name="csY1" fmla="*/ 138016 h 1847218"/>
                <a:gd name="csX2" fmla="*/ 2163434 w 2163433"/>
                <a:gd name="csY2" fmla="*/ 1847218 h 1847218"/>
                <a:gd name="csX3" fmla="*/ 116398 w 2163433"/>
                <a:gd name="csY3" fmla="*/ 0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3" h="1847218">
                  <a:moveTo>
                    <a:pt x="116398" y="122"/>
                  </a:moveTo>
                  <a:cubicBezTo>
                    <a:pt x="75848" y="45069"/>
                    <a:pt x="37130" y="91237"/>
                    <a:pt x="0" y="138016"/>
                  </a:cubicBezTo>
                  <a:lnTo>
                    <a:pt x="2163434" y="1847218"/>
                  </a:lnTo>
                  <a:lnTo>
                    <a:pt x="11639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582FE1E-97BC-233B-4E87-1EBC2C62DAA5}"/>
                </a:ext>
              </a:extLst>
            </p:cNvPr>
            <p:cNvSpPr/>
            <p:nvPr/>
          </p:nvSpPr>
          <p:spPr>
            <a:xfrm>
              <a:off x="-340844" y="1314007"/>
              <a:ext cx="1921844" cy="2098822"/>
            </a:xfrm>
            <a:custGeom>
              <a:avLst/>
              <a:gdLst>
                <a:gd name="csX0" fmla="*/ 133131 w 1921844"/>
                <a:gd name="csY0" fmla="*/ 0 h 2098822"/>
                <a:gd name="csX1" fmla="*/ 0 w 1921844"/>
                <a:gd name="csY1" fmla="*/ 121772 h 2098822"/>
                <a:gd name="csX2" fmla="*/ 1921845 w 1921844"/>
                <a:gd name="csY2" fmla="*/ 2098823 h 2098822"/>
                <a:gd name="csX3" fmla="*/ 133131 w 1921844"/>
                <a:gd name="csY3" fmla="*/ 0 h 2098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2">
                  <a:moveTo>
                    <a:pt x="133131" y="0"/>
                  </a:moveTo>
                  <a:cubicBezTo>
                    <a:pt x="87695" y="38840"/>
                    <a:pt x="43359" y="79512"/>
                    <a:pt x="0" y="121772"/>
                  </a:cubicBezTo>
                  <a:lnTo>
                    <a:pt x="1921845" y="2098823"/>
                  </a:lnTo>
                  <a:lnTo>
                    <a:pt x="1331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C2782C0-7B8C-5C55-0379-BEC6C998DD65}"/>
                </a:ext>
              </a:extLst>
            </p:cNvPr>
            <p:cNvSpPr/>
            <p:nvPr/>
          </p:nvSpPr>
          <p:spPr>
            <a:xfrm>
              <a:off x="-207591" y="1201396"/>
              <a:ext cx="1788591" cy="2211311"/>
            </a:xfrm>
            <a:custGeom>
              <a:avLst/>
              <a:gdLst>
                <a:gd name="csX0" fmla="*/ 140947 w 1788591"/>
                <a:gd name="csY0" fmla="*/ 0 h 2211311"/>
                <a:gd name="csX1" fmla="*/ 0 w 1788591"/>
                <a:gd name="csY1" fmla="*/ 112611 h 2211311"/>
                <a:gd name="csX2" fmla="*/ 1788592 w 1788591"/>
                <a:gd name="csY2" fmla="*/ 2211312 h 2211311"/>
                <a:gd name="csX3" fmla="*/ 140947 w 1788591"/>
                <a:gd name="csY3" fmla="*/ 0 h 2211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311">
                  <a:moveTo>
                    <a:pt x="140947" y="0"/>
                  </a:moveTo>
                  <a:cubicBezTo>
                    <a:pt x="92947" y="35786"/>
                    <a:pt x="45924" y="73283"/>
                    <a:pt x="0" y="112611"/>
                  </a:cubicBezTo>
                  <a:lnTo>
                    <a:pt x="1788592" y="2211312"/>
                  </a:lnTo>
                  <a:lnTo>
                    <a:pt x="14094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8D256F0-0F1D-7FF7-5C34-A4F28833356E}"/>
                </a:ext>
              </a:extLst>
            </p:cNvPr>
            <p:cNvSpPr/>
            <p:nvPr/>
          </p:nvSpPr>
          <p:spPr>
            <a:xfrm>
              <a:off x="-66643" y="1098189"/>
              <a:ext cx="1647644" cy="2314640"/>
            </a:xfrm>
            <a:custGeom>
              <a:avLst/>
              <a:gdLst>
                <a:gd name="csX0" fmla="*/ 148032 w 1647644"/>
                <a:gd name="csY0" fmla="*/ 0 h 2314640"/>
                <a:gd name="csX1" fmla="*/ 0 w 1647644"/>
                <a:gd name="csY1" fmla="*/ 103207 h 2314640"/>
                <a:gd name="csX2" fmla="*/ 1647645 w 1647644"/>
                <a:gd name="csY2" fmla="*/ 2314641 h 2314640"/>
                <a:gd name="csX3" fmla="*/ 148032 w 1647644"/>
                <a:gd name="csY3" fmla="*/ 0 h 231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0">
                  <a:moveTo>
                    <a:pt x="148032" y="0"/>
                  </a:moveTo>
                  <a:cubicBezTo>
                    <a:pt x="97833" y="32611"/>
                    <a:pt x="48367" y="67054"/>
                    <a:pt x="0" y="103207"/>
                  </a:cubicBezTo>
                  <a:lnTo>
                    <a:pt x="1647645" y="2314641"/>
                  </a:lnTo>
                  <a:lnTo>
                    <a:pt x="1480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149F944-0791-FE28-4E42-6AAE3B56EA91}"/>
                </a:ext>
              </a:extLst>
            </p:cNvPr>
            <p:cNvSpPr/>
            <p:nvPr/>
          </p:nvSpPr>
          <p:spPr>
            <a:xfrm>
              <a:off x="-466157" y="1435779"/>
              <a:ext cx="2047036" cy="1977051"/>
            </a:xfrm>
            <a:custGeom>
              <a:avLst/>
              <a:gdLst>
                <a:gd name="csX0" fmla="*/ 125314 w 2047036"/>
                <a:gd name="csY0" fmla="*/ 0 h 1977051"/>
                <a:gd name="csX1" fmla="*/ 0 w 2047036"/>
                <a:gd name="csY1" fmla="*/ 129833 h 1977051"/>
                <a:gd name="csX2" fmla="*/ 2047036 w 2047036"/>
                <a:gd name="csY2" fmla="*/ 1977051 h 1977051"/>
                <a:gd name="csX3" fmla="*/ 125314 w 2047036"/>
                <a:gd name="csY3" fmla="*/ 0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6" h="1977051">
                  <a:moveTo>
                    <a:pt x="125314" y="0"/>
                  </a:moveTo>
                  <a:cubicBezTo>
                    <a:pt x="82565" y="41649"/>
                    <a:pt x="40672" y="84886"/>
                    <a:pt x="0" y="129833"/>
                  </a:cubicBezTo>
                  <a:lnTo>
                    <a:pt x="2047036" y="1977051"/>
                  </a:lnTo>
                  <a:lnTo>
                    <a:pt x="12531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909AB303-1FEC-AD27-1933-501DC961AF3B}"/>
                </a:ext>
              </a:extLst>
            </p:cNvPr>
            <p:cNvSpPr/>
            <p:nvPr/>
          </p:nvSpPr>
          <p:spPr>
            <a:xfrm>
              <a:off x="1580878" y="1141914"/>
              <a:ext cx="1709324" cy="2270915"/>
            </a:xfrm>
            <a:custGeom>
              <a:avLst/>
              <a:gdLst>
                <a:gd name="csX0" fmla="*/ 1709324 w 1709324"/>
                <a:gd name="csY0" fmla="*/ 107482 h 2270915"/>
                <a:gd name="csX1" fmla="*/ 1564346 w 1709324"/>
                <a:gd name="csY1" fmla="*/ 0 h 2270915"/>
                <a:gd name="csX2" fmla="*/ 0 w 1709324"/>
                <a:gd name="csY2" fmla="*/ 2270916 h 2270915"/>
                <a:gd name="csX3" fmla="*/ 1709202 w 1709324"/>
                <a:gd name="csY3" fmla="*/ 107482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1709324" y="107482"/>
                  </a:moveTo>
                  <a:cubicBezTo>
                    <a:pt x="1661812" y="69863"/>
                    <a:pt x="1613568" y="33954"/>
                    <a:pt x="1564346" y="0"/>
                  </a:cubicBezTo>
                  <a:lnTo>
                    <a:pt x="0" y="2270916"/>
                  </a:lnTo>
                  <a:lnTo>
                    <a:pt x="1709202" y="10748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42DAD798-9B27-6F77-5724-92A7B63E5C6E}"/>
                </a:ext>
              </a:extLst>
            </p:cNvPr>
            <p:cNvSpPr/>
            <p:nvPr/>
          </p:nvSpPr>
          <p:spPr>
            <a:xfrm>
              <a:off x="81387" y="1004753"/>
              <a:ext cx="1499612" cy="2408076"/>
            </a:xfrm>
            <a:custGeom>
              <a:avLst/>
              <a:gdLst>
                <a:gd name="csX0" fmla="*/ 154383 w 1499612"/>
                <a:gd name="csY0" fmla="*/ 0 h 2408076"/>
                <a:gd name="csX1" fmla="*/ 0 w 1499612"/>
                <a:gd name="csY1" fmla="*/ 93436 h 2408076"/>
                <a:gd name="csX2" fmla="*/ 1499613 w 1499612"/>
                <a:gd name="csY2" fmla="*/ 2408077 h 2408076"/>
                <a:gd name="csX3" fmla="*/ 154383 w 1499612"/>
                <a:gd name="csY3" fmla="*/ 122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54383" y="0"/>
                  </a:moveTo>
                  <a:cubicBezTo>
                    <a:pt x="102108" y="29313"/>
                    <a:pt x="50565" y="60458"/>
                    <a:pt x="0" y="93436"/>
                  </a:cubicBezTo>
                  <a:lnTo>
                    <a:pt x="1499613" y="2408077"/>
                  </a:lnTo>
                  <a:lnTo>
                    <a:pt x="154383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EC2B651-3128-8BD9-AA1C-918877DE2C5D}"/>
                </a:ext>
              </a:extLst>
            </p:cNvPr>
            <p:cNvSpPr/>
            <p:nvPr/>
          </p:nvSpPr>
          <p:spPr>
            <a:xfrm>
              <a:off x="396137" y="850004"/>
              <a:ext cx="1184740" cy="2562825"/>
            </a:xfrm>
            <a:custGeom>
              <a:avLst/>
              <a:gdLst>
                <a:gd name="csX0" fmla="*/ 165497 w 1184740"/>
                <a:gd name="csY0" fmla="*/ 0 h 2562825"/>
                <a:gd name="csX1" fmla="*/ 0 w 1184740"/>
                <a:gd name="csY1" fmla="*/ 72062 h 2562825"/>
                <a:gd name="csX2" fmla="*/ 1184741 w 1184740"/>
                <a:gd name="csY2" fmla="*/ 2562826 h 2562825"/>
                <a:gd name="csX3" fmla="*/ 165375 w 1184740"/>
                <a:gd name="csY3" fmla="*/ 0 h 2562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5">
                  <a:moveTo>
                    <a:pt x="165497" y="0"/>
                  </a:moveTo>
                  <a:cubicBezTo>
                    <a:pt x="109680" y="22107"/>
                    <a:pt x="54474" y="46168"/>
                    <a:pt x="0" y="72062"/>
                  </a:cubicBezTo>
                  <a:lnTo>
                    <a:pt x="1184741" y="2562826"/>
                  </a:lnTo>
                  <a:lnTo>
                    <a:pt x="165375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DAD1775-A5D5-FFFD-B493-0E41C1903BFF}"/>
                </a:ext>
              </a:extLst>
            </p:cNvPr>
            <p:cNvSpPr/>
            <p:nvPr/>
          </p:nvSpPr>
          <p:spPr>
            <a:xfrm>
              <a:off x="235892" y="921943"/>
              <a:ext cx="1345230" cy="2490764"/>
            </a:xfrm>
            <a:custGeom>
              <a:avLst/>
              <a:gdLst>
                <a:gd name="csX0" fmla="*/ 160368 w 1345230"/>
                <a:gd name="csY0" fmla="*/ 122 h 2490764"/>
                <a:gd name="csX1" fmla="*/ 0 w 1345230"/>
                <a:gd name="csY1" fmla="*/ 82810 h 2490764"/>
                <a:gd name="csX2" fmla="*/ 1345230 w 1345230"/>
                <a:gd name="csY2" fmla="*/ 2490764 h 2490764"/>
                <a:gd name="csX3" fmla="*/ 160490 w 1345230"/>
                <a:gd name="csY3" fmla="*/ 0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60368" y="122"/>
                  </a:moveTo>
                  <a:cubicBezTo>
                    <a:pt x="106138" y="25893"/>
                    <a:pt x="52642" y="53374"/>
                    <a:pt x="0" y="82810"/>
                  </a:cubicBezTo>
                  <a:lnTo>
                    <a:pt x="1345230" y="2490764"/>
                  </a:lnTo>
                  <a:lnTo>
                    <a:pt x="16049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82158B6-D18C-DDBB-12B8-CA828669F7D7}"/>
                </a:ext>
              </a:extLst>
            </p:cNvPr>
            <p:cNvSpPr/>
            <p:nvPr/>
          </p:nvSpPr>
          <p:spPr>
            <a:xfrm>
              <a:off x="731529" y="738980"/>
              <a:ext cx="849471" cy="2673849"/>
            </a:xfrm>
            <a:custGeom>
              <a:avLst/>
              <a:gdLst>
                <a:gd name="csX0" fmla="*/ 173436 w 849471"/>
                <a:gd name="csY0" fmla="*/ 0 h 2673849"/>
                <a:gd name="csX1" fmla="*/ 0 w 849471"/>
                <a:gd name="csY1" fmla="*/ 49832 h 2673849"/>
                <a:gd name="csX2" fmla="*/ 849471 w 849471"/>
                <a:gd name="csY2" fmla="*/ 2673850 h 2673849"/>
                <a:gd name="csX3" fmla="*/ 173436 w 849471"/>
                <a:gd name="csY3" fmla="*/ 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173436" y="0"/>
                  </a:moveTo>
                  <a:cubicBezTo>
                    <a:pt x="115176" y="14657"/>
                    <a:pt x="57282" y="31267"/>
                    <a:pt x="0" y="49832"/>
                  </a:cubicBezTo>
                  <a:lnTo>
                    <a:pt x="849471" y="2673850"/>
                  </a:lnTo>
                  <a:lnTo>
                    <a:pt x="17343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05BF58FE-A922-1900-FA14-C062277F80FF}"/>
                </a:ext>
              </a:extLst>
            </p:cNvPr>
            <p:cNvSpPr/>
            <p:nvPr/>
          </p:nvSpPr>
          <p:spPr>
            <a:xfrm>
              <a:off x="904965" y="700629"/>
              <a:ext cx="676035" cy="2712200"/>
            </a:xfrm>
            <a:custGeom>
              <a:avLst/>
              <a:gdLst>
                <a:gd name="csX0" fmla="*/ 176368 w 676035"/>
                <a:gd name="csY0" fmla="*/ 0 h 2712200"/>
                <a:gd name="csX1" fmla="*/ 0 w 676035"/>
                <a:gd name="csY1" fmla="*/ 38351 h 2712200"/>
                <a:gd name="csX2" fmla="*/ 676035 w 676035"/>
                <a:gd name="csY2" fmla="*/ 2712201 h 2712200"/>
                <a:gd name="csX3" fmla="*/ 176368 w 676035"/>
                <a:gd name="csY3" fmla="*/ 0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176368" y="0"/>
                  </a:moveTo>
                  <a:cubicBezTo>
                    <a:pt x="117253" y="10870"/>
                    <a:pt x="58382" y="23573"/>
                    <a:pt x="0" y="38351"/>
                  </a:cubicBezTo>
                  <a:lnTo>
                    <a:pt x="676035" y="2712201"/>
                  </a:lnTo>
                  <a:lnTo>
                    <a:pt x="17636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EDE305B-58E3-314D-3A0E-073309815085}"/>
                </a:ext>
              </a:extLst>
            </p:cNvPr>
            <p:cNvSpPr/>
            <p:nvPr/>
          </p:nvSpPr>
          <p:spPr>
            <a:xfrm>
              <a:off x="1081333" y="673759"/>
              <a:ext cx="499667" cy="2739071"/>
            </a:xfrm>
            <a:custGeom>
              <a:avLst/>
              <a:gdLst>
                <a:gd name="csX0" fmla="*/ 178444 w 499667"/>
                <a:gd name="csY0" fmla="*/ 0 h 2739071"/>
                <a:gd name="csX1" fmla="*/ 0 w 499667"/>
                <a:gd name="csY1" fmla="*/ 26870 h 2739071"/>
                <a:gd name="csX2" fmla="*/ 499667 w 499667"/>
                <a:gd name="csY2" fmla="*/ 2739071 h 2739071"/>
                <a:gd name="csX3" fmla="*/ 178444 w 499667"/>
                <a:gd name="csY3" fmla="*/ 0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178444" y="0"/>
                  </a:moveTo>
                  <a:cubicBezTo>
                    <a:pt x="118718" y="6962"/>
                    <a:pt x="59237" y="16000"/>
                    <a:pt x="0" y="26870"/>
                  </a:cubicBezTo>
                  <a:lnTo>
                    <a:pt x="499667" y="2739071"/>
                  </a:lnTo>
                  <a:lnTo>
                    <a:pt x="17844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E6325DFC-98B6-F989-DFA6-FDA9DE1EC4D9}"/>
                </a:ext>
              </a:extLst>
            </p:cNvPr>
            <p:cNvSpPr/>
            <p:nvPr/>
          </p:nvSpPr>
          <p:spPr>
            <a:xfrm>
              <a:off x="561635" y="788691"/>
              <a:ext cx="1019365" cy="2624016"/>
            </a:xfrm>
            <a:custGeom>
              <a:avLst/>
              <a:gdLst>
                <a:gd name="csX0" fmla="*/ 169772 w 1019365"/>
                <a:gd name="csY0" fmla="*/ 0 h 2624016"/>
                <a:gd name="csX1" fmla="*/ 0 w 1019365"/>
                <a:gd name="csY1" fmla="*/ 61191 h 2624016"/>
                <a:gd name="csX2" fmla="*/ 1019366 w 1019365"/>
                <a:gd name="csY2" fmla="*/ 2624017 h 2624016"/>
                <a:gd name="csX3" fmla="*/ 169894 w 1019365"/>
                <a:gd name="csY3" fmla="*/ 0 h 26240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6">
                  <a:moveTo>
                    <a:pt x="169772" y="0"/>
                  </a:moveTo>
                  <a:cubicBezTo>
                    <a:pt x="112612" y="18443"/>
                    <a:pt x="56062" y="38962"/>
                    <a:pt x="0" y="61191"/>
                  </a:cubicBezTo>
                  <a:lnTo>
                    <a:pt x="1019366" y="2624017"/>
                  </a:lnTo>
                  <a:lnTo>
                    <a:pt x="16989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5A89965-CB80-F446-EE4A-F2E77A6F196A}"/>
                </a:ext>
              </a:extLst>
            </p:cNvPr>
            <p:cNvSpPr/>
            <p:nvPr/>
          </p:nvSpPr>
          <p:spPr>
            <a:xfrm>
              <a:off x="1580878" y="655316"/>
              <a:ext cx="219360" cy="2757514"/>
            </a:xfrm>
            <a:custGeom>
              <a:avLst/>
              <a:gdLst>
                <a:gd name="csX0" fmla="*/ 219360 w 219360"/>
                <a:gd name="csY0" fmla="*/ 8428 h 2757514"/>
                <a:gd name="csX1" fmla="*/ 39084 w 219360"/>
                <a:gd name="csY1" fmla="*/ 0 h 2757514"/>
                <a:gd name="csX2" fmla="*/ 0 w 219360"/>
                <a:gd name="csY2" fmla="*/ 2757514 h 2757514"/>
                <a:gd name="csX3" fmla="*/ 219360 w 219360"/>
                <a:gd name="csY3" fmla="*/ 8428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219360" y="8428"/>
                  </a:moveTo>
                  <a:cubicBezTo>
                    <a:pt x="159391" y="3664"/>
                    <a:pt x="99176" y="855"/>
                    <a:pt x="39084" y="0"/>
                  </a:cubicBezTo>
                  <a:lnTo>
                    <a:pt x="0" y="2757514"/>
                  </a:lnTo>
                  <a:lnTo>
                    <a:pt x="219360" y="84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A3F1499-5421-DFD2-1BB0-0F5040E6C2AA}"/>
                </a:ext>
              </a:extLst>
            </p:cNvPr>
            <p:cNvSpPr/>
            <p:nvPr/>
          </p:nvSpPr>
          <p:spPr>
            <a:xfrm>
              <a:off x="1581000" y="3412830"/>
              <a:ext cx="2653818" cy="923487"/>
            </a:xfrm>
            <a:custGeom>
              <a:avLst/>
              <a:gdLst>
                <a:gd name="csX0" fmla="*/ 2598979 w 2653818"/>
                <a:gd name="csY0" fmla="*/ 923487 h 923487"/>
                <a:gd name="csX1" fmla="*/ 2653819 w 2653818"/>
                <a:gd name="csY1" fmla="*/ 751516 h 923487"/>
                <a:gd name="csX2" fmla="*/ 0 w 2653818"/>
                <a:gd name="csY2" fmla="*/ 0 h 923487"/>
                <a:gd name="csX3" fmla="*/ 2598979 w 2653818"/>
                <a:gd name="csY3" fmla="*/ 923487 h 923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7">
                  <a:moveTo>
                    <a:pt x="2598979" y="923487"/>
                  </a:moveTo>
                  <a:cubicBezTo>
                    <a:pt x="2619132" y="866571"/>
                    <a:pt x="2637453" y="809288"/>
                    <a:pt x="2653819" y="751516"/>
                  </a:cubicBezTo>
                  <a:lnTo>
                    <a:pt x="0" y="0"/>
                  </a:lnTo>
                  <a:lnTo>
                    <a:pt x="2598979" y="9234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DD5F3820-7999-5356-4C53-D1C23C931D14}"/>
                </a:ext>
              </a:extLst>
            </p:cNvPr>
            <p:cNvSpPr/>
            <p:nvPr/>
          </p:nvSpPr>
          <p:spPr>
            <a:xfrm>
              <a:off x="1581000" y="1249274"/>
              <a:ext cx="1847218" cy="2163433"/>
            </a:xfrm>
            <a:custGeom>
              <a:avLst/>
              <a:gdLst>
                <a:gd name="csX0" fmla="*/ 1847096 w 1847218"/>
                <a:gd name="csY0" fmla="*/ 116398 h 2163433"/>
                <a:gd name="csX1" fmla="*/ 1709202 w 1847218"/>
                <a:gd name="csY1" fmla="*/ 0 h 2163433"/>
                <a:gd name="csX2" fmla="*/ 0 w 1847218"/>
                <a:gd name="csY2" fmla="*/ 2163434 h 2163433"/>
                <a:gd name="csX3" fmla="*/ 1847218 w 1847218"/>
                <a:gd name="csY3" fmla="*/ 116398 h 2163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3">
                  <a:moveTo>
                    <a:pt x="1847096" y="116398"/>
                  </a:moveTo>
                  <a:cubicBezTo>
                    <a:pt x="1802149" y="75848"/>
                    <a:pt x="1755981" y="37130"/>
                    <a:pt x="1709202" y="0"/>
                  </a:cubicBezTo>
                  <a:lnTo>
                    <a:pt x="0" y="2163434"/>
                  </a:lnTo>
                  <a:lnTo>
                    <a:pt x="1847218" y="116398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9564C36-DAF5-EF8A-3CC5-2AD49B5E3154}"/>
                </a:ext>
              </a:extLst>
            </p:cNvPr>
            <p:cNvSpPr/>
            <p:nvPr/>
          </p:nvSpPr>
          <p:spPr>
            <a:xfrm>
              <a:off x="1581000" y="3412830"/>
              <a:ext cx="2729056" cy="576370"/>
            </a:xfrm>
            <a:custGeom>
              <a:avLst/>
              <a:gdLst>
                <a:gd name="csX0" fmla="*/ 2697301 w 2729056"/>
                <a:gd name="csY0" fmla="*/ 576370 h 576370"/>
                <a:gd name="csX1" fmla="*/ 2729056 w 2729056"/>
                <a:gd name="csY1" fmla="*/ 398659 h 576370"/>
                <a:gd name="csX2" fmla="*/ 0 w 2729056"/>
                <a:gd name="csY2" fmla="*/ 0 h 576370"/>
                <a:gd name="csX3" fmla="*/ 2697301 w 2729056"/>
                <a:gd name="csY3" fmla="*/ 57637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2697301" y="576370"/>
                  </a:moveTo>
                  <a:cubicBezTo>
                    <a:pt x="2709880" y="517378"/>
                    <a:pt x="2720384" y="458141"/>
                    <a:pt x="2729056" y="398659"/>
                  </a:cubicBezTo>
                  <a:lnTo>
                    <a:pt x="0" y="0"/>
                  </a:lnTo>
                  <a:lnTo>
                    <a:pt x="2697301" y="57637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C98E781-4229-681D-0ECC-544D127BD875}"/>
                </a:ext>
              </a:extLst>
            </p:cNvPr>
            <p:cNvSpPr/>
            <p:nvPr/>
          </p:nvSpPr>
          <p:spPr>
            <a:xfrm>
              <a:off x="1581000" y="3412708"/>
              <a:ext cx="2757514" cy="219360"/>
            </a:xfrm>
            <a:custGeom>
              <a:avLst/>
              <a:gdLst>
                <a:gd name="csX0" fmla="*/ 2749087 w 2757514"/>
                <a:gd name="csY0" fmla="*/ 219360 h 219360"/>
                <a:gd name="csX1" fmla="*/ 2757515 w 2757514"/>
                <a:gd name="csY1" fmla="*/ 39084 h 219360"/>
                <a:gd name="csX2" fmla="*/ 0 w 2757514"/>
                <a:gd name="csY2" fmla="*/ 0 h 219360"/>
                <a:gd name="csX3" fmla="*/ 2749087 w 2757514"/>
                <a:gd name="csY3" fmla="*/ 21936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2749087" y="219360"/>
                  </a:moveTo>
                  <a:cubicBezTo>
                    <a:pt x="2753850" y="159391"/>
                    <a:pt x="2756660" y="99177"/>
                    <a:pt x="2757515" y="39084"/>
                  </a:cubicBezTo>
                  <a:lnTo>
                    <a:pt x="0" y="0"/>
                  </a:lnTo>
                  <a:lnTo>
                    <a:pt x="2749087" y="21936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B6D8E283-D108-E321-FE70-BB1B38DA4941}"/>
                </a:ext>
              </a:extLst>
            </p:cNvPr>
            <p:cNvSpPr/>
            <p:nvPr/>
          </p:nvSpPr>
          <p:spPr>
            <a:xfrm>
              <a:off x="1581000" y="3412830"/>
              <a:ext cx="2749086" cy="398659"/>
            </a:xfrm>
            <a:custGeom>
              <a:avLst/>
              <a:gdLst>
                <a:gd name="csX0" fmla="*/ 2729056 w 2749086"/>
                <a:gd name="csY0" fmla="*/ 398659 h 398659"/>
                <a:gd name="csX1" fmla="*/ 2749087 w 2749086"/>
                <a:gd name="csY1" fmla="*/ 219360 h 398659"/>
                <a:gd name="csX2" fmla="*/ 0 w 2749086"/>
                <a:gd name="csY2" fmla="*/ 0 h 398659"/>
                <a:gd name="csX3" fmla="*/ 2729056 w 2749086"/>
                <a:gd name="csY3" fmla="*/ 398659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729056" y="398659"/>
                  </a:moveTo>
                  <a:cubicBezTo>
                    <a:pt x="2737728" y="339056"/>
                    <a:pt x="2744323" y="279208"/>
                    <a:pt x="2749087" y="219360"/>
                  </a:cubicBezTo>
                  <a:lnTo>
                    <a:pt x="0" y="0"/>
                  </a:lnTo>
                  <a:lnTo>
                    <a:pt x="2729056" y="39865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F789C7B-7FFC-608D-23EB-2A56836BAEFE}"/>
                </a:ext>
              </a:extLst>
            </p:cNvPr>
            <p:cNvSpPr/>
            <p:nvPr/>
          </p:nvSpPr>
          <p:spPr>
            <a:xfrm>
              <a:off x="1581000" y="3412830"/>
              <a:ext cx="2455955" cy="1412528"/>
            </a:xfrm>
            <a:custGeom>
              <a:avLst/>
              <a:gdLst>
                <a:gd name="csX0" fmla="*/ 2368504 w 2455955"/>
                <a:gd name="csY0" fmla="*/ 1412528 h 1412528"/>
                <a:gd name="csX1" fmla="*/ 2455955 w 2455955"/>
                <a:gd name="csY1" fmla="*/ 1254726 h 1412528"/>
                <a:gd name="csX2" fmla="*/ 0 w 2455955"/>
                <a:gd name="csY2" fmla="*/ 0 h 1412528"/>
                <a:gd name="csX3" fmla="*/ 2368504 w 2455955"/>
                <a:gd name="csY3" fmla="*/ 1412528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2368504" y="1412528"/>
                  </a:moveTo>
                  <a:cubicBezTo>
                    <a:pt x="2399528" y="1360620"/>
                    <a:pt x="2428718" y="1307978"/>
                    <a:pt x="2455955" y="1254726"/>
                  </a:cubicBezTo>
                  <a:lnTo>
                    <a:pt x="0" y="0"/>
                  </a:lnTo>
                  <a:lnTo>
                    <a:pt x="2368504" y="14125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379DFB88-3626-EB60-7067-6C66EF70BFB0}"/>
                </a:ext>
              </a:extLst>
            </p:cNvPr>
            <p:cNvSpPr/>
            <p:nvPr/>
          </p:nvSpPr>
          <p:spPr>
            <a:xfrm>
              <a:off x="1581000" y="3412830"/>
              <a:ext cx="2368503" cy="1564346"/>
            </a:xfrm>
            <a:custGeom>
              <a:avLst/>
              <a:gdLst>
                <a:gd name="csX0" fmla="*/ 2270916 w 2368503"/>
                <a:gd name="csY0" fmla="*/ 1564346 h 1564346"/>
                <a:gd name="csX1" fmla="*/ 2368504 w 2368503"/>
                <a:gd name="csY1" fmla="*/ 1412528 h 1564346"/>
                <a:gd name="csX2" fmla="*/ 0 w 2368503"/>
                <a:gd name="csY2" fmla="*/ 0 h 1564346"/>
                <a:gd name="csX3" fmla="*/ 2270916 w 2368503"/>
                <a:gd name="csY3" fmla="*/ 1564346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3" h="1564346">
                  <a:moveTo>
                    <a:pt x="2270916" y="1564346"/>
                  </a:moveTo>
                  <a:cubicBezTo>
                    <a:pt x="2305359" y="1514514"/>
                    <a:pt x="2337847" y="1463949"/>
                    <a:pt x="2368504" y="1412528"/>
                  </a:cubicBezTo>
                  <a:lnTo>
                    <a:pt x="0" y="0"/>
                  </a:lnTo>
                  <a:lnTo>
                    <a:pt x="2270916" y="15643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10CAA143-3A68-10DF-AFBC-0814485510F9}"/>
                </a:ext>
              </a:extLst>
            </p:cNvPr>
            <p:cNvSpPr/>
            <p:nvPr/>
          </p:nvSpPr>
          <p:spPr>
            <a:xfrm>
              <a:off x="1581000" y="3412830"/>
              <a:ext cx="2598978" cy="1091549"/>
            </a:xfrm>
            <a:custGeom>
              <a:avLst/>
              <a:gdLst>
                <a:gd name="csX0" fmla="*/ 2533147 w 2598978"/>
                <a:gd name="csY0" fmla="*/ 1091549 h 1091549"/>
                <a:gd name="csX1" fmla="*/ 2598979 w 2598978"/>
                <a:gd name="csY1" fmla="*/ 923487 h 1091549"/>
                <a:gd name="csX2" fmla="*/ 0 w 2598978"/>
                <a:gd name="csY2" fmla="*/ 0 h 1091549"/>
                <a:gd name="csX3" fmla="*/ 2533147 w 2598978"/>
                <a:gd name="csY3" fmla="*/ 1091549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2533147" y="1091549"/>
                  </a:moveTo>
                  <a:cubicBezTo>
                    <a:pt x="2557085" y="1036099"/>
                    <a:pt x="2578949" y="980037"/>
                    <a:pt x="2598979" y="923487"/>
                  </a:cubicBezTo>
                  <a:lnTo>
                    <a:pt x="0" y="0"/>
                  </a:lnTo>
                  <a:lnTo>
                    <a:pt x="2533147" y="109154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82C744A-2E8F-FA5B-306C-526AC2BB198F}"/>
                </a:ext>
              </a:extLst>
            </p:cNvPr>
            <p:cNvSpPr/>
            <p:nvPr/>
          </p:nvSpPr>
          <p:spPr>
            <a:xfrm>
              <a:off x="1581000" y="3412708"/>
              <a:ext cx="2270915" cy="1709324"/>
            </a:xfrm>
            <a:custGeom>
              <a:avLst/>
              <a:gdLst>
                <a:gd name="csX0" fmla="*/ 2163434 w 2270915"/>
                <a:gd name="csY0" fmla="*/ 1709324 h 1709324"/>
                <a:gd name="csX1" fmla="*/ 2270916 w 2270915"/>
                <a:gd name="csY1" fmla="*/ 1564346 h 1709324"/>
                <a:gd name="csX2" fmla="*/ 0 w 2270915"/>
                <a:gd name="csY2" fmla="*/ 0 h 1709324"/>
                <a:gd name="csX3" fmla="*/ 2163434 w 2270915"/>
                <a:gd name="csY3" fmla="*/ 170920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2163434" y="1709324"/>
                  </a:moveTo>
                  <a:cubicBezTo>
                    <a:pt x="2201053" y="1661813"/>
                    <a:pt x="2236962" y="1613568"/>
                    <a:pt x="2270916" y="1564346"/>
                  </a:cubicBezTo>
                  <a:lnTo>
                    <a:pt x="0" y="0"/>
                  </a:lnTo>
                  <a:lnTo>
                    <a:pt x="2163434" y="170920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D6A08F28-48CD-2419-B17A-77F33D103C96}"/>
                </a:ext>
              </a:extLst>
            </p:cNvPr>
            <p:cNvSpPr/>
            <p:nvPr/>
          </p:nvSpPr>
          <p:spPr>
            <a:xfrm>
              <a:off x="1580878" y="3412830"/>
              <a:ext cx="2533146" cy="1254725"/>
            </a:xfrm>
            <a:custGeom>
              <a:avLst/>
              <a:gdLst>
                <a:gd name="csX0" fmla="*/ 2456078 w 2533146"/>
                <a:gd name="csY0" fmla="*/ 1254726 h 1254725"/>
                <a:gd name="csX1" fmla="*/ 2533147 w 2533146"/>
                <a:gd name="csY1" fmla="*/ 1091549 h 1254725"/>
                <a:gd name="csX2" fmla="*/ 0 w 2533146"/>
                <a:gd name="csY2" fmla="*/ 0 h 1254725"/>
                <a:gd name="csX3" fmla="*/ 2455955 w 2533146"/>
                <a:gd name="csY3" fmla="*/ 1254726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2456078" y="1254726"/>
                  </a:moveTo>
                  <a:cubicBezTo>
                    <a:pt x="2483559" y="1200985"/>
                    <a:pt x="2509452" y="1146511"/>
                    <a:pt x="2533147" y="1091549"/>
                  </a:cubicBezTo>
                  <a:lnTo>
                    <a:pt x="0" y="0"/>
                  </a:lnTo>
                  <a:lnTo>
                    <a:pt x="2455955" y="12547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F086A973-39C1-B5C6-DCAB-787C10B54F32}"/>
                </a:ext>
              </a:extLst>
            </p:cNvPr>
            <p:cNvSpPr/>
            <p:nvPr/>
          </p:nvSpPr>
          <p:spPr>
            <a:xfrm>
              <a:off x="1581000" y="3271394"/>
              <a:ext cx="2757810" cy="180520"/>
            </a:xfrm>
            <a:custGeom>
              <a:avLst/>
              <a:gdLst>
                <a:gd name="csX0" fmla="*/ 2757515 w 2757810"/>
                <a:gd name="csY0" fmla="*/ 180398 h 180520"/>
                <a:gd name="csX1" fmla="*/ 2754339 w 2757810"/>
                <a:gd name="csY1" fmla="*/ 0 h 180520"/>
                <a:gd name="csX2" fmla="*/ 0 w 2757810"/>
                <a:gd name="csY2" fmla="*/ 141436 h 180520"/>
                <a:gd name="csX3" fmla="*/ 2757515 w 2757810"/>
                <a:gd name="csY3" fmla="*/ 18052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757515" y="180398"/>
                  </a:moveTo>
                  <a:cubicBezTo>
                    <a:pt x="2758370" y="120184"/>
                    <a:pt x="2757392" y="60092"/>
                    <a:pt x="2754339" y="0"/>
                  </a:cubicBezTo>
                  <a:lnTo>
                    <a:pt x="0" y="141436"/>
                  </a:lnTo>
                  <a:lnTo>
                    <a:pt x="2757515" y="18052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17D222A3-3EA3-EA57-86FF-C55B6F888A46}"/>
                </a:ext>
              </a:extLst>
            </p:cNvPr>
            <p:cNvSpPr/>
            <p:nvPr/>
          </p:nvSpPr>
          <p:spPr>
            <a:xfrm>
              <a:off x="1581000" y="3412830"/>
              <a:ext cx="2697300" cy="751516"/>
            </a:xfrm>
            <a:custGeom>
              <a:avLst/>
              <a:gdLst>
                <a:gd name="csX0" fmla="*/ 2653819 w 2697300"/>
                <a:gd name="csY0" fmla="*/ 751516 h 751516"/>
                <a:gd name="csX1" fmla="*/ 2697301 w 2697300"/>
                <a:gd name="csY1" fmla="*/ 576370 h 751516"/>
                <a:gd name="csX2" fmla="*/ 0 w 2697300"/>
                <a:gd name="csY2" fmla="*/ 0 h 751516"/>
                <a:gd name="csX3" fmla="*/ 2653819 w 2697300"/>
                <a:gd name="csY3" fmla="*/ 751516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2653819" y="751516"/>
                  </a:moveTo>
                  <a:cubicBezTo>
                    <a:pt x="2670185" y="693501"/>
                    <a:pt x="2684842" y="635119"/>
                    <a:pt x="2697301" y="576370"/>
                  </a:cubicBezTo>
                  <a:lnTo>
                    <a:pt x="0" y="0"/>
                  </a:lnTo>
                  <a:lnTo>
                    <a:pt x="2653819" y="7515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A6869D7-ED8D-88B6-4E14-E4309B0A761B}"/>
                </a:ext>
              </a:extLst>
            </p:cNvPr>
            <p:cNvSpPr/>
            <p:nvPr/>
          </p:nvSpPr>
          <p:spPr>
            <a:xfrm>
              <a:off x="1581000" y="1765186"/>
              <a:ext cx="2314641" cy="1647644"/>
            </a:xfrm>
            <a:custGeom>
              <a:avLst/>
              <a:gdLst>
                <a:gd name="csX0" fmla="*/ 2314641 w 2314641"/>
                <a:gd name="csY0" fmla="*/ 148031 h 1647644"/>
                <a:gd name="csX1" fmla="*/ 2211434 w 2314641"/>
                <a:gd name="csY1" fmla="*/ 0 h 1647644"/>
                <a:gd name="csX2" fmla="*/ 0 w 2314641"/>
                <a:gd name="csY2" fmla="*/ 1647644 h 1647644"/>
                <a:gd name="csX3" fmla="*/ 2314641 w 2314641"/>
                <a:gd name="csY3" fmla="*/ 148031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2314641" y="148031"/>
                  </a:moveTo>
                  <a:cubicBezTo>
                    <a:pt x="2282031" y="97833"/>
                    <a:pt x="2247588" y="48367"/>
                    <a:pt x="2211434" y="0"/>
                  </a:cubicBezTo>
                  <a:lnTo>
                    <a:pt x="0" y="1647644"/>
                  </a:lnTo>
                  <a:lnTo>
                    <a:pt x="2314641" y="148031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B89530BB-D480-CD8E-CCC1-173B141D2AFE}"/>
                </a:ext>
              </a:extLst>
            </p:cNvPr>
            <p:cNvSpPr/>
            <p:nvPr/>
          </p:nvSpPr>
          <p:spPr>
            <a:xfrm>
              <a:off x="1581122" y="1624238"/>
              <a:ext cx="2211434" cy="1788591"/>
            </a:xfrm>
            <a:custGeom>
              <a:avLst/>
              <a:gdLst>
                <a:gd name="csX0" fmla="*/ 2211312 w 2211434"/>
                <a:gd name="csY0" fmla="*/ 140948 h 1788591"/>
                <a:gd name="csX1" fmla="*/ 2098701 w 2211434"/>
                <a:gd name="csY1" fmla="*/ 0 h 1788591"/>
                <a:gd name="csX2" fmla="*/ 0 w 2211434"/>
                <a:gd name="csY2" fmla="*/ 1788592 h 1788591"/>
                <a:gd name="csX3" fmla="*/ 2211434 w 2211434"/>
                <a:gd name="csY3" fmla="*/ 140948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2211312" y="140948"/>
                  </a:moveTo>
                  <a:cubicBezTo>
                    <a:pt x="2175526" y="92947"/>
                    <a:pt x="2138029" y="45924"/>
                    <a:pt x="2098701" y="0"/>
                  </a:cubicBezTo>
                  <a:lnTo>
                    <a:pt x="0" y="1788592"/>
                  </a:lnTo>
                  <a:lnTo>
                    <a:pt x="2211434" y="140948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12641B3-D5AC-6A94-45B6-079EEE2726C6}"/>
                </a:ext>
              </a:extLst>
            </p:cNvPr>
            <p:cNvSpPr/>
            <p:nvPr/>
          </p:nvSpPr>
          <p:spPr>
            <a:xfrm>
              <a:off x="1581000" y="3091606"/>
              <a:ext cx="2754338" cy="321223"/>
            </a:xfrm>
            <a:custGeom>
              <a:avLst/>
              <a:gdLst>
                <a:gd name="csX0" fmla="*/ 2754339 w 2754338"/>
                <a:gd name="csY0" fmla="*/ 179787 h 321223"/>
                <a:gd name="csX1" fmla="*/ 2739072 w 2754338"/>
                <a:gd name="csY1" fmla="*/ 0 h 321223"/>
                <a:gd name="csX2" fmla="*/ 0 w 2754338"/>
                <a:gd name="csY2" fmla="*/ 321223 h 321223"/>
                <a:gd name="csX3" fmla="*/ 2754339 w 2754338"/>
                <a:gd name="csY3" fmla="*/ 179787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2754339" y="179787"/>
                  </a:moveTo>
                  <a:cubicBezTo>
                    <a:pt x="2751285" y="119695"/>
                    <a:pt x="2746034" y="59725"/>
                    <a:pt x="2739072" y="0"/>
                  </a:cubicBezTo>
                  <a:lnTo>
                    <a:pt x="0" y="321223"/>
                  </a:lnTo>
                  <a:lnTo>
                    <a:pt x="2754339" y="1797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985FB69-6772-621C-52EB-C409F426D2C9}"/>
                </a:ext>
              </a:extLst>
            </p:cNvPr>
            <p:cNvSpPr/>
            <p:nvPr/>
          </p:nvSpPr>
          <p:spPr>
            <a:xfrm>
              <a:off x="1581000" y="1365671"/>
              <a:ext cx="1977051" cy="2047036"/>
            </a:xfrm>
            <a:custGeom>
              <a:avLst/>
              <a:gdLst>
                <a:gd name="csX0" fmla="*/ 1977051 w 1977051"/>
                <a:gd name="csY0" fmla="*/ 125314 h 2047036"/>
                <a:gd name="csX1" fmla="*/ 1847218 w 1977051"/>
                <a:gd name="csY1" fmla="*/ 0 h 2047036"/>
                <a:gd name="csX2" fmla="*/ 0 w 1977051"/>
                <a:gd name="csY2" fmla="*/ 2047036 h 2047036"/>
                <a:gd name="csX3" fmla="*/ 1977051 w 1977051"/>
                <a:gd name="csY3" fmla="*/ 125192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1977051" y="125314"/>
                  </a:moveTo>
                  <a:cubicBezTo>
                    <a:pt x="1935402" y="82565"/>
                    <a:pt x="1892165" y="40672"/>
                    <a:pt x="1847218" y="0"/>
                  </a:cubicBezTo>
                  <a:lnTo>
                    <a:pt x="0" y="2047036"/>
                  </a:lnTo>
                  <a:lnTo>
                    <a:pt x="1977051" y="12519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F50A7FCA-F4C9-C0C0-D21C-EC1B29C61139}"/>
                </a:ext>
              </a:extLst>
            </p:cNvPr>
            <p:cNvSpPr/>
            <p:nvPr/>
          </p:nvSpPr>
          <p:spPr>
            <a:xfrm>
              <a:off x="1580878" y="1490985"/>
              <a:ext cx="2098822" cy="1921844"/>
            </a:xfrm>
            <a:custGeom>
              <a:avLst/>
              <a:gdLst>
                <a:gd name="csX0" fmla="*/ 2098823 w 2098822"/>
                <a:gd name="csY0" fmla="*/ 133131 h 1921844"/>
                <a:gd name="csX1" fmla="*/ 1977051 w 2098822"/>
                <a:gd name="csY1" fmla="*/ 0 h 1921844"/>
                <a:gd name="csX2" fmla="*/ 0 w 2098822"/>
                <a:gd name="csY2" fmla="*/ 1921845 h 1921844"/>
                <a:gd name="csX3" fmla="*/ 2098701 w 2098822"/>
                <a:gd name="csY3" fmla="*/ 133253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2098823" y="133131"/>
                  </a:moveTo>
                  <a:cubicBezTo>
                    <a:pt x="2059983" y="87695"/>
                    <a:pt x="2019311" y="43359"/>
                    <a:pt x="1977051" y="0"/>
                  </a:cubicBezTo>
                  <a:lnTo>
                    <a:pt x="0" y="1921845"/>
                  </a:lnTo>
                  <a:lnTo>
                    <a:pt x="2098701" y="133253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5B79B0A-F88D-5A81-CD65-0B6CE8756BB6}"/>
                </a:ext>
              </a:extLst>
            </p:cNvPr>
            <p:cNvSpPr/>
            <p:nvPr/>
          </p:nvSpPr>
          <p:spPr>
            <a:xfrm>
              <a:off x="1581000" y="2736795"/>
              <a:ext cx="2712200" cy="676034"/>
            </a:xfrm>
            <a:custGeom>
              <a:avLst/>
              <a:gdLst>
                <a:gd name="csX0" fmla="*/ 2712201 w 2712200"/>
                <a:gd name="csY0" fmla="*/ 176367 h 676034"/>
                <a:gd name="csX1" fmla="*/ 2673849 w 2712200"/>
                <a:gd name="csY1" fmla="*/ 0 h 676034"/>
                <a:gd name="csX2" fmla="*/ 0 w 2712200"/>
                <a:gd name="csY2" fmla="*/ 676035 h 676034"/>
                <a:gd name="csX3" fmla="*/ 2712201 w 2712200"/>
                <a:gd name="csY3" fmla="*/ 176367 h 676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4">
                  <a:moveTo>
                    <a:pt x="2712201" y="176367"/>
                  </a:moveTo>
                  <a:cubicBezTo>
                    <a:pt x="2701331" y="117253"/>
                    <a:pt x="2688628" y="58382"/>
                    <a:pt x="2673849" y="0"/>
                  </a:cubicBezTo>
                  <a:lnTo>
                    <a:pt x="0" y="676035"/>
                  </a:lnTo>
                  <a:lnTo>
                    <a:pt x="2712201" y="1763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2A605FE3-B15C-C230-F7A1-0917EA6F83C3}"/>
                </a:ext>
              </a:extLst>
            </p:cNvPr>
            <p:cNvSpPr/>
            <p:nvPr/>
          </p:nvSpPr>
          <p:spPr>
            <a:xfrm>
              <a:off x="1581000" y="2913162"/>
              <a:ext cx="2739071" cy="499667"/>
            </a:xfrm>
            <a:custGeom>
              <a:avLst/>
              <a:gdLst>
                <a:gd name="csX0" fmla="*/ 2739072 w 2739071"/>
                <a:gd name="csY0" fmla="*/ 178444 h 499667"/>
                <a:gd name="csX1" fmla="*/ 2712201 w 2739071"/>
                <a:gd name="csY1" fmla="*/ 0 h 499667"/>
                <a:gd name="csX2" fmla="*/ 0 w 2739071"/>
                <a:gd name="csY2" fmla="*/ 499667 h 499667"/>
                <a:gd name="csX3" fmla="*/ 2739072 w 2739071"/>
                <a:gd name="csY3" fmla="*/ 17844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2739072" y="178444"/>
                  </a:moveTo>
                  <a:cubicBezTo>
                    <a:pt x="2732110" y="118718"/>
                    <a:pt x="2723072" y="59237"/>
                    <a:pt x="2712201" y="0"/>
                  </a:cubicBezTo>
                  <a:lnTo>
                    <a:pt x="0" y="499667"/>
                  </a:lnTo>
                  <a:lnTo>
                    <a:pt x="2739072" y="1784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02D59073-C61A-06EB-70F7-CC6DB3E27DE6}"/>
                </a:ext>
              </a:extLst>
            </p:cNvPr>
            <p:cNvSpPr/>
            <p:nvPr/>
          </p:nvSpPr>
          <p:spPr>
            <a:xfrm>
              <a:off x="1581000" y="2563359"/>
              <a:ext cx="2673849" cy="849471"/>
            </a:xfrm>
            <a:custGeom>
              <a:avLst/>
              <a:gdLst>
                <a:gd name="csX0" fmla="*/ 2673849 w 2673849"/>
                <a:gd name="csY0" fmla="*/ 173436 h 849471"/>
                <a:gd name="csX1" fmla="*/ 2624018 w 2673849"/>
                <a:gd name="csY1" fmla="*/ 0 h 849471"/>
                <a:gd name="csX2" fmla="*/ 0 w 2673849"/>
                <a:gd name="csY2" fmla="*/ 849471 h 849471"/>
                <a:gd name="csX3" fmla="*/ 2673849 w 2673849"/>
                <a:gd name="csY3" fmla="*/ 173436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2673849" y="173436"/>
                  </a:moveTo>
                  <a:cubicBezTo>
                    <a:pt x="2659193" y="115176"/>
                    <a:pt x="2642582" y="57283"/>
                    <a:pt x="2624018" y="0"/>
                  </a:cubicBezTo>
                  <a:lnTo>
                    <a:pt x="0" y="849471"/>
                  </a:lnTo>
                  <a:lnTo>
                    <a:pt x="2673849" y="173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C72E4B42-B7EC-125A-A100-F072ACF7227B}"/>
                </a:ext>
              </a:extLst>
            </p:cNvPr>
            <p:cNvGrpSpPr/>
            <p:nvPr/>
          </p:nvGrpSpPr>
          <p:grpSpPr>
            <a:xfrm>
              <a:off x="1580878" y="1913217"/>
              <a:ext cx="2562948" cy="1499735"/>
              <a:chOff x="1580878" y="1913217"/>
              <a:chExt cx="2562948" cy="1499735"/>
            </a:xfrm>
            <a:solidFill>
              <a:srgbClr val="FFE07F"/>
            </a:solidFill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DBA69D6-9AA2-6D9F-9BE9-E22A6EBF5CCC}"/>
                  </a:ext>
                </a:extLst>
              </p:cNvPr>
              <p:cNvSpPr/>
              <p:nvPr/>
            </p:nvSpPr>
            <p:spPr>
              <a:xfrm>
                <a:off x="1580878" y="1913217"/>
                <a:ext cx="2408077" cy="1499612"/>
              </a:xfrm>
              <a:custGeom>
                <a:avLst/>
                <a:gdLst>
                  <a:gd name="csX0" fmla="*/ 2408077 w 2408077"/>
                  <a:gd name="csY0" fmla="*/ 154383 h 1499612"/>
                  <a:gd name="csX1" fmla="*/ 2314641 w 2408077"/>
                  <a:gd name="csY1" fmla="*/ 0 h 1499612"/>
                  <a:gd name="csX2" fmla="*/ 0 w 2408077"/>
                  <a:gd name="csY2" fmla="*/ 1499613 h 1499612"/>
                  <a:gd name="csX3" fmla="*/ 2407955 w 2408077"/>
                  <a:gd name="csY3" fmla="*/ 154383 h 14996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08077" h="1499612">
                    <a:moveTo>
                      <a:pt x="2408077" y="154383"/>
                    </a:moveTo>
                    <a:cubicBezTo>
                      <a:pt x="2378764" y="102108"/>
                      <a:pt x="2347619" y="50565"/>
                      <a:pt x="2314641" y="0"/>
                    </a:cubicBezTo>
                    <a:lnTo>
                      <a:pt x="0" y="1499613"/>
                    </a:lnTo>
                    <a:lnTo>
                      <a:pt x="2407955" y="154383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A67991E0-CDD2-BE6A-1A2F-0FF5B94EA662}"/>
                  </a:ext>
                </a:extLst>
              </p:cNvPr>
              <p:cNvSpPr/>
              <p:nvPr/>
            </p:nvSpPr>
            <p:spPr>
              <a:xfrm>
                <a:off x="1581122" y="2067722"/>
                <a:ext cx="2490764" cy="1345230"/>
              </a:xfrm>
              <a:custGeom>
                <a:avLst/>
                <a:gdLst>
                  <a:gd name="csX0" fmla="*/ 2490642 w 2490764"/>
                  <a:gd name="csY0" fmla="*/ 160367 h 1345230"/>
                  <a:gd name="csX1" fmla="*/ 2407954 w 2490764"/>
                  <a:gd name="csY1" fmla="*/ 0 h 1345230"/>
                  <a:gd name="csX2" fmla="*/ 0 w 2490764"/>
                  <a:gd name="csY2" fmla="*/ 1345230 h 1345230"/>
                  <a:gd name="csX3" fmla="*/ 2490764 w 2490764"/>
                  <a:gd name="csY3" fmla="*/ 160490 h 1345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90764" h="1345230">
                    <a:moveTo>
                      <a:pt x="2490642" y="160367"/>
                    </a:moveTo>
                    <a:cubicBezTo>
                      <a:pt x="2464871" y="106138"/>
                      <a:pt x="2437390" y="52642"/>
                      <a:pt x="2407954" y="0"/>
                    </a:cubicBezTo>
                    <a:lnTo>
                      <a:pt x="0" y="1345230"/>
                    </a:lnTo>
                    <a:lnTo>
                      <a:pt x="2490764" y="160490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D15C51B6-594E-B06D-451C-02BE6576B543}"/>
                  </a:ext>
                </a:extLst>
              </p:cNvPr>
              <p:cNvSpPr/>
              <p:nvPr/>
            </p:nvSpPr>
            <p:spPr>
              <a:xfrm>
                <a:off x="1581000" y="2227967"/>
                <a:ext cx="2562826" cy="1184740"/>
              </a:xfrm>
              <a:custGeom>
                <a:avLst/>
                <a:gdLst>
                  <a:gd name="csX0" fmla="*/ 2562826 w 2562826"/>
                  <a:gd name="csY0" fmla="*/ 165497 h 1184740"/>
                  <a:gd name="csX1" fmla="*/ 2490764 w 2562826"/>
                  <a:gd name="csY1" fmla="*/ 0 h 1184740"/>
                  <a:gd name="csX2" fmla="*/ 0 w 2562826"/>
                  <a:gd name="csY2" fmla="*/ 1184740 h 1184740"/>
                  <a:gd name="csX3" fmla="*/ 2562826 w 2562826"/>
                  <a:gd name="csY3" fmla="*/ 165375 h 1184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562826" h="1184740">
                    <a:moveTo>
                      <a:pt x="2562826" y="165497"/>
                    </a:moveTo>
                    <a:cubicBezTo>
                      <a:pt x="2540719" y="109680"/>
                      <a:pt x="2516658" y="54474"/>
                      <a:pt x="2490764" y="0"/>
                    </a:cubicBezTo>
                    <a:lnTo>
                      <a:pt x="0" y="1184740"/>
                    </a:lnTo>
                    <a:lnTo>
                      <a:pt x="2562826" y="165375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A086146E-BB12-6ED8-5A32-F3E4CAC0F01F}"/>
                </a:ext>
              </a:extLst>
            </p:cNvPr>
            <p:cNvSpPr/>
            <p:nvPr/>
          </p:nvSpPr>
          <p:spPr>
            <a:xfrm>
              <a:off x="1581000" y="2393464"/>
              <a:ext cx="2624017" cy="1019365"/>
            </a:xfrm>
            <a:custGeom>
              <a:avLst/>
              <a:gdLst>
                <a:gd name="csX0" fmla="*/ 2624018 w 2624017"/>
                <a:gd name="csY0" fmla="*/ 169772 h 1019365"/>
                <a:gd name="csX1" fmla="*/ 2562826 w 2624017"/>
                <a:gd name="csY1" fmla="*/ 0 h 1019365"/>
                <a:gd name="csX2" fmla="*/ 0 w 2624017"/>
                <a:gd name="csY2" fmla="*/ 1019365 h 1019365"/>
                <a:gd name="csX3" fmla="*/ 2624018 w 2624017"/>
                <a:gd name="csY3" fmla="*/ 169894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2624018" y="169772"/>
                  </a:moveTo>
                  <a:cubicBezTo>
                    <a:pt x="2605575" y="112611"/>
                    <a:pt x="2585055" y="56061"/>
                    <a:pt x="2562826" y="0"/>
                  </a:cubicBezTo>
                  <a:lnTo>
                    <a:pt x="0" y="1019365"/>
                  </a:lnTo>
                  <a:lnTo>
                    <a:pt x="2624018" y="16989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B8BA5BC3-2C04-52C3-40F3-80A4F8F219E6}"/>
                </a:ext>
              </a:extLst>
            </p:cNvPr>
            <p:cNvSpPr/>
            <p:nvPr/>
          </p:nvSpPr>
          <p:spPr>
            <a:xfrm>
              <a:off x="829484" y="3412830"/>
              <a:ext cx="751516" cy="2697299"/>
            </a:xfrm>
            <a:custGeom>
              <a:avLst/>
              <a:gdLst>
                <a:gd name="csX0" fmla="*/ 0 w 751516"/>
                <a:gd name="csY0" fmla="*/ 2653819 h 2697299"/>
                <a:gd name="csX1" fmla="*/ 175146 w 751516"/>
                <a:gd name="csY1" fmla="*/ 2697300 h 2697299"/>
                <a:gd name="csX2" fmla="*/ 751516 w 751516"/>
                <a:gd name="csY2" fmla="*/ 0 h 2697299"/>
                <a:gd name="csX3" fmla="*/ 0 w 751516"/>
                <a:gd name="csY3" fmla="*/ 2653819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0" y="2653819"/>
                  </a:moveTo>
                  <a:cubicBezTo>
                    <a:pt x="58016" y="2670185"/>
                    <a:pt x="116398" y="2684842"/>
                    <a:pt x="175146" y="2697300"/>
                  </a:cubicBezTo>
                  <a:lnTo>
                    <a:pt x="751516" y="0"/>
                  </a:lnTo>
                  <a:lnTo>
                    <a:pt x="0" y="265381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AB09D541-6AF0-71B8-898A-3794D7146A9D}"/>
                </a:ext>
              </a:extLst>
            </p:cNvPr>
            <p:cNvSpPr/>
            <p:nvPr/>
          </p:nvSpPr>
          <p:spPr>
            <a:xfrm>
              <a:off x="1182341" y="3412830"/>
              <a:ext cx="398659" cy="2749086"/>
            </a:xfrm>
            <a:custGeom>
              <a:avLst/>
              <a:gdLst>
                <a:gd name="csX0" fmla="*/ 0 w 398659"/>
                <a:gd name="csY0" fmla="*/ 2729056 h 2749086"/>
                <a:gd name="csX1" fmla="*/ 179299 w 398659"/>
                <a:gd name="csY1" fmla="*/ 2749087 h 2749086"/>
                <a:gd name="csX2" fmla="*/ 398659 w 398659"/>
                <a:gd name="csY2" fmla="*/ 0 h 2749086"/>
                <a:gd name="csX3" fmla="*/ 0 w 398659"/>
                <a:gd name="csY3" fmla="*/ 2729056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9" h="2749086">
                  <a:moveTo>
                    <a:pt x="0" y="2729056"/>
                  </a:moveTo>
                  <a:cubicBezTo>
                    <a:pt x="59604" y="2737728"/>
                    <a:pt x="119451" y="2744323"/>
                    <a:pt x="179299" y="2749087"/>
                  </a:cubicBezTo>
                  <a:lnTo>
                    <a:pt x="398659" y="0"/>
                  </a:lnTo>
                  <a:lnTo>
                    <a:pt x="0" y="27290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24ED85C3-F7D8-C905-D3B1-9A7C260A50F4}"/>
                </a:ext>
              </a:extLst>
            </p:cNvPr>
            <p:cNvSpPr/>
            <p:nvPr/>
          </p:nvSpPr>
          <p:spPr>
            <a:xfrm>
              <a:off x="1004630" y="3412830"/>
              <a:ext cx="576370" cy="2729055"/>
            </a:xfrm>
            <a:custGeom>
              <a:avLst/>
              <a:gdLst>
                <a:gd name="csX0" fmla="*/ 0 w 576370"/>
                <a:gd name="csY0" fmla="*/ 2697300 h 2729055"/>
                <a:gd name="csX1" fmla="*/ 177711 w 576370"/>
                <a:gd name="csY1" fmla="*/ 2729056 h 2729055"/>
                <a:gd name="csX2" fmla="*/ 576370 w 576370"/>
                <a:gd name="csY2" fmla="*/ 0 h 2729055"/>
                <a:gd name="csX3" fmla="*/ 0 w 576370"/>
                <a:gd name="csY3" fmla="*/ 2697300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0" y="2697300"/>
                  </a:moveTo>
                  <a:cubicBezTo>
                    <a:pt x="58993" y="2709880"/>
                    <a:pt x="118230" y="2720384"/>
                    <a:pt x="177711" y="2729056"/>
                  </a:cubicBezTo>
                  <a:lnTo>
                    <a:pt x="576370" y="0"/>
                  </a:lnTo>
                  <a:lnTo>
                    <a:pt x="0" y="269730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090C354B-7127-5466-98B5-E9B8CF64A2B4}"/>
                </a:ext>
              </a:extLst>
            </p:cNvPr>
            <p:cNvSpPr/>
            <p:nvPr/>
          </p:nvSpPr>
          <p:spPr>
            <a:xfrm>
              <a:off x="1361640" y="3412830"/>
              <a:ext cx="219360" cy="2757514"/>
            </a:xfrm>
            <a:custGeom>
              <a:avLst/>
              <a:gdLst>
                <a:gd name="csX0" fmla="*/ 0 w 219360"/>
                <a:gd name="csY0" fmla="*/ 2749087 h 2757514"/>
                <a:gd name="csX1" fmla="*/ 180276 w 219360"/>
                <a:gd name="csY1" fmla="*/ 2757514 h 2757514"/>
                <a:gd name="csX2" fmla="*/ 219360 w 219360"/>
                <a:gd name="csY2" fmla="*/ 0 h 2757514"/>
                <a:gd name="csX3" fmla="*/ 0 w 219360"/>
                <a:gd name="csY3" fmla="*/ 2749087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0" y="2749087"/>
                  </a:moveTo>
                  <a:cubicBezTo>
                    <a:pt x="59970" y="2753850"/>
                    <a:pt x="120184" y="2756659"/>
                    <a:pt x="180276" y="2757514"/>
                  </a:cubicBezTo>
                  <a:lnTo>
                    <a:pt x="219360" y="0"/>
                  </a:lnTo>
                  <a:lnTo>
                    <a:pt x="0" y="27490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F244F73-16EC-8AD9-981D-9621C6878788}"/>
                </a:ext>
              </a:extLst>
            </p:cNvPr>
            <p:cNvSpPr/>
            <p:nvPr/>
          </p:nvSpPr>
          <p:spPr>
            <a:xfrm>
              <a:off x="1581000" y="3412830"/>
              <a:ext cx="499667" cy="2739071"/>
            </a:xfrm>
            <a:custGeom>
              <a:avLst/>
              <a:gdLst>
                <a:gd name="csX0" fmla="*/ 321223 w 499667"/>
                <a:gd name="csY0" fmla="*/ 2739072 h 2739071"/>
                <a:gd name="csX1" fmla="*/ 499667 w 499667"/>
                <a:gd name="csY1" fmla="*/ 2712201 h 2739071"/>
                <a:gd name="csX2" fmla="*/ 0 w 499667"/>
                <a:gd name="csY2" fmla="*/ 0 h 2739071"/>
                <a:gd name="csX3" fmla="*/ 321223 w 499667"/>
                <a:gd name="csY3" fmla="*/ 2739072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321223" y="2739072"/>
                  </a:moveTo>
                  <a:cubicBezTo>
                    <a:pt x="380949" y="2732110"/>
                    <a:pt x="440430" y="2723071"/>
                    <a:pt x="499667" y="2712201"/>
                  </a:cubicBezTo>
                  <a:lnTo>
                    <a:pt x="0" y="0"/>
                  </a:lnTo>
                  <a:lnTo>
                    <a:pt x="321223" y="273907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0D8F71A3-FEB8-93E4-5296-588008C3FCE5}"/>
                </a:ext>
              </a:extLst>
            </p:cNvPr>
            <p:cNvSpPr/>
            <p:nvPr/>
          </p:nvSpPr>
          <p:spPr>
            <a:xfrm>
              <a:off x="1581000" y="3412830"/>
              <a:ext cx="321223" cy="2754338"/>
            </a:xfrm>
            <a:custGeom>
              <a:avLst/>
              <a:gdLst>
                <a:gd name="csX0" fmla="*/ 141436 w 321223"/>
                <a:gd name="csY0" fmla="*/ 2754339 h 2754338"/>
                <a:gd name="csX1" fmla="*/ 321223 w 321223"/>
                <a:gd name="csY1" fmla="*/ 2739072 h 2754338"/>
                <a:gd name="csX2" fmla="*/ 0 w 321223"/>
                <a:gd name="csY2" fmla="*/ 0 h 2754338"/>
                <a:gd name="csX3" fmla="*/ 141436 w 321223"/>
                <a:gd name="csY3" fmla="*/ 2754339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41436" y="2754339"/>
                  </a:moveTo>
                  <a:cubicBezTo>
                    <a:pt x="201528" y="2751285"/>
                    <a:pt x="261498" y="2746034"/>
                    <a:pt x="321223" y="2739072"/>
                  </a:cubicBezTo>
                  <a:lnTo>
                    <a:pt x="0" y="0"/>
                  </a:lnTo>
                  <a:lnTo>
                    <a:pt x="141436" y="275433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CF53A74E-9399-A4B9-98CF-0B27F10D94FE}"/>
                </a:ext>
              </a:extLst>
            </p:cNvPr>
            <p:cNvSpPr/>
            <p:nvPr/>
          </p:nvSpPr>
          <p:spPr>
            <a:xfrm>
              <a:off x="1541794" y="3412830"/>
              <a:ext cx="180520" cy="2757810"/>
            </a:xfrm>
            <a:custGeom>
              <a:avLst/>
              <a:gdLst>
                <a:gd name="csX0" fmla="*/ 122 w 180520"/>
                <a:gd name="csY0" fmla="*/ 2757514 h 2757810"/>
                <a:gd name="csX1" fmla="*/ 180520 w 180520"/>
                <a:gd name="csY1" fmla="*/ 2754339 h 2757810"/>
                <a:gd name="csX2" fmla="*/ 39084 w 180520"/>
                <a:gd name="csY2" fmla="*/ 0 h 2757810"/>
                <a:gd name="csX3" fmla="*/ 0 w 180520"/>
                <a:gd name="csY3" fmla="*/ 2757514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22" y="2757514"/>
                  </a:moveTo>
                  <a:cubicBezTo>
                    <a:pt x="60336" y="2758369"/>
                    <a:pt x="120428" y="2757392"/>
                    <a:pt x="180520" y="2754339"/>
                  </a:cubicBezTo>
                  <a:lnTo>
                    <a:pt x="39084" y="0"/>
                  </a:lnTo>
                  <a:lnTo>
                    <a:pt x="0" y="275751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D7AFE960-0A04-6B99-8867-76C2D19C8289}"/>
                </a:ext>
              </a:extLst>
            </p:cNvPr>
            <p:cNvSpPr/>
            <p:nvPr/>
          </p:nvSpPr>
          <p:spPr>
            <a:xfrm>
              <a:off x="16654" y="3412830"/>
              <a:ext cx="1564346" cy="2368504"/>
            </a:xfrm>
            <a:custGeom>
              <a:avLst/>
              <a:gdLst>
                <a:gd name="csX0" fmla="*/ 0 w 1564346"/>
                <a:gd name="csY0" fmla="*/ 2270916 h 2368504"/>
                <a:gd name="csX1" fmla="*/ 151818 w 1564346"/>
                <a:gd name="csY1" fmla="*/ 2368504 h 2368504"/>
                <a:gd name="csX2" fmla="*/ 1564346 w 1564346"/>
                <a:gd name="csY2" fmla="*/ 0 h 2368504"/>
                <a:gd name="csX3" fmla="*/ 0 w 1564346"/>
                <a:gd name="csY3" fmla="*/ 2270916 h 2368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6" h="2368504">
                  <a:moveTo>
                    <a:pt x="0" y="2270916"/>
                  </a:moveTo>
                  <a:cubicBezTo>
                    <a:pt x="49832" y="2305359"/>
                    <a:pt x="100398" y="2337847"/>
                    <a:pt x="151818" y="2368504"/>
                  </a:cubicBezTo>
                  <a:lnTo>
                    <a:pt x="1564346" y="0"/>
                  </a:lnTo>
                  <a:lnTo>
                    <a:pt x="0" y="22709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16364D06-B8AD-0B4C-514E-C71D07C63B28}"/>
                </a:ext>
              </a:extLst>
            </p:cNvPr>
            <p:cNvSpPr/>
            <p:nvPr/>
          </p:nvSpPr>
          <p:spPr>
            <a:xfrm>
              <a:off x="168472" y="3412830"/>
              <a:ext cx="1412528" cy="2455955"/>
            </a:xfrm>
            <a:custGeom>
              <a:avLst/>
              <a:gdLst>
                <a:gd name="csX0" fmla="*/ 0 w 1412528"/>
                <a:gd name="csY0" fmla="*/ 2368504 h 2455955"/>
                <a:gd name="csX1" fmla="*/ 157803 w 1412528"/>
                <a:gd name="csY1" fmla="*/ 2455955 h 2455955"/>
                <a:gd name="csX2" fmla="*/ 1412528 w 1412528"/>
                <a:gd name="csY2" fmla="*/ 0 h 2455955"/>
                <a:gd name="csX3" fmla="*/ 0 w 1412528"/>
                <a:gd name="csY3" fmla="*/ 2368504 h 24559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5">
                  <a:moveTo>
                    <a:pt x="0" y="2368504"/>
                  </a:moveTo>
                  <a:cubicBezTo>
                    <a:pt x="51909" y="2399527"/>
                    <a:pt x="104550" y="2428718"/>
                    <a:pt x="157803" y="2455955"/>
                  </a:cubicBezTo>
                  <a:lnTo>
                    <a:pt x="1412528" y="0"/>
                  </a:lnTo>
                  <a:lnTo>
                    <a:pt x="0" y="236850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09F2BA28-B926-671D-98D7-518D07E0ECEB}"/>
                </a:ext>
              </a:extLst>
            </p:cNvPr>
            <p:cNvSpPr/>
            <p:nvPr/>
          </p:nvSpPr>
          <p:spPr>
            <a:xfrm>
              <a:off x="326274" y="3412708"/>
              <a:ext cx="1254725" cy="2533146"/>
            </a:xfrm>
            <a:custGeom>
              <a:avLst/>
              <a:gdLst>
                <a:gd name="csX0" fmla="*/ 0 w 1254725"/>
                <a:gd name="csY0" fmla="*/ 2456078 h 2533146"/>
                <a:gd name="csX1" fmla="*/ 163177 w 1254725"/>
                <a:gd name="csY1" fmla="*/ 2533147 h 2533146"/>
                <a:gd name="csX2" fmla="*/ 1254726 w 1254725"/>
                <a:gd name="csY2" fmla="*/ 0 h 2533146"/>
                <a:gd name="csX3" fmla="*/ 0 w 1254725"/>
                <a:gd name="csY3" fmla="*/ 2455955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0" y="2456078"/>
                  </a:moveTo>
                  <a:cubicBezTo>
                    <a:pt x="53741" y="2483559"/>
                    <a:pt x="108214" y="2509452"/>
                    <a:pt x="163177" y="2533147"/>
                  </a:cubicBezTo>
                  <a:lnTo>
                    <a:pt x="1254726" y="0"/>
                  </a:lnTo>
                  <a:lnTo>
                    <a:pt x="0" y="2455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D01AABFA-5D78-16C9-7B42-80DE0C725807}"/>
                </a:ext>
              </a:extLst>
            </p:cNvPr>
            <p:cNvSpPr/>
            <p:nvPr/>
          </p:nvSpPr>
          <p:spPr>
            <a:xfrm>
              <a:off x="657513" y="3412830"/>
              <a:ext cx="923486" cy="2653818"/>
            </a:xfrm>
            <a:custGeom>
              <a:avLst/>
              <a:gdLst>
                <a:gd name="csX0" fmla="*/ 0 w 923486"/>
                <a:gd name="csY0" fmla="*/ 2598979 h 2653818"/>
                <a:gd name="csX1" fmla="*/ 171971 w 923486"/>
                <a:gd name="csY1" fmla="*/ 2653819 h 2653818"/>
                <a:gd name="csX2" fmla="*/ 923487 w 923486"/>
                <a:gd name="csY2" fmla="*/ 0 h 2653818"/>
                <a:gd name="csX3" fmla="*/ 0 w 923486"/>
                <a:gd name="csY3" fmla="*/ 2598979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0" y="2598979"/>
                  </a:moveTo>
                  <a:cubicBezTo>
                    <a:pt x="56794" y="2619132"/>
                    <a:pt x="114199" y="2637452"/>
                    <a:pt x="171971" y="2653819"/>
                  </a:cubicBezTo>
                  <a:lnTo>
                    <a:pt x="923487" y="0"/>
                  </a:lnTo>
                  <a:lnTo>
                    <a:pt x="0" y="259897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B46F10EF-19AE-BB3B-DDC1-53AE6CA7E98D}"/>
                </a:ext>
              </a:extLst>
            </p:cNvPr>
            <p:cNvSpPr/>
            <p:nvPr/>
          </p:nvSpPr>
          <p:spPr>
            <a:xfrm>
              <a:off x="489451" y="3412830"/>
              <a:ext cx="1091549" cy="2598978"/>
            </a:xfrm>
            <a:custGeom>
              <a:avLst/>
              <a:gdLst>
                <a:gd name="csX0" fmla="*/ 0 w 1091549"/>
                <a:gd name="csY0" fmla="*/ 2533146 h 2598978"/>
                <a:gd name="csX1" fmla="*/ 168062 w 1091549"/>
                <a:gd name="csY1" fmla="*/ 2598979 h 2598978"/>
                <a:gd name="csX2" fmla="*/ 1091549 w 1091549"/>
                <a:gd name="csY2" fmla="*/ 0 h 2598978"/>
                <a:gd name="csX3" fmla="*/ 0 w 1091549"/>
                <a:gd name="csY3" fmla="*/ 2533146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0" y="2533146"/>
                  </a:moveTo>
                  <a:cubicBezTo>
                    <a:pt x="55451" y="2557086"/>
                    <a:pt x="111512" y="2578948"/>
                    <a:pt x="168062" y="2598979"/>
                  </a:cubicBezTo>
                  <a:lnTo>
                    <a:pt x="1091549" y="0"/>
                  </a:lnTo>
                  <a:lnTo>
                    <a:pt x="0" y="25331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AA8B8C41-BA94-47C5-6C91-8F3EF9E78FA3}"/>
                </a:ext>
              </a:extLst>
            </p:cNvPr>
            <p:cNvSpPr/>
            <p:nvPr/>
          </p:nvSpPr>
          <p:spPr>
            <a:xfrm>
              <a:off x="1581000" y="3412830"/>
              <a:ext cx="676035" cy="2712200"/>
            </a:xfrm>
            <a:custGeom>
              <a:avLst/>
              <a:gdLst>
                <a:gd name="csX0" fmla="*/ 499667 w 676035"/>
                <a:gd name="csY0" fmla="*/ 2712201 h 2712200"/>
                <a:gd name="csX1" fmla="*/ 676035 w 676035"/>
                <a:gd name="csY1" fmla="*/ 2673850 h 2712200"/>
                <a:gd name="csX2" fmla="*/ 0 w 676035"/>
                <a:gd name="csY2" fmla="*/ 0 h 2712200"/>
                <a:gd name="csX3" fmla="*/ 499667 w 676035"/>
                <a:gd name="csY3" fmla="*/ 2712201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499667" y="2712201"/>
                  </a:moveTo>
                  <a:cubicBezTo>
                    <a:pt x="558782" y="2701331"/>
                    <a:pt x="617653" y="2688628"/>
                    <a:pt x="676035" y="2673850"/>
                  </a:cubicBezTo>
                  <a:lnTo>
                    <a:pt x="0" y="0"/>
                  </a:lnTo>
                  <a:lnTo>
                    <a:pt x="499667" y="27122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AE8475DB-7ACF-1855-8CF2-1FE9D430B004}"/>
                </a:ext>
              </a:extLst>
            </p:cNvPr>
            <p:cNvSpPr/>
            <p:nvPr/>
          </p:nvSpPr>
          <p:spPr>
            <a:xfrm>
              <a:off x="1581000" y="3412830"/>
              <a:ext cx="1647644" cy="2314641"/>
            </a:xfrm>
            <a:custGeom>
              <a:avLst/>
              <a:gdLst>
                <a:gd name="csX0" fmla="*/ 1499613 w 1647644"/>
                <a:gd name="csY0" fmla="*/ 2314641 h 2314641"/>
                <a:gd name="csX1" fmla="*/ 1647644 w 1647644"/>
                <a:gd name="csY1" fmla="*/ 2211434 h 2314641"/>
                <a:gd name="csX2" fmla="*/ 0 w 1647644"/>
                <a:gd name="csY2" fmla="*/ 0 h 2314641"/>
                <a:gd name="csX3" fmla="*/ 1499613 w 1647644"/>
                <a:gd name="csY3" fmla="*/ 2314641 h 2314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1">
                  <a:moveTo>
                    <a:pt x="1499613" y="2314641"/>
                  </a:moveTo>
                  <a:cubicBezTo>
                    <a:pt x="1549812" y="2282030"/>
                    <a:pt x="1599278" y="2247587"/>
                    <a:pt x="1647644" y="2211434"/>
                  </a:cubicBezTo>
                  <a:lnTo>
                    <a:pt x="0" y="0"/>
                  </a:lnTo>
                  <a:lnTo>
                    <a:pt x="1499613" y="23146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BAFC2CF5-5C3A-0CE2-2B98-12EF231B2A3C}"/>
                </a:ext>
              </a:extLst>
            </p:cNvPr>
            <p:cNvSpPr/>
            <p:nvPr/>
          </p:nvSpPr>
          <p:spPr>
            <a:xfrm>
              <a:off x="1580878" y="3412708"/>
              <a:ext cx="1921844" cy="2098823"/>
            </a:xfrm>
            <a:custGeom>
              <a:avLst/>
              <a:gdLst>
                <a:gd name="csX0" fmla="*/ 1788714 w 1921844"/>
                <a:gd name="csY0" fmla="*/ 2098823 h 2098823"/>
                <a:gd name="csX1" fmla="*/ 1921845 w 1921844"/>
                <a:gd name="csY1" fmla="*/ 1977051 h 2098823"/>
                <a:gd name="csX2" fmla="*/ 0 w 1921844"/>
                <a:gd name="csY2" fmla="*/ 0 h 2098823"/>
                <a:gd name="csX3" fmla="*/ 1788592 w 1921844"/>
                <a:gd name="csY3" fmla="*/ 2098701 h 2098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3">
                  <a:moveTo>
                    <a:pt x="1788714" y="2098823"/>
                  </a:moveTo>
                  <a:cubicBezTo>
                    <a:pt x="1834150" y="2059983"/>
                    <a:pt x="1878486" y="2019311"/>
                    <a:pt x="1921845" y="1977051"/>
                  </a:cubicBezTo>
                  <a:lnTo>
                    <a:pt x="0" y="0"/>
                  </a:lnTo>
                  <a:lnTo>
                    <a:pt x="1788592" y="20987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3B665C02-F9C0-68EC-CDEB-5D4BAD0E85E2}"/>
                </a:ext>
              </a:extLst>
            </p:cNvPr>
            <p:cNvSpPr/>
            <p:nvPr/>
          </p:nvSpPr>
          <p:spPr>
            <a:xfrm>
              <a:off x="1581000" y="3412952"/>
              <a:ext cx="1788591" cy="2211434"/>
            </a:xfrm>
            <a:custGeom>
              <a:avLst/>
              <a:gdLst>
                <a:gd name="csX0" fmla="*/ 1647644 w 1788591"/>
                <a:gd name="csY0" fmla="*/ 2211312 h 2211434"/>
                <a:gd name="csX1" fmla="*/ 1788592 w 1788591"/>
                <a:gd name="csY1" fmla="*/ 2098701 h 2211434"/>
                <a:gd name="csX2" fmla="*/ 0 w 1788591"/>
                <a:gd name="csY2" fmla="*/ 0 h 2211434"/>
                <a:gd name="csX3" fmla="*/ 1647644 w 1788591"/>
                <a:gd name="csY3" fmla="*/ 2211434 h 2211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434">
                  <a:moveTo>
                    <a:pt x="1647644" y="2211312"/>
                  </a:moveTo>
                  <a:cubicBezTo>
                    <a:pt x="1695645" y="2175526"/>
                    <a:pt x="1742668" y="2138029"/>
                    <a:pt x="1788592" y="2098701"/>
                  </a:cubicBezTo>
                  <a:lnTo>
                    <a:pt x="0" y="0"/>
                  </a:lnTo>
                  <a:lnTo>
                    <a:pt x="1647644" y="2211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54E7A21A-0108-F056-8955-7F0EA53B9BEE}"/>
                </a:ext>
              </a:extLst>
            </p:cNvPr>
            <p:cNvSpPr/>
            <p:nvPr/>
          </p:nvSpPr>
          <p:spPr>
            <a:xfrm>
              <a:off x="1581122" y="3412830"/>
              <a:ext cx="2047035" cy="1977051"/>
            </a:xfrm>
            <a:custGeom>
              <a:avLst/>
              <a:gdLst>
                <a:gd name="csX0" fmla="*/ 1921722 w 2047035"/>
                <a:gd name="csY0" fmla="*/ 1977051 h 1977051"/>
                <a:gd name="csX1" fmla="*/ 2047036 w 2047035"/>
                <a:gd name="csY1" fmla="*/ 1847218 h 1977051"/>
                <a:gd name="csX2" fmla="*/ 0 w 2047035"/>
                <a:gd name="csY2" fmla="*/ 0 h 1977051"/>
                <a:gd name="csX3" fmla="*/ 1921844 w 2047035"/>
                <a:gd name="csY3" fmla="*/ 1977051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5" h="1977051">
                  <a:moveTo>
                    <a:pt x="1921722" y="1977051"/>
                  </a:moveTo>
                  <a:cubicBezTo>
                    <a:pt x="1964471" y="1935402"/>
                    <a:pt x="2006364" y="1892165"/>
                    <a:pt x="2047036" y="1847218"/>
                  </a:cubicBezTo>
                  <a:lnTo>
                    <a:pt x="0" y="0"/>
                  </a:lnTo>
                  <a:lnTo>
                    <a:pt x="1921844" y="197705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AAB7EB2C-3853-F264-7E96-F0EDFBB8C455}"/>
                </a:ext>
              </a:extLst>
            </p:cNvPr>
            <p:cNvSpPr/>
            <p:nvPr/>
          </p:nvSpPr>
          <p:spPr>
            <a:xfrm>
              <a:off x="1581000" y="3412830"/>
              <a:ext cx="2163434" cy="1847218"/>
            </a:xfrm>
            <a:custGeom>
              <a:avLst/>
              <a:gdLst>
                <a:gd name="csX0" fmla="*/ 0 w 2163434"/>
                <a:gd name="csY0" fmla="*/ 0 h 1847218"/>
                <a:gd name="csX1" fmla="*/ 2047036 w 2163434"/>
                <a:gd name="csY1" fmla="*/ 1847218 h 1847218"/>
                <a:gd name="csX2" fmla="*/ 2163434 w 2163434"/>
                <a:gd name="csY2" fmla="*/ 1709324 h 1847218"/>
                <a:gd name="csX3" fmla="*/ 0 w 2163434"/>
                <a:gd name="csY3" fmla="*/ 122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4" h="1847218">
                  <a:moveTo>
                    <a:pt x="0" y="0"/>
                  </a:moveTo>
                  <a:lnTo>
                    <a:pt x="2047036" y="1847218"/>
                  </a:lnTo>
                  <a:cubicBezTo>
                    <a:pt x="2087586" y="1802271"/>
                    <a:pt x="2126304" y="1756103"/>
                    <a:pt x="2163434" y="1709324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8AABD2E3-39A4-A07F-BFA3-8B52E2F81680}"/>
                </a:ext>
              </a:extLst>
            </p:cNvPr>
            <p:cNvSpPr/>
            <p:nvPr/>
          </p:nvSpPr>
          <p:spPr>
            <a:xfrm>
              <a:off x="1581000" y="3412830"/>
              <a:ext cx="1184740" cy="2562826"/>
            </a:xfrm>
            <a:custGeom>
              <a:avLst/>
              <a:gdLst>
                <a:gd name="csX0" fmla="*/ 1019243 w 1184740"/>
                <a:gd name="csY0" fmla="*/ 2562826 h 2562826"/>
                <a:gd name="csX1" fmla="*/ 1184741 w 1184740"/>
                <a:gd name="csY1" fmla="*/ 2490764 h 2562826"/>
                <a:gd name="csX2" fmla="*/ 0 w 1184740"/>
                <a:gd name="csY2" fmla="*/ 0 h 2562826"/>
                <a:gd name="csX3" fmla="*/ 1019365 w 1184740"/>
                <a:gd name="csY3" fmla="*/ 2562826 h 2562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6">
                  <a:moveTo>
                    <a:pt x="1019243" y="2562826"/>
                  </a:moveTo>
                  <a:cubicBezTo>
                    <a:pt x="1075060" y="2540719"/>
                    <a:pt x="1130267" y="2516658"/>
                    <a:pt x="1184741" y="2490764"/>
                  </a:cubicBezTo>
                  <a:lnTo>
                    <a:pt x="0" y="0"/>
                  </a:lnTo>
                  <a:lnTo>
                    <a:pt x="1019365" y="25628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0145547-01E3-2F39-7CB9-C4C7DBF76419}"/>
                </a:ext>
              </a:extLst>
            </p:cNvPr>
            <p:cNvSpPr/>
            <p:nvPr/>
          </p:nvSpPr>
          <p:spPr>
            <a:xfrm>
              <a:off x="1580878" y="3412708"/>
              <a:ext cx="1499612" cy="2408076"/>
            </a:xfrm>
            <a:custGeom>
              <a:avLst/>
              <a:gdLst>
                <a:gd name="csX0" fmla="*/ 1345230 w 1499612"/>
                <a:gd name="csY0" fmla="*/ 2408077 h 2408076"/>
                <a:gd name="csX1" fmla="*/ 1499613 w 1499612"/>
                <a:gd name="csY1" fmla="*/ 2314641 h 2408076"/>
                <a:gd name="csX2" fmla="*/ 0 w 1499612"/>
                <a:gd name="csY2" fmla="*/ 0 h 2408076"/>
                <a:gd name="csX3" fmla="*/ 1345230 w 1499612"/>
                <a:gd name="csY3" fmla="*/ 2407955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345230" y="2408077"/>
                  </a:moveTo>
                  <a:cubicBezTo>
                    <a:pt x="1397506" y="2378764"/>
                    <a:pt x="1449048" y="2347619"/>
                    <a:pt x="1499613" y="2314641"/>
                  </a:cubicBezTo>
                  <a:lnTo>
                    <a:pt x="0" y="0"/>
                  </a:lnTo>
                  <a:lnTo>
                    <a:pt x="1345230" y="2407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7EE45EAB-6586-1323-455B-F7098D953DAB}"/>
                </a:ext>
              </a:extLst>
            </p:cNvPr>
            <p:cNvSpPr/>
            <p:nvPr/>
          </p:nvSpPr>
          <p:spPr>
            <a:xfrm>
              <a:off x="1580878" y="3412830"/>
              <a:ext cx="1019365" cy="2624017"/>
            </a:xfrm>
            <a:custGeom>
              <a:avLst/>
              <a:gdLst>
                <a:gd name="csX0" fmla="*/ 849593 w 1019365"/>
                <a:gd name="csY0" fmla="*/ 2624017 h 2624017"/>
                <a:gd name="csX1" fmla="*/ 1019366 w 1019365"/>
                <a:gd name="csY1" fmla="*/ 2562826 h 2624017"/>
                <a:gd name="csX2" fmla="*/ 0 w 1019365"/>
                <a:gd name="csY2" fmla="*/ 0 h 2624017"/>
                <a:gd name="csX3" fmla="*/ 849471 w 1019365"/>
                <a:gd name="csY3" fmla="*/ 2624017 h 262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7">
                  <a:moveTo>
                    <a:pt x="849593" y="2624017"/>
                  </a:moveTo>
                  <a:cubicBezTo>
                    <a:pt x="906754" y="2605575"/>
                    <a:pt x="963304" y="2585055"/>
                    <a:pt x="1019366" y="2562826"/>
                  </a:cubicBezTo>
                  <a:lnTo>
                    <a:pt x="0" y="0"/>
                  </a:lnTo>
                  <a:lnTo>
                    <a:pt x="849471" y="262401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2BD4FCF6-805F-73C5-C16C-22590F7DC07A}"/>
                </a:ext>
              </a:extLst>
            </p:cNvPr>
            <p:cNvSpPr/>
            <p:nvPr/>
          </p:nvSpPr>
          <p:spPr>
            <a:xfrm>
              <a:off x="1581000" y="3412830"/>
              <a:ext cx="849471" cy="2673849"/>
            </a:xfrm>
            <a:custGeom>
              <a:avLst/>
              <a:gdLst>
                <a:gd name="csX0" fmla="*/ 676035 w 849471"/>
                <a:gd name="csY0" fmla="*/ 2673850 h 2673849"/>
                <a:gd name="csX1" fmla="*/ 849471 w 849471"/>
                <a:gd name="csY1" fmla="*/ 2624017 h 2673849"/>
                <a:gd name="csX2" fmla="*/ 0 w 849471"/>
                <a:gd name="csY2" fmla="*/ 0 h 2673849"/>
                <a:gd name="csX3" fmla="*/ 676035 w 849471"/>
                <a:gd name="csY3" fmla="*/ 267385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676035" y="2673850"/>
                  </a:moveTo>
                  <a:cubicBezTo>
                    <a:pt x="734295" y="2659193"/>
                    <a:pt x="792188" y="2642582"/>
                    <a:pt x="849471" y="2624017"/>
                  </a:cubicBezTo>
                  <a:lnTo>
                    <a:pt x="0" y="0"/>
                  </a:lnTo>
                  <a:lnTo>
                    <a:pt x="676035" y="267385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0B1B21B8-2C8B-9888-7C3D-ECA0EFF70424}"/>
                </a:ext>
              </a:extLst>
            </p:cNvPr>
            <p:cNvSpPr/>
            <p:nvPr/>
          </p:nvSpPr>
          <p:spPr>
            <a:xfrm>
              <a:off x="-128323" y="3412830"/>
              <a:ext cx="1709324" cy="2270915"/>
            </a:xfrm>
            <a:custGeom>
              <a:avLst/>
              <a:gdLst>
                <a:gd name="csX0" fmla="*/ 0 w 1709324"/>
                <a:gd name="csY0" fmla="*/ 2163434 h 2270915"/>
                <a:gd name="csX1" fmla="*/ 144978 w 1709324"/>
                <a:gd name="csY1" fmla="*/ 2270916 h 2270915"/>
                <a:gd name="csX2" fmla="*/ 1709324 w 1709324"/>
                <a:gd name="csY2" fmla="*/ 0 h 2270915"/>
                <a:gd name="csX3" fmla="*/ 122 w 1709324"/>
                <a:gd name="csY3" fmla="*/ 2163434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0" y="2163434"/>
                  </a:moveTo>
                  <a:cubicBezTo>
                    <a:pt x="47512" y="2201053"/>
                    <a:pt x="95756" y="2236961"/>
                    <a:pt x="144978" y="2270916"/>
                  </a:cubicBezTo>
                  <a:lnTo>
                    <a:pt x="1709324" y="0"/>
                  </a:lnTo>
                  <a:lnTo>
                    <a:pt x="122" y="2163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DC3EE6C0-8266-F69E-6DF7-7BAAA9813170}"/>
                </a:ext>
              </a:extLst>
            </p:cNvPr>
            <p:cNvSpPr/>
            <p:nvPr/>
          </p:nvSpPr>
          <p:spPr>
            <a:xfrm>
              <a:off x="1580878" y="3412952"/>
              <a:ext cx="1345230" cy="2490764"/>
            </a:xfrm>
            <a:custGeom>
              <a:avLst/>
              <a:gdLst>
                <a:gd name="csX0" fmla="*/ 1184863 w 1345230"/>
                <a:gd name="csY0" fmla="*/ 2490642 h 2490764"/>
                <a:gd name="csX1" fmla="*/ 1345230 w 1345230"/>
                <a:gd name="csY1" fmla="*/ 2407955 h 2490764"/>
                <a:gd name="csX2" fmla="*/ 0 w 1345230"/>
                <a:gd name="csY2" fmla="*/ 0 h 2490764"/>
                <a:gd name="csX3" fmla="*/ 1184741 w 1345230"/>
                <a:gd name="csY3" fmla="*/ 2490764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184863" y="2490642"/>
                  </a:moveTo>
                  <a:cubicBezTo>
                    <a:pt x="1239092" y="2464871"/>
                    <a:pt x="1292589" y="2437390"/>
                    <a:pt x="1345230" y="2407955"/>
                  </a:cubicBezTo>
                  <a:lnTo>
                    <a:pt x="0" y="0"/>
                  </a:lnTo>
                  <a:lnTo>
                    <a:pt x="1184741" y="249076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00F74AE4-88A8-16FC-424A-3B4998C33CFA}"/>
                </a:ext>
              </a:extLst>
            </p:cNvPr>
            <p:cNvSpPr/>
            <p:nvPr/>
          </p:nvSpPr>
          <p:spPr>
            <a:xfrm>
              <a:off x="-1176809" y="3373624"/>
              <a:ext cx="2757810" cy="180520"/>
            </a:xfrm>
            <a:custGeom>
              <a:avLst/>
              <a:gdLst>
                <a:gd name="csX0" fmla="*/ 296 w 2757810"/>
                <a:gd name="csY0" fmla="*/ 122 h 180520"/>
                <a:gd name="csX1" fmla="*/ 3472 w 2757810"/>
                <a:gd name="csY1" fmla="*/ 180520 h 180520"/>
                <a:gd name="csX2" fmla="*/ 2757811 w 2757810"/>
                <a:gd name="csY2" fmla="*/ 39084 h 180520"/>
                <a:gd name="csX3" fmla="*/ 296 w 2757810"/>
                <a:gd name="csY3" fmla="*/ 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96" y="122"/>
                  </a:moveTo>
                  <a:cubicBezTo>
                    <a:pt x="-559" y="60336"/>
                    <a:pt x="418" y="120428"/>
                    <a:pt x="3472" y="180520"/>
                  </a:cubicBezTo>
                  <a:lnTo>
                    <a:pt x="2757811" y="39084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95B8317F-6B5F-ACCA-8D9F-6A819FC497EB}"/>
                </a:ext>
              </a:extLst>
            </p:cNvPr>
            <p:cNvSpPr/>
            <p:nvPr/>
          </p:nvSpPr>
          <p:spPr>
            <a:xfrm>
              <a:off x="-1116299" y="2661313"/>
              <a:ext cx="2697300" cy="751516"/>
            </a:xfrm>
            <a:custGeom>
              <a:avLst/>
              <a:gdLst>
                <a:gd name="csX0" fmla="*/ 43481 w 2697300"/>
                <a:gd name="csY0" fmla="*/ 0 h 751516"/>
                <a:gd name="csX1" fmla="*/ 0 w 2697300"/>
                <a:gd name="csY1" fmla="*/ 175146 h 751516"/>
                <a:gd name="csX2" fmla="*/ 2697300 w 2697300"/>
                <a:gd name="csY2" fmla="*/ 751516 h 751516"/>
                <a:gd name="csX3" fmla="*/ 43481 w 2697300"/>
                <a:gd name="csY3" fmla="*/ 0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43481" y="0"/>
                  </a:moveTo>
                  <a:cubicBezTo>
                    <a:pt x="27115" y="58016"/>
                    <a:pt x="12458" y="116398"/>
                    <a:pt x="0" y="175146"/>
                  </a:cubicBezTo>
                  <a:lnTo>
                    <a:pt x="2697300" y="751516"/>
                  </a:lnTo>
                  <a:lnTo>
                    <a:pt x="4348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A4C4C551-234B-6C61-7528-120BB3048867}"/>
                </a:ext>
              </a:extLst>
            </p:cNvPr>
            <p:cNvSpPr/>
            <p:nvPr/>
          </p:nvSpPr>
          <p:spPr>
            <a:xfrm>
              <a:off x="-1148055" y="2836460"/>
              <a:ext cx="2729056" cy="576370"/>
            </a:xfrm>
            <a:custGeom>
              <a:avLst/>
              <a:gdLst>
                <a:gd name="csX0" fmla="*/ 31756 w 2729056"/>
                <a:gd name="csY0" fmla="*/ 0 h 576370"/>
                <a:gd name="csX1" fmla="*/ 0 w 2729056"/>
                <a:gd name="csY1" fmla="*/ 177711 h 576370"/>
                <a:gd name="csX2" fmla="*/ 2729056 w 2729056"/>
                <a:gd name="csY2" fmla="*/ 576370 h 576370"/>
                <a:gd name="csX3" fmla="*/ 31756 w 2729056"/>
                <a:gd name="csY3" fmla="*/ 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31756" y="0"/>
                  </a:moveTo>
                  <a:cubicBezTo>
                    <a:pt x="19176" y="58993"/>
                    <a:pt x="8672" y="118230"/>
                    <a:pt x="0" y="177711"/>
                  </a:cubicBezTo>
                  <a:lnTo>
                    <a:pt x="2729056" y="576370"/>
                  </a:lnTo>
                  <a:lnTo>
                    <a:pt x="3175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B1B7AD69-792A-B8FF-D150-23016C6285FD}"/>
                </a:ext>
              </a:extLst>
            </p:cNvPr>
            <p:cNvSpPr/>
            <p:nvPr/>
          </p:nvSpPr>
          <p:spPr>
            <a:xfrm>
              <a:off x="-1168086" y="3014171"/>
              <a:ext cx="2749086" cy="398659"/>
            </a:xfrm>
            <a:custGeom>
              <a:avLst/>
              <a:gdLst>
                <a:gd name="csX0" fmla="*/ 20031 w 2749086"/>
                <a:gd name="csY0" fmla="*/ 0 h 398659"/>
                <a:gd name="csX1" fmla="*/ 0 w 2749086"/>
                <a:gd name="csY1" fmla="*/ 179299 h 398659"/>
                <a:gd name="csX2" fmla="*/ 2749087 w 2749086"/>
                <a:gd name="csY2" fmla="*/ 398659 h 398659"/>
                <a:gd name="csX3" fmla="*/ 20031 w 2749086"/>
                <a:gd name="csY3" fmla="*/ 0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0031" y="0"/>
                  </a:moveTo>
                  <a:cubicBezTo>
                    <a:pt x="11359" y="59603"/>
                    <a:pt x="4763" y="119451"/>
                    <a:pt x="0" y="179299"/>
                  </a:cubicBezTo>
                  <a:lnTo>
                    <a:pt x="2749087" y="398659"/>
                  </a:lnTo>
                  <a:lnTo>
                    <a:pt x="200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A64A0D95-F6C7-CBF1-2449-CE1427316064}"/>
                </a:ext>
              </a:extLst>
            </p:cNvPr>
            <p:cNvSpPr/>
            <p:nvPr/>
          </p:nvSpPr>
          <p:spPr>
            <a:xfrm>
              <a:off x="-1173338" y="3412830"/>
              <a:ext cx="2754338" cy="321223"/>
            </a:xfrm>
            <a:custGeom>
              <a:avLst/>
              <a:gdLst>
                <a:gd name="csX0" fmla="*/ 0 w 2754338"/>
                <a:gd name="csY0" fmla="*/ 141436 h 321223"/>
                <a:gd name="csX1" fmla="*/ 15267 w 2754338"/>
                <a:gd name="csY1" fmla="*/ 321224 h 321223"/>
                <a:gd name="csX2" fmla="*/ 2754339 w 2754338"/>
                <a:gd name="csY2" fmla="*/ 0 h 321223"/>
                <a:gd name="csX3" fmla="*/ 0 w 2754338"/>
                <a:gd name="csY3" fmla="*/ 141436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0" y="141436"/>
                  </a:moveTo>
                  <a:cubicBezTo>
                    <a:pt x="3053" y="201528"/>
                    <a:pt x="8305" y="261498"/>
                    <a:pt x="15267" y="321224"/>
                  </a:cubicBezTo>
                  <a:lnTo>
                    <a:pt x="2754339" y="0"/>
                  </a:lnTo>
                  <a:lnTo>
                    <a:pt x="0" y="141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74357B1C-1CC2-F25D-2F34-F6AA60E742C6}"/>
                </a:ext>
              </a:extLst>
            </p:cNvPr>
            <p:cNvSpPr/>
            <p:nvPr/>
          </p:nvSpPr>
          <p:spPr>
            <a:xfrm>
              <a:off x="-689915" y="1703506"/>
              <a:ext cx="2270915" cy="1709324"/>
            </a:xfrm>
            <a:custGeom>
              <a:avLst/>
              <a:gdLst>
                <a:gd name="csX0" fmla="*/ 107482 w 2270915"/>
                <a:gd name="csY0" fmla="*/ 0 h 1709324"/>
                <a:gd name="csX1" fmla="*/ 0 w 2270915"/>
                <a:gd name="csY1" fmla="*/ 144978 h 1709324"/>
                <a:gd name="csX2" fmla="*/ 2270916 w 2270915"/>
                <a:gd name="csY2" fmla="*/ 1709324 h 1709324"/>
                <a:gd name="csX3" fmla="*/ 107482 w 2270915"/>
                <a:gd name="csY3" fmla="*/ 12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107482" y="0"/>
                  </a:moveTo>
                  <a:cubicBezTo>
                    <a:pt x="69863" y="47512"/>
                    <a:pt x="33954" y="95756"/>
                    <a:pt x="0" y="144978"/>
                  </a:cubicBezTo>
                  <a:lnTo>
                    <a:pt x="2270916" y="1709324"/>
                  </a:lnTo>
                  <a:lnTo>
                    <a:pt x="107482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73DD3E0B-6EAE-C745-DA48-108FFC7BCBC8}"/>
                </a:ext>
              </a:extLst>
            </p:cNvPr>
            <p:cNvSpPr/>
            <p:nvPr/>
          </p:nvSpPr>
          <p:spPr>
            <a:xfrm>
              <a:off x="-1176513" y="3193470"/>
              <a:ext cx="2757514" cy="219360"/>
            </a:xfrm>
            <a:custGeom>
              <a:avLst/>
              <a:gdLst>
                <a:gd name="csX0" fmla="*/ 8428 w 2757514"/>
                <a:gd name="csY0" fmla="*/ 0 h 219360"/>
                <a:gd name="csX1" fmla="*/ 0 w 2757514"/>
                <a:gd name="csY1" fmla="*/ 180276 h 219360"/>
                <a:gd name="csX2" fmla="*/ 2757514 w 2757514"/>
                <a:gd name="csY2" fmla="*/ 219360 h 219360"/>
                <a:gd name="csX3" fmla="*/ 8428 w 2757514"/>
                <a:gd name="csY3" fmla="*/ 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8428" y="0"/>
                  </a:moveTo>
                  <a:cubicBezTo>
                    <a:pt x="3664" y="59970"/>
                    <a:pt x="855" y="120184"/>
                    <a:pt x="0" y="180276"/>
                  </a:cubicBezTo>
                  <a:lnTo>
                    <a:pt x="2757514" y="219360"/>
                  </a:lnTo>
                  <a:lnTo>
                    <a:pt x="842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2BB2CF0B-613B-41B0-3867-CAA6FCCE0DD5}"/>
                </a:ext>
              </a:extLst>
            </p:cNvPr>
            <p:cNvSpPr/>
            <p:nvPr/>
          </p:nvSpPr>
          <p:spPr>
            <a:xfrm>
              <a:off x="-874954" y="2000302"/>
              <a:ext cx="2455955" cy="1412528"/>
            </a:xfrm>
            <a:custGeom>
              <a:avLst/>
              <a:gdLst>
                <a:gd name="csX0" fmla="*/ 87451 w 2455955"/>
                <a:gd name="csY0" fmla="*/ 0 h 1412528"/>
                <a:gd name="csX1" fmla="*/ 0 w 2455955"/>
                <a:gd name="csY1" fmla="*/ 157803 h 1412528"/>
                <a:gd name="csX2" fmla="*/ 2455955 w 2455955"/>
                <a:gd name="csY2" fmla="*/ 1412528 h 1412528"/>
                <a:gd name="csX3" fmla="*/ 87451 w 2455955"/>
                <a:gd name="csY3" fmla="*/ 0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87451" y="0"/>
                  </a:moveTo>
                  <a:cubicBezTo>
                    <a:pt x="56428" y="51909"/>
                    <a:pt x="27237" y="104550"/>
                    <a:pt x="0" y="157803"/>
                  </a:cubicBezTo>
                  <a:lnTo>
                    <a:pt x="2455955" y="1412528"/>
                  </a:lnTo>
                  <a:lnTo>
                    <a:pt x="8745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F30B5191-E27D-828C-CB7A-CEA4C08F5A40}"/>
                </a:ext>
              </a:extLst>
            </p:cNvPr>
            <p:cNvSpPr/>
            <p:nvPr/>
          </p:nvSpPr>
          <p:spPr>
            <a:xfrm>
              <a:off x="-787503" y="1848484"/>
              <a:ext cx="2368504" cy="1564346"/>
            </a:xfrm>
            <a:custGeom>
              <a:avLst/>
              <a:gdLst>
                <a:gd name="csX0" fmla="*/ 97588 w 2368504"/>
                <a:gd name="csY0" fmla="*/ 0 h 1564346"/>
                <a:gd name="csX1" fmla="*/ 0 w 2368504"/>
                <a:gd name="csY1" fmla="*/ 151818 h 1564346"/>
                <a:gd name="csX2" fmla="*/ 2368504 w 2368504"/>
                <a:gd name="csY2" fmla="*/ 1564346 h 1564346"/>
                <a:gd name="csX3" fmla="*/ 97588 w 2368504"/>
                <a:gd name="csY3" fmla="*/ 0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4" h="1564346">
                  <a:moveTo>
                    <a:pt x="97588" y="0"/>
                  </a:moveTo>
                  <a:cubicBezTo>
                    <a:pt x="63145" y="49832"/>
                    <a:pt x="30657" y="100398"/>
                    <a:pt x="0" y="151818"/>
                  </a:cubicBezTo>
                  <a:lnTo>
                    <a:pt x="2368504" y="1564346"/>
                  </a:lnTo>
                  <a:lnTo>
                    <a:pt x="9758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378DBE8E-BFE6-0795-8799-71B2E16ED8B6}"/>
                </a:ext>
              </a:extLst>
            </p:cNvPr>
            <p:cNvSpPr/>
            <p:nvPr/>
          </p:nvSpPr>
          <p:spPr>
            <a:xfrm>
              <a:off x="-1072818" y="2489343"/>
              <a:ext cx="2653818" cy="923486"/>
            </a:xfrm>
            <a:custGeom>
              <a:avLst/>
              <a:gdLst>
                <a:gd name="csX0" fmla="*/ 54840 w 2653818"/>
                <a:gd name="csY0" fmla="*/ 0 h 923486"/>
                <a:gd name="csX1" fmla="*/ 0 w 2653818"/>
                <a:gd name="csY1" fmla="*/ 171971 h 923486"/>
                <a:gd name="csX2" fmla="*/ 2653819 w 2653818"/>
                <a:gd name="csY2" fmla="*/ 923487 h 923486"/>
                <a:gd name="csX3" fmla="*/ 54840 w 2653818"/>
                <a:gd name="csY3" fmla="*/ 0 h 9234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6">
                  <a:moveTo>
                    <a:pt x="54840" y="0"/>
                  </a:moveTo>
                  <a:cubicBezTo>
                    <a:pt x="34687" y="56916"/>
                    <a:pt x="16366" y="114199"/>
                    <a:pt x="0" y="171971"/>
                  </a:cubicBezTo>
                  <a:lnTo>
                    <a:pt x="2653819" y="923487"/>
                  </a:lnTo>
                  <a:lnTo>
                    <a:pt x="5484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3714C00E-6CDF-39F3-5304-8CC2B258F138}"/>
                </a:ext>
              </a:extLst>
            </p:cNvPr>
            <p:cNvSpPr/>
            <p:nvPr/>
          </p:nvSpPr>
          <p:spPr>
            <a:xfrm>
              <a:off x="-952145" y="2158104"/>
              <a:ext cx="2533146" cy="1254725"/>
            </a:xfrm>
            <a:custGeom>
              <a:avLst/>
              <a:gdLst>
                <a:gd name="csX0" fmla="*/ 77069 w 2533146"/>
                <a:gd name="csY0" fmla="*/ 0 h 1254725"/>
                <a:gd name="csX1" fmla="*/ 0 w 2533146"/>
                <a:gd name="csY1" fmla="*/ 163177 h 1254725"/>
                <a:gd name="csX2" fmla="*/ 2533146 w 2533146"/>
                <a:gd name="csY2" fmla="*/ 1254726 h 1254725"/>
                <a:gd name="csX3" fmla="*/ 77191 w 2533146"/>
                <a:gd name="csY3" fmla="*/ 0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77069" y="0"/>
                  </a:moveTo>
                  <a:cubicBezTo>
                    <a:pt x="49588" y="53741"/>
                    <a:pt x="23695" y="108214"/>
                    <a:pt x="0" y="163177"/>
                  </a:cubicBezTo>
                  <a:lnTo>
                    <a:pt x="2533146" y="1254726"/>
                  </a:lnTo>
                  <a:lnTo>
                    <a:pt x="7719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8C2C9211-4FC2-4F86-2328-6A3020D8EFD6}"/>
                </a:ext>
              </a:extLst>
            </p:cNvPr>
            <p:cNvSpPr/>
            <p:nvPr/>
          </p:nvSpPr>
          <p:spPr>
            <a:xfrm>
              <a:off x="-1017978" y="2321281"/>
              <a:ext cx="2598978" cy="1091549"/>
            </a:xfrm>
            <a:custGeom>
              <a:avLst/>
              <a:gdLst>
                <a:gd name="csX0" fmla="*/ 65832 w 2598978"/>
                <a:gd name="csY0" fmla="*/ 0 h 1091549"/>
                <a:gd name="csX1" fmla="*/ 0 w 2598978"/>
                <a:gd name="csY1" fmla="*/ 168062 h 1091549"/>
                <a:gd name="csX2" fmla="*/ 2598979 w 2598978"/>
                <a:gd name="csY2" fmla="*/ 1091549 h 1091549"/>
                <a:gd name="csX3" fmla="*/ 65832 w 2598978"/>
                <a:gd name="csY3" fmla="*/ 0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65832" y="0"/>
                  </a:moveTo>
                  <a:cubicBezTo>
                    <a:pt x="41893" y="55451"/>
                    <a:pt x="20031" y="111512"/>
                    <a:pt x="0" y="168062"/>
                  </a:cubicBezTo>
                  <a:lnTo>
                    <a:pt x="2598979" y="1091549"/>
                  </a:lnTo>
                  <a:lnTo>
                    <a:pt x="658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3BFBE30-ED4E-49C7-0C35-1ECF92F0F185}"/>
                </a:ext>
              </a:extLst>
            </p:cNvPr>
            <p:cNvSpPr/>
            <p:nvPr/>
          </p:nvSpPr>
          <p:spPr>
            <a:xfrm>
              <a:off x="-396050" y="3412952"/>
              <a:ext cx="1977051" cy="2047036"/>
            </a:xfrm>
            <a:custGeom>
              <a:avLst/>
              <a:gdLst>
                <a:gd name="csX0" fmla="*/ 0 w 1977051"/>
                <a:gd name="csY0" fmla="*/ 1921722 h 2047036"/>
                <a:gd name="csX1" fmla="*/ 129833 w 1977051"/>
                <a:gd name="csY1" fmla="*/ 2047036 h 2047036"/>
                <a:gd name="csX2" fmla="*/ 1977051 w 1977051"/>
                <a:gd name="csY2" fmla="*/ 0 h 2047036"/>
                <a:gd name="csX3" fmla="*/ 0 w 1977051"/>
                <a:gd name="csY3" fmla="*/ 1921845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0" y="1921722"/>
                  </a:moveTo>
                  <a:cubicBezTo>
                    <a:pt x="41649" y="1964471"/>
                    <a:pt x="84886" y="2006364"/>
                    <a:pt x="129833" y="2047036"/>
                  </a:cubicBezTo>
                  <a:lnTo>
                    <a:pt x="1977051" y="0"/>
                  </a:lnTo>
                  <a:lnTo>
                    <a:pt x="0" y="192184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7E9FFAFB-C7E7-7370-9371-03AEAE33F420}"/>
                </a:ext>
              </a:extLst>
            </p:cNvPr>
            <p:cNvSpPr/>
            <p:nvPr/>
          </p:nvSpPr>
          <p:spPr>
            <a:xfrm>
              <a:off x="-630555" y="3412830"/>
              <a:ext cx="2211434" cy="1788591"/>
            </a:xfrm>
            <a:custGeom>
              <a:avLst/>
              <a:gdLst>
                <a:gd name="csX0" fmla="*/ 122 w 2211434"/>
                <a:gd name="csY0" fmla="*/ 1647644 h 1788591"/>
                <a:gd name="csX1" fmla="*/ 112734 w 2211434"/>
                <a:gd name="csY1" fmla="*/ 1788592 h 1788591"/>
                <a:gd name="csX2" fmla="*/ 2211434 w 2211434"/>
                <a:gd name="csY2" fmla="*/ 0 h 1788591"/>
                <a:gd name="csX3" fmla="*/ 0 w 2211434"/>
                <a:gd name="csY3" fmla="*/ 1647644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122" y="1647644"/>
                  </a:moveTo>
                  <a:cubicBezTo>
                    <a:pt x="35909" y="1695645"/>
                    <a:pt x="73405" y="1742668"/>
                    <a:pt x="112734" y="1788592"/>
                  </a:cubicBezTo>
                  <a:lnTo>
                    <a:pt x="2211434" y="0"/>
                  </a:lnTo>
                  <a:lnTo>
                    <a:pt x="0" y="16476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43A280D1-1EE4-0FAE-3CF5-34257CD31193}"/>
                </a:ext>
              </a:extLst>
            </p:cNvPr>
            <p:cNvSpPr/>
            <p:nvPr/>
          </p:nvSpPr>
          <p:spPr>
            <a:xfrm>
              <a:off x="-733640" y="3412830"/>
              <a:ext cx="2314641" cy="1647644"/>
            </a:xfrm>
            <a:custGeom>
              <a:avLst/>
              <a:gdLst>
                <a:gd name="csX0" fmla="*/ 0 w 2314641"/>
                <a:gd name="csY0" fmla="*/ 1499613 h 1647644"/>
                <a:gd name="csX1" fmla="*/ 103207 w 2314641"/>
                <a:gd name="csY1" fmla="*/ 1647644 h 1647644"/>
                <a:gd name="csX2" fmla="*/ 2314641 w 2314641"/>
                <a:gd name="csY2" fmla="*/ 0 h 1647644"/>
                <a:gd name="csX3" fmla="*/ 0 w 2314641"/>
                <a:gd name="csY3" fmla="*/ 1499613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0" y="1499613"/>
                  </a:moveTo>
                  <a:cubicBezTo>
                    <a:pt x="32611" y="1549812"/>
                    <a:pt x="67054" y="1599278"/>
                    <a:pt x="103207" y="1647644"/>
                  </a:cubicBezTo>
                  <a:lnTo>
                    <a:pt x="2314641" y="0"/>
                  </a:lnTo>
                  <a:lnTo>
                    <a:pt x="0" y="1499613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B09791C5-6F19-735A-F1F5-9138B0B06AE3}"/>
                </a:ext>
              </a:extLst>
            </p:cNvPr>
            <p:cNvSpPr/>
            <p:nvPr/>
          </p:nvSpPr>
          <p:spPr>
            <a:xfrm>
              <a:off x="-266339" y="3412830"/>
              <a:ext cx="1847218" cy="2163434"/>
            </a:xfrm>
            <a:custGeom>
              <a:avLst/>
              <a:gdLst>
                <a:gd name="csX0" fmla="*/ 122 w 1847218"/>
                <a:gd name="csY0" fmla="*/ 2047036 h 2163434"/>
                <a:gd name="csX1" fmla="*/ 138016 w 1847218"/>
                <a:gd name="csY1" fmla="*/ 2163434 h 2163434"/>
                <a:gd name="csX2" fmla="*/ 1847218 w 1847218"/>
                <a:gd name="csY2" fmla="*/ 0 h 2163434"/>
                <a:gd name="csX3" fmla="*/ 0 w 1847218"/>
                <a:gd name="csY3" fmla="*/ 2047036 h 2163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4">
                  <a:moveTo>
                    <a:pt x="122" y="2047036"/>
                  </a:moveTo>
                  <a:cubicBezTo>
                    <a:pt x="45069" y="2087586"/>
                    <a:pt x="91237" y="2126304"/>
                    <a:pt x="138016" y="2163434"/>
                  </a:cubicBezTo>
                  <a:lnTo>
                    <a:pt x="1847218" y="0"/>
                  </a:lnTo>
                  <a:lnTo>
                    <a:pt x="0" y="20470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23F20B73-CD62-7ADA-BDBF-5ED43F3EBE2A}"/>
                </a:ext>
              </a:extLst>
            </p:cNvPr>
            <p:cNvSpPr/>
            <p:nvPr/>
          </p:nvSpPr>
          <p:spPr>
            <a:xfrm>
              <a:off x="-827076" y="3412708"/>
              <a:ext cx="2408076" cy="1499612"/>
            </a:xfrm>
            <a:custGeom>
              <a:avLst/>
              <a:gdLst>
                <a:gd name="csX0" fmla="*/ 0 w 2408076"/>
                <a:gd name="csY0" fmla="*/ 1345230 h 1499612"/>
                <a:gd name="csX1" fmla="*/ 93436 w 2408076"/>
                <a:gd name="csY1" fmla="*/ 1499613 h 1499612"/>
                <a:gd name="csX2" fmla="*/ 2408077 w 2408076"/>
                <a:gd name="csY2" fmla="*/ 0 h 1499612"/>
                <a:gd name="csX3" fmla="*/ 122 w 2408076"/>
                <a:gd name="csY3" fmla="*/ 1345230 h 1499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08076" h="1499612">
                  <a:moveTo>
                    <a:pt x="0" y="1345230"/>
                  </a:moveTo>
                  <a:cubicBezTo>
                    <a:pt x="29313" y="1397506"/>
                    <a:pt x="60458" y="1449048"/>
                    <a:pt x="93436" y="1499613"/>
                  </a:cubicBezTo>
                  <a:lnTo>
                    <a:pt x="2408077" y="0"/>
                  </a:lnTo>
                  <a:lnTo>
                    <a:pt x="122" y="134523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C94B6585-5E09-A7F6-0DE1-D24B0F7666FD}"/>
                </a:ext>
              </a:extLst>
            </p:cNvPr>
            <p:cNvSpPr/>
            <p:nvPr/>
          </p:nvSpPr>
          <p:spPr>
            <a:xfrm>
              <a:off x="-517822" y="3412708"/>
              <a:ext cx="2098822" cy="1921844"/>
            </a:xfrm>
            <a:custGeom>
              <a:avLst/>
              <a:gdLst>
                <a:gd name="csX0" fmla="*/ 0 w 2098822"/>
                <a:gd name="csY0" fmla="*/ 1788714 h 1921844"/>
                <a:gd name="csX1" fmla="*/ 121772 w 2098822"/>
                <a:gd name="csY1" fmla="*/ 1921845 h 1921844"/>
                <a:gd name="csX2" fmla="*/ 2098823 w 2098822"/>
                <a:gd name="csY2" fmla="*/ 0 h 1921844"/>
                <a:gd name="csX3" fmla="*/ 122 w 2098822"/>
                <a:gd name="csY3" fmla="*/ 1788592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0" y="1788714"/>
                  </a:moveTo>
                  <a:cubicBezTo>
                    <a:pt x="38840" y="1834150"/>
                    <a:pt x="79512" y="1878486"/>
                    <a:pt x="121772" y="1921845"/>
                  </a:cubicBezTo>
                  <a:lnTo>
                    <a:pt x="2098823" y="0"/>
                  </a:lnTo>
                  <a:lnTo>
                    <a:pt x="122" y="178859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DC606ACA-C5C0-76C9-8870-498070998B86}"/>
                </a:ext>
              </a:extLst>
            </p:cNvPr>
            <p:cNvSpPr/>
            <p:nvPr/>
          </p:nvSpPr>
          <p:spPr>
            <a:xfrm>
              <a:off x="-1043138" y="3412708"/>
              <a:ext cx="2624017" cy="1019365"/>
            </a:xfrm>
            <a:custGeom>
              <a:avLst/>
              <a:gdLst>
                <a:gd name="csX0" fmla="*/ 0 w 2624017"/>
                <a:gd name="csY0" fmla="*/ 849594 h 1019365"/>
                <a:gd name="csX1" fmla="*/ 61191 w 2624017"/>
                <a:gd name="csY1" fmla="*/ 1019366 h 1019365"/>
                <a:gd name="csX2" fmla="*/ 2624017 w 2624017"/>
                <a:gd name="csY2" fmla="*/ 0 h 1019365"/>
                <a:gd name="csX3" fmla="*/ 0 w 2624017"/>
                <a:gd name="csY3" fmla="*/ 849471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0" y="849594"/>
                  </a:moveTo>
                  <a:cubicBezTo>
                    <a:pt x="18443" y="906754"/>
                    <a:pt x="38962" y="963304"/>
                    <a:pt x="61191" y="1019366"/>
                  </a:cubicBezTo>
                  <a:lnTo>
                    <a:pt x="2624017" y="0"/>
                  </a:lnTo>
                  <a:lnTo>
                    <a:pt x="0" y="84947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327912CE-E801-17C9-6D72-3F83103B1E98}"/>
                </a:ext>
              </a:extLst>
            </p:cNvPr>
            <p:cNvSpPr/>
            <p:nvPr/>
          </p:nvSpPr>
          <p:spPr>
            <a:xfrm>
              <a:off x="-1092848" y="3412830"/>
              <a:ext cx="2673849" cy="849471"/>
            </a:xfrm>
            <a:custGeom>
              <a:avLst/>
              <a:gdLst>
                <a:gd name="csX0" fmla="*/ 0 w 2673849"/>
                <a:gd name="csY0" fmla="*/ 676035 h 849471"/>
                <a:gd name="csX1" fmla="*/ 49832 w 2673849"/>
                <a:gd name="csY1" fmla="*/ 849471 h 849471"/>
                <a:gd name="csX2" fmla="*/ 2673850 w 2673849"/>
                <a:gd name="csY2" fmla="*/ 0 h 849471"/>
                <a:gd name="csX3" fmla="*/ 0 w 2673849"/>
                <a:gd name="csY3" fmla="*/ 676035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0" y="676035"/>
                  </a:moveTo>
                  <a:cubicBezTo>
                    <a:pt x="14657" y="734295"/>
                    <a:pt x="31267" y="792189"/>
                    <a:pt x="49832" y="849471"/>
                  </a:cubicBezTo>
                  <a:lnTo>
                    <a:pt x="2673850" y="0"/>
                  </a:lnTo>
                  <a:lnTo>
                    <a:pt x="0" y="67603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DB394814-B127-8CB6-3AEF-3953E524429C}"/>
                </a:ext>
              </a:extLst>
            </p:cNvPr>
            <p:cNvSpPr/>
            <p:nvPr/>
          </p:nvSpPr>
          <p:spPr>
            <a:xfrm>
              <a:off x="-1131200" y="3412830"/>
              <a:ext cx="2712200" cy="676035"/>
            </a:xfrm>
            <a:custGeom>
              <a:avLst/>
              <a:gdLst>
                <a:gd name="csX0" fmla="*/ 0 w 2712200"/>
                <a:gd name="csY0" fmla="*/ 499667 h 676035"/>
                <a:gd name="csX1" fmla="*/ 38351 w 2712200"/>
                <a:gd name="csY1" fmla="*/ 676035 h 676035"/>
                <a:gd name="csX2" fmla="*/ 2712201 w 2712200"/>
                <a:gd name="csY2" fmla="*/ 0 h 676035"/>
                <a:gd name="csX3" fmla="*/ 0 w 2712200"/>
                <a:gd name="csY3" fmla="*/ 499667 h 676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5">
                  <a:moveTo>
                    <a:pt x="0" y="499667"/>
                  </a:moveTo>
                  <a:cubicBezTo>
                    <a:pt x="10870" y="558782"/>
                    <a:pt x="23573" y="617653"/>
                    <a:pt x="38351" y="676035"/>
                  </a:cubicBezTo>
                  <a:lnTo>
                    <a:pt x="2712201" y="0"/>
                  </a:lnTo>
                  <a:lnTo>
                    <a:pt x="0" y="4996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3985B273-2B23-7E57-0700-9D22A9333609}"/>
                </a:ext>
              </a:extLst>
            </p:cNvPr>
            <p:cNvSpPr/>
            <p:nvPr/>
          </p:nvSpPr>
          <p:spPr>
            <a:xfrm>
              <a:off x="-909885" y="3412708"/>
              <a:ext cx="2490764" cy="1345230"/>
            </a:xfrm>
            <a:custGeom>
              <a:avLst/>
              <a:gdLst>
                <a:gd name="csX0" fmla="*/ 122 w 2490764"/>
                <a:gd name="csY0" fmla="*/ 1184863 h 1345230"/>
                <a:gd name="csX1" fmla="*/ 82810 w 2490764"/>
                <a:gd name="csY1" fmla="*/ 1345230 h 1345230"/>
                <a:gd name="csX2" fmla="*/ 2490764 w 2490764"/>
                <a:gd name="csY2" fmla="*/ 0 h 1345230"/>
                <a:gd name="csX3" fmla="*/ 0 w 2490764"/>
                <a:gd name="csY3" fmla="*/ 1184741 h 1345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90764" h="1345230">
                  <a:moveTo>
                    <a:pt x="122" y="1184863"/>
                  </a:moveTo>
                  <a:cubicBezTo>
                    <a:pt x="25893" y="1239092"/>
                    <a:pt x="53374" y="1292589"/>
                    <a:pt x="82810" y="1345230"/>
                  </a:cubicBezTo>
                  <a:lnTo>
                    <a:pt x="2490764" y="0"/>
                  </a:lnTo>
                  <a:lnTo>
                    <a:pt x="0" y="11847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E09BFCE-620C-DE92-3007-0A35BC5249CC}"/>
                </a:ext>
              </a:extLst>
            </p:cNvPr>
            <p:cNvSpPr/>
            <p:nvPr/>
          </p:nvSpPr>
          <p:spPr>
            <a:xfrm>
              <a:off x="-981825" y="3412830"/>
              <a:ext cx="2562825" cy="1184740"/>
            </a:xfrm>
            <a:custGeom>
              <a:avLst/>
              <a:gdLst>
                <a:gd name="csX0" fmla="*/ 0 w 2562825"/>
                <a:gd name="csY0" fmla="*/ 1019243 h 1184740"/>
                <a:gd name="csX1" fmla="*/ 72062 w 2562825"/>
                <a:gd name="csY1" fmla="*/ 1184741 h 1184740"/>
                <a:gd name="csX2" fmla="*/ 2562826 w 2562825"/>
                <a:gd name="csY2" fmla="*/ 0 h 1184740"/>
                <a:gd name="csX3" fmla="*/ 0 w 2562825"/>
                <a:gd name="csY3" fmla="*/ 1019365 h 1184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62825" h="1184740">
                  <a:moveTo>
                    <a:pt x="0" y="1019243"/>
                  </a:moveTo>
                  <a:cubicBezTo>
                    <a:pt x="22107" y="1075060"/>
                    <a:pt x="46168" y="1130267"/>
                    <a:pt x="72062" y="1184741"/>
                  </a:cubicBezTo>
                  <a:lnTo>
                    <a:pt x="2562826" y="0"/>
                  </a:lnTo>
                  <a:lnTo>
                    <a:pt x="0" y="101936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83AFF78B-9B5D-7CAF-47B5-23AC9A06F73A}"/>
                </a:ext>
              </a:extLst>
            </p:cNvPr>
            <p:cNvSpPr/>
            <p:nvPr/>
          </p:nvSpPr>
          <p:spPr>
            <a:xfrm>
              <a:off x="-1158070" y="3412830"/>
              <a:ext cx="2739071" cy="499667"/>
            </a:xfrm>
            <a:custGeom>
              <a:avLst/>
              <a:gdLst>
                <a:gd name="csX0" fmla="*/ 0 w 2739071"/>
                <a:gd name="csY0" fmla="*/ 321224 h 499667"/>
                <a:gd name="csX1" fmla="*/ 26870 w 2739071"/>
                <a:gd name="csY1" fmla="*/ 499667 h 499667"/>
                <a:gd name="csX2" fmla="*/ 2739071 w 2739071"/>
                <a:gd name="csY2" fmla="*/ 0 h 499667"/>
                <a:gd name="csX3" fmla="*/ 0 w 2739071"/>
                <a:gd name="csY3" fmla="*/ 32122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0" y="321224"/>
                  </a:moveTo>
                  <a:cubicBezTo>
                    <a:pt x="6962" y="380949"/>
                    <a:pt x="16000" y="440430"/>
                    <a:pt x="26870" y="499667"/>
                  </a:cubicBezTo>
                  <a:lnTo>
                    <a:pt x="2739071" y="0"/>
                  </a:lnTo>
                  <a:lnTo>
                    <a:pt x="0" y="32122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" name="Freeform 106">
            <a:extLst>
              <a:ext uri="{FF2B5EF4-FFF2-40B4-BE49-F238E27FC236}">
                <a16:creationId xmlns:a16="http://schemas.microsoft.com/office/drawing/2014/main" id="{5AB67C1F-2B20-A795-A36C-0E1EF71AF4F2}"/>
              </a:ext>
            </a:extLst>
          </p:cNvPr>
          <p:cNvSpPr/>
          <p:nvPr/>
        </p:nvSpPr>
        <p:spPr>
          <a:xfrm>
            <a:off x="-1264697" y="3132767"/>
            <a:ext cx="5591364" cy="3013637"/>
          </a:xfrm>
          <a:custGeom>
            <a:avLst/>
            <a:gdLst>
              <a:gd name="csX0" fmla="*/ 5591365 w 5591364"/>
              <a:gd name="csY0" fmla="*/ 0 h 3013637"/>
              <a:gd name="csX1" fmla="*/ 2805515 w 5591364"/>
              <a:gd name="csY1" fmla="*/ 3013638 h 3013637"/>
              <a:gd name="csX2" fmla="*/ 0 w 5591364"/>
              <a:gd name="csY2" fmla="*/ 39329 h 3013637"/>
              <a:gd name="csX3" fmla="*/ 2805759 w 5591364"/>
              <a:gd name="csY3" fmla="*/ 247208 h 3013637"/>
              <a:gd name="csX4" fmla="*/ 5591365 w 5591364"/>
              <a:gd name="csY4" fmla="*/ 122 h 3013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1364" h="3013637">
                <a:moveTo>
                  <a:pt x="5591365" y="0"/>
                </a:moveTo>
                <a:cubicBezTo>
                  <a:pt x="5579396" y="1961417"/>
                  <a:pt x="4185066" y="3013882"/>
                  <a:pt x="2805515" y="3013638"/>
                </a:cubicBezTo>
                <a:cubicBezTo>
                  <a:pt x="1425964" y="3013394"/>
                  <a:pt x="11481" y="1999647"/>
                  <a:pt x="0" y="39329"/>
                </a:cubicBezTo>
                <a:cubicBezTo>
                  <a:pt x="931792" y="245131"/>
                  <a:pt x="1886791" y="245864"/>
                  <a:pt x="2805759" y="247208"/>
                </a:cubicBezTo>
                <a:cubicBezTo>
                  <a:pt x="3724727" y="248551"/>
                  <a:pt x="4657374" y="210933"/>
                  <a:pt x="5591365" y="122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8" name="Graphic 5">
            <a:extLst>
              <a:ext uri="{FF2B5EF4-FFF2-40B4-BE49-F238E27FC236}">
                <a16:creationId xmlns:a16="http://schemas.microsoft.com/office/drawing/2014/main" id="{2A953D8B-C83A-F9D3-62DA-683E2BC5C361}"/>
              </a:ext>
            </a:extLst>
          </p:cNvPr>
          <p:cNvGrpSpPr/>
          <p:nvPr/>
        </p:nvGrpSpPr>
        <p:grpSpPr>
          <a:xfrm>
            <a:off x="-1616089" y="222580"/>
            <a:ext cx="6314544" cy="7714981"/>
            <a:chOff x="-1616089" y="222580"/>
            <a:chExt cx="6314544" cy="7714981"/>
          </a:xfrm>
        </p:grpSpPr>
        <p:grpSp>
          <p:nvGrpSpPr>
            <p:cNvPr id="109" name="Graphic 5">
              <a:extLst>
                <a:ext uri="{FF2B5EF4-FFF2-40B4-BE49-F238E27FC236}">
                  <a16:creationId xmlns:a16="http://schemas.microsoft.com/office/drawing/2014/main" id="{937C0E9F-E448-0FD2-3F86-AACB88592F80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  <a:solidFill>
              <a:srgbClr val="01253E"/>
            </a:solidFill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912279DE-B831-4958-E45C-09A240E9C136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0BD86E55-F59B-34A9-2E61-1845148AE986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2" name="Graphic 5">
                <a:extLst>
                  <a:ext uri="{FF2B5EF4-FFF2-40B4-BE49-F238E27FC236}">
                    <a16:creationId xmlns:a16="http://schemas.microsoft.com/office/drawing/2014/main" id="{78F7EB1C-AAFA-D448-5413-35B789165F06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53" cy="7546675"/>
                <a:chOff x="-1544393" y="356077"/>
                <a:chExt cx="6108253" cy="7546675"/>
              </a:xfrm>
              <a:solidFill>
                <a:srgbClr val="01253E"/>
              </a:solidFill>
            </p:grpSpPr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0514A333-0BE8-D96F-4E4B-472331CF6BE0}"/>
                    </a:ext>
                  </a:extLst>
                </p:cNvPr>
                <p:cNvSpPr/>
                <p:nvPr/>
              </p:nvSpPr>
              <p:spPr>
                <a:xfrm>
                  <a:off x="-680754" y="33449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278E2CB4-7AF0-14F0-B094-98A6E6659C7A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FACFE225-89EE-8B58-8686-8D0F1200CCBE}"/>
                    </a:ext>
                  </a:extLst>
                </p:cNvPr>
                <p:cNvSpPr/>
                <p:nvPr/>
              </p:nvSpPr>
              <p:spPr>
                <a:xfrm>
                  <a:off x="-95468" y="35806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B8246CFA-C8D8-30A9-7975-DBF8A8328EFA}"/>
                    </a:ext>
                  </a:extLst>
                </p:cNvPr>
                <p:cNvSpPr/>
                <p:nvPr/>
              </p:nvSpPr>
              <p:spPr>
                <a:xfrm>
                  <a:off x="-317882" y="3918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B6C33C75-8E78-16E1-869E-8CB4E1BBFDB9}"/>
                    </a:ext>
                  </a:extLst>
                </p:cNvPr>
                <p:cNvSpPr/>
                <p:nvPr/>
              </p:nvSpPr>
              <p:spPr>
                <a:xfrm>
                  <a:off x="-352813" y="37379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A0A47127-22DC-1733-1136-346BD7D3C73A}"/>
                    </a:ext>
                  </a:extLst>
                </p:cNvPr>
                <p:cNvSpPr/>
                <p:nvPr/>
              </p:nvSpPr>
              <p:spPr>
                <a:xfrm>
                  <a:off x="299160" y="39514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8F11F801-8C21-27D6-A758-4C21FD276C67}"/>
                    </a:ext>
                  </a:extLst>
                </p:cNvPr>
                <p:cNvSpPr/>
                <p:nvPr/>
              </p:nvSpPr>
              <p:spPr>
                <a:xfrm>
                  <a:off x="-67498" y="42232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34CC4ECD-0B4F-2317-961B-58ED895E945F}"/>
                    </a:ext>
                  </a:extLst>
                </p:cNvPr>
                <p:cNvSpPr/>
                <p:nvPr/>
              </p:nvSpPr>
              <p:spPr>
                <a:xfrm>
                  <a:off x="-173270" y="374138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834D9AD7-6B1E-B293-0AB1-B9620B734F35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1D29D812-30B2-1020-C651-7762405E9E71}"/>
                    </a:ext>
                  </a:extLst>
                </p:cNvPr>
                <p:cNvSpPr/>
                <p:nvPr/>
              </p:nvSpPr>
              <p:spPr>
                <a:xfrm>
                  <a:off x="-950557" y="3862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96F95723-A486-CB44-260E-9AF683782327}"/>
                    </a:ext>
                  </a:extLst>
                </p:cNvPr>
                <p:cNvSpPr/>
                <p:nvPr/>
              </p:nvSpPr>
              <p:spPr>
                <a:xfrm>
                  <a:off x="-1097123" y="38439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8788B219-3B14-B664-D544-2A9E3A7B1CDE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736F2082-096C-5AD5-AA83-CB1734A016B5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B4FA64BC-ED5C-E220-C6BD-EA47388CAB3D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F972FC7F-A070-2B5F-5DF1-6C2D270C216C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DCBC2E28-7E1C-B99A-C4F1-E4EFE85DF6F1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411F4CA5-DB61-671E-C862-F6473E99C5B2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11CBE009-569A-CF5B-9B8F-5846CFDC1D89}"/>
                    </a:ext>
                  </a:extLst>
                </p:cNvPr>
                <p:cNvSpPr/>
                <p:nvPr/>
              </p:nvSpPr>
              <p:spPr>
                <a:xfrm>
                  <a:off x="-433180" y="49350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3D5D748F-A989-6DBD-35E7-AF03FCAAED1A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6A51F0EC-2BDB-7242-1E8B-608B429E1B61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768ADC81-7871-7009-ACF2-06BD04210C3F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F0FEC5D1-3EA5-F405-8BF6-B97E82235DD3}"/>
                    </a:ext>
                  </a:extLst>
                </p:cNvPr>
                <p:cNvSpPr/>
                <p:nvPr/>
              </p:nvSpPr>
              <p:spPr>
                <a:xfrm>
                  <a:off x="741056" y="56207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4D463FE1-3170-BF2E-EC78-6A308BA6C35C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78C3E86D-D679-52B5-5240-50E519198D28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6B6D134A-BCA5-07BA-AE2F-A701BEA64A0E}"/>
                    </a:ext>
                  </a:extLst>
                </p:cNvPr>
                <p:cNvSpPr/>
                <p:nvPr/>
              </p:nvSpPr>
              <p:spPr>
                <a:xfrm>
                  <a:off x="-19620" y="53510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33C09792-F620-709A-7E2A-616157B412E8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061B704F-425D-574B-3F50-5C182E015056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EB0FF72A-8A2D-7998-1C8D-8273FBF44D56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0877C36E-3E7B-88CE-FB97-1461C321146F}"/>
                    </a:ext>
                  </a:extLst>
                </p:cNvPr>
                <p:cNvSpPr/>
                <p:nvPr/>
              </p:nvSpPr>
              <p:spPr>
                <a:xfrm>
                  <a:off x="-757701" y="50789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10A4F0EF-24BD-8E68-D188-E346ED2AC5AA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79FCA8B4-DE7F-E860-C67E-2DBB1B77B790}"/>
                    </a:ext>
                  </a:extLst>
                </p:cNvPr>
                <p:cNvSpPr/>
                <p:nvPr/>
              </p:nvSpPr>
              <p:spPr>
                <a:xfrm>
                  <a:off x="-1158925" y="43342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F0204FEE-40D5-6D38-4CCE-5B053B68E560}"/>
                    </a:ext>
                  </a:extLst>
                </p:cNvPr>
                <p:cNvSpPr/>
                <p:nvPr/>
              </p:nvSpPr>
              <p:spPr>
                <a:xfrm>
                  <a:off x="-733029" y="528374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C6761A19-2C5E-BF4C-D243-DA659F8F7D5E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687AE518-3D3C-5CCA-4F87-71FDBFDA371E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6F819A6B-F073-9E37-9ADB-6004736BAD38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2CB41EED-F36C-281E-4F62-2FDDAD4DE494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A7522D77-959A-45AD-DB93-3A4853159040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29F7E9F6-0861-EED4-0B3D-66A7425685A4}"/>
                    </a:ext>
                  </a:extLst>
                </p:cNvPr>
                <p:cNvSpPr/>
                <p:nvPr/>
              </p:nvSpPr>
              <p:spPr>
                <a:xfrm>
                  <a:off x="919988" y="65151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F13D0E46-61CE-72A8-F0D7-D1AC48589AF6}"/>
                    </a:ext>
                  </a:extLst>
                </p:cNvPr>
                <p:cNvSpPr/>
                <p:nvPr/>
              </p:nvSpPr>
              <p:spPr>
                <a:xfrm>
                  <a:off x="451832" y="61871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C67B84E2-F0B3-6315-AC5A-ACC598C0323C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B996E709-45C3-65D0-565E-BFB95302014D}"/>
                    </a:ext>
                  </a:extLst>
                </p:cNvPr>
                <p:cNvSpPr/>
                <p:nvPr/>
              </p:nvSpPr>
              <p:spPr>
                <a:xfrm>
                  <a:off x="120960" y="61773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83C09C2B-377E-260D-E039-938EBEFD6871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A15F898A-9D8B-DD57-3AB9-EAC337A35B1F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1CA0C76E-475B-90B6-8652-962BF6BDB037}"/>
                    </a:ext>
                  </a:extLst>
                </p:cNvPr>
                <p:cNvSpPr/>
                <p:nvPr/>
              </p:nvSpPr>
              <p:spPr>
                <a:xfrm>
                  <a:off x="-248263" y="542346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FBC7C71E-2C30-1D8D-4257-9AFD3B4BBC28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DF0B3E74-DB5A-D7DE-8E25-52CCF05C1826}"/>
                    </a:ext>
                  </a:extLst>
                </p:cNvPr>
                <p:cNvSpPr/>
                <p:nvPr/>
              </p:nvSpPr>
              <p:spPr>
                <a:xfrm>
                  <a:off x="-293332" y="563574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40521495-65D9-1750-CAB3-2B15E767C78F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7F450EF7-F749-1F05-81D3-B76839FB54E6}"/>
                    </a:ext>
                  </a:extLst>
                </p:cNvPr>
                <p:cNvSpPr/>
                <p:nvPr/>
              </p:nvSpPr>
              <p:spPr>
                <a:xfrm>
                  <a:off x="407252" y="38624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348D0B65-63CA-E1E4-0B11-7359A3CBF596}"/>
                    </a:ext>
                  </a:extLst>
                </p:cNvPr>
                <p:cNvSpPr/>
                <p:nvPr/>
              </p:nvSpPr>
              <p:spPr>
                <a:xfrm>
                  <a:off x="583864" y="357063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771D7A79-FDF6-F05E-8523-F01190C61CEE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5AE8F4C2-51BF-CE8F-22CC-B2F86E549D9C}"/>
                    </a:ext>
                  </a:extLst>
                </p:cNvPr>
                <p:cNvSpPr/>
                <p:nvPr/>
              </p:nvSpPr>
              <p:spPr>
                <a:xfrm>
                  <a:off x="562978" y="36842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188778CA-740C-1A99-F3EA-96027351947A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EFD76255-8DB2-6F66-756F-B5EEBA3CE3EC}"/>
                    </a:ext>
                  </a:extLst>
                </p:cNvPr>
                <p:cNvSpPr/>
                <p:nvPr/>
              </p:nvSpPr>
              <p:spPr>
                <a:xfrm>
                  <a:off x="988996" y="38108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999B9DE6-FE1C-6848-D0F7-CD409948F33F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FF4F1F8-CA7B-411B-F344-9C4D8B9E439D}"/>
                    </a:ext>
                  </a:extLst>
                </p:cNvPr>
                <p:cNvSpPr/>
                <p:nvPr/>
              </p:nvSpPr>
              <p:spPr>
                <a:xfrm>
                  <a:off x="263129" y="34781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C5100F33-5E9B-DE10-7F44-21852D6C19E9}"/>
                    </a:ext>
                  </a:extLst>
                </p:cNvPr>
                <p:cNvSpPr/>
                <p:nvPr/>
              </p:nvSpPr>
              <p:spPr>
                <a:xfrm>
                  <a:off x="-224690" y="40828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28F307AD-BC66-8FBF-FF11-CD271C25E0F5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E7D1EBC9-5E00-0999-9E35-5D3D67E17FCD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5993E308-6065-1C63-66A9-60AB7A189A47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AA0EE171-7738-45B3-FC32-6D5B99AF4A18}"/>
                    </a:ext>
                  </a:extLst>
                </p:cNvPr>
                <p:cNvSpPr/>
                <p:nvPr/>
              </p:nvSpPr>
              <p:spPr>
                <a:xfrm>
                  <a:off x="1301426" y="48470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2C14C02A-2312-832E-C4C7-F314EC420967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Oval 173">
                  <a:extLst>
                    <a:ext uri="{FF2B5EF4-FFF2-40B4-BE49-F238E27FC236}">
                      <a16:creationId xmlns:a16="http://schemas.microsoft.com/office/drawing/2014/main" id="{B3BC2728-8EDC-D37B-9E20-5160B2D61DDF}"/>
                    </a:ext>
                  </a:extLst>
                </p:cNvPr>
                <p:cNvSpPr/>
                <p:nvPr/>
              </p:nvSpPr>
              <p:spPr>
                <a:xfrm>
                  <a:off x="2650931" y="4728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39CC77C1-A9F8-DC54-B5E0-1407D8A07CD3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920EC68D-89F3-0B34-330D-07D7DFB3FD24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Oval 176">
                  <a:extLst>
                    <a:ext uri="{FF2B5EF4-FFF2-40B4-BE49-F238E27FC236}">
                      <a16:creationId xmlns:a16="http://schemas.microsoft.com/office/drawing/2014/main" id="{35411BAC-1083-E565-88C2-C7EA0EABAA41}"/>
                    </a:ext>
                  </a:extLst>
                </p:cNvPr>
                <p:cNvSpPr/>
                <p:nvPr/>
              </p:nvSpPr>
              <p:spPr>
                <a:xfrm>
                  <a:off x="2210012" y="40968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2081B9E8-5636-CA1D-D4C8-C514BEDBC8FF}"/>
                    </a:ext>
                  </a:extLst>
                </p:cNvPr>
                <p:cNvSpPr/>
                <p:nvPr/>
              </p:nvSpPr>
              <p:spPr>
                <a:xfrm>
                  <a:off x="2749985" y="3796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3DCDAFF1-F844-17D3-B3DB-2713FCB65AD1}"/>
                    </a:ext>
                  </a:extLst>
                </p:cNvPr>
                <p:cNvSpPr/>
                <p:nvPr/>
              </p:nvSpPr>
              <p:spPr>
                <a:xfrm>
                  <a:off x="2038163" y="4342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CD72C361-2289-8E00-5A95-DA6BC722B145}"/>
                    </a:ext>
                  </a:extLst>
                </p:cNvPr>
                <p:cNvSpPr/>
                <p:nvPr/>
              </p:nvSpPr>
              <p:spPr>
                <a:xfrm>
                  <a:off x="2441952" y="3503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A4CE2730-B854-BABA-DFCA-EDC3B4722A24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5BE0647F-A300-8CF4-9722-F9DD9589E5E4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DD875D4D-85A2-E5B1-9A40-E694869FE604}"/>
                    </a:ext>
                  </a:extLst>
                </p:cNvPr>
                <p:cNvSpPr/>
                <p:nvPr/>
              </p:nvSpPr>
              <p:spPr>
                <a:xfrm>
                  <a:off x="2087996" y="5131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2F04E8F7-59C9-51DC-F2FA-4D84701FD155}"/>
                    </a:ext>
                  </a:extLst>
                </p:cNvPr>
                <p:cNvSpPr/>
                <p:nvPr/>
              </p:nvSpPr>
              <p:spPr>
                <a:xfrm>
                  <a:off x="2898383" y="46356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BB64BD99-97BF-FEC1-F06B-86466AE33351}"/>
                    </a:ext>
                  </a:extLst>
                </p:cNvPr>
                <p:cNvSpPr/>
                <p:nvPr/>
              </p:nvSpPr>
              <p:spPr>
                <a:xfrm>
                  <a:off x="2202073" y="548930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61940B25-557F-5E73-095B-54F602BB2619}"/>
                    </a:ext>
                  </a:extLst>
                </p:cNvPr>
                <p:cNvSpPr/>
                <p:nvPr/>
              </p:nvSpPr>
              <p:spPr>
                <a:xfrm>
                  <a:off x="1848116" y="439701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32BC01B8-510B-7550-DC91-681180ACBB70}"/>
                    </a:ext>
                  </a:extLst>
                </p:cNvPr>
                <p:cNvSpPr/>
                <p:nvPr/>
              </p:nvSpPr>
              <p:spPr>
                <a:xfrm>
                  <a:off x="1679932" y="49976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BC307A1C-3680-5D0C-C341-90B487BD0E00}"/>
                    </a:ext>
                  </a:extLst>
                </p:cNvPr>
                <p:cNvSpPr/>
                <p:nvPr/>
              </p:nvSpPr>
              <p:spPr>
                <a:xfrm>
                  <a:off x="1232540" y="53097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FDDB0D34-8763-BFDC-3824-716BC889AAF4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32C944F3-11EC-F0CE-268E-C160E66EFC31}"/>
                    </a:ext>
                  </a:extLst>
                </p:cNvPr>
                <p:cNvSpPr/>
                <p:nvPr/>
              </p:nvSpPr>
              <p:spPr>
                <a:xfrm>
                  <a:off x="381359" y="45001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0179B962-9750-A9A0-E82D-01B6E956F54F}"/>
                    </a:ext>
                  </a:extLst>
                </p:cNvPr>
                <p:cNvSpPr/>
                <p:nvPr/>
              </p:nvSpPr>
              <p:spPr>
                <a:xfrm>
                  <a:off x="1444572" y="5067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D1EE9CEB-5349-EAC4-2BCB-52446489F049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EA9C1EF9-CAC6-976A-FDCC-A543F7E51DAA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C1355BE7-89BB-623B-BDCE-3A3165417726}"/>
                    </a:ext>
                  </a:extLst>
                </p:cNvPr>
                <p:cNvSpPr/>
                <p:nvPr/>
              </p:nvSpPr>
              <p:spPr>
                <a:xfrm>
                  <a:off x="1845551" y="66747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17BFA1D2-8140-AF6F-C08B-6B1A8A03383E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937EE0D3-53A2-5F69-4A57-0743B1443FEC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5A8BD948-84A8-63F5-EE5B-2592F7B4F627}"/>
                    </a:ext>
                  </a:extLst>
                </p:cNvPr>
                <p:cNvSpPr/>
                <p:nvPr/>
              </p:nvSpPr>
              <p:spPr>
                <a:xfrm>
                  <a:off x="914370" y="63987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FF361E0E-87B3-4BB5-C289-DD57055934B0}"/>
                    </a:ext>
                  </a:extLst>
                </p:cNvPr>
                <p:cNvSpPr/>
                <p:nvPr/>
              </p:nvSpPr>
              <p:spPr>
                <a:xfrm>
                  <a:off x="409695" y="72951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B48B0141-B91D-E827-F5E5-3BC37C8DF8D7}"/>
                    </a:ext>
                  </a:extLst>
                </p:cNvPr>
                <p:cNvSpPr/>
                <p:nvPr/>
              </p:nvSpPr>
              <p:spPr>
                <a:xfrm>
                  <a:off x="560413" y="64425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6C2C947B-526A-FE48-A557-9332D054255D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AB86B1E8-BBC9-7324-2466-99C053729810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24A25CAA-26C5-AB89-484F-1084FB667D5E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0F34C3ED-2F9E-53D1-0097-CBA19FC32EFD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1EBECFE9-1D38-B609-1663-6102287180C7}"/>
                    </a:ext>
                  </a:extLst>
                </p:cNvPr>
                <p:cNvSpPr/>
                <p:nvPr/>
              </p:nvSpPr>
              <p:spPr>
                <a:xfrm>
                  <a:off x="-360874" y="76173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1949203E-F2DB-664E-323D-2628869CE58F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72EB8483-719F-D2A9-7640-3000104D2C45}"/>
                    </a:ext>
                  </a:extLst>
                </p:cNvPr>
                <p:cNvSpPr/>
                <p:nvPr/>
              </p:nvSpPr>
              <p:spPr>
                <a:xfrm>
                  <a:off x="23494" y="71299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31A4D992-F349-22E6-B48F-73F60CA2667C}"/>
                    </a:ext>
                  </a:extLst>
                </p:cNvPr>
                <p:cNvSpPr/>
                <p:nvPr/>
              </p:nvSpPr>
              <p:spPr>
                <a:xfrm>
                  <a:off x="-237026" y="69228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50497465-48FB-6E6C-7167-D494D6F6BB0D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B258C3A0-15EF-7A5D-822C-AB32F80CD08E}"/>
                    </a:ext>
                  </a:extLst>
                </p:cNvPr>
                <p:cNvSpPr/>
                <p:nvPr/>
              </p:nvSpPr>
              <p:spPr>
                <a:xfrm>
                  <a:off x="-90949" y="7303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052496C4-D4E8-1115-78CF-FFB0ACF42108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Oval 210">
                  <a:extLst>
                    <a:ext uri="{FF2B5EF4-FFF2-40B4-BE49-F238E27FC236}">
                      <a16:creationId xmlns:a16="http://schemas.microsoft.com/office/drawing/2014/main" id="{FABF9B94-6C16-7352-2EEE-72E2A09E98A7}"/>
                    </a:ext>
                  </a:extLst>
                </p:cNvPr>
                <p:cNvSpPr/>
                <p:nvPr/>
              </p:nvSpPr>
              <p:spPr>
                <a:xfrm>
                  <a:off x="771712" y="77074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Oval 211">
                  <a:extLst>
                    <a:ext uri="{FF2B5EF4-FFF2-40B4-BE49-F238E27FC236}">
                      <a16:creationId xmlns:a16="http://schemas.microsoft.com/office/drawing/2014/main" id="{0F5DE841-1FAE-EC51-694F-CDBA8F81A1CF}"/>
                    </a:ext>
                  </a:extLst>
                </p:cNvPr>
                <p:cNvSpPr/>
                <p:nvPr/>
              </p:nvSpPr>
              <p:spPr>
                <a:xfrm>
                  <a:off x="469542" y="78080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4E882D83-587C-8C17-4A9A-5CB1AD0ED324}"/>
                    </a:ext>
                  </a:extLst>
                </p:cNvPr>
                <p:cNvSpPr/>
                <p:nvPr/>
              </p:nvSpPr>
              <p:spPr>
                <a:xfrm>
                  <a:off x="338977" y="75111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Oval 213">
                  <a:extLst>
                    <a:ext uri="{FF2B5EF4-FFF2-40B4-BE49-F238E27FC236}">
                      <a16:creationId xmlns:a16="http://schemas.microsoft.com/office/drawing/2014/main" id="{BC6D0DD1-643B-0F2F-4CDB-C4E208381181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15276776-92B4-6FF6-350A-047B04054BCD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id="{D65D2436-DDFA-59B9-1A38-64465031A4EF}"/>
                    </a:ext>
                  </a:extLst>
                </p:cNvPr>
                <p:cNvSpPr/>
                <p:nvPr/>
              </p:nvSpPr>
              <p:spPr>
                <a:xfrm>
                  <a:off x="929515" y="747197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10B6B077-1509-0E66-D429-B6129277AE72}"/>
                    </a:ext>
                  </a:extLst>
                </p:cNvPr>
                <p:cNvSpPr/>
                <p:nvPr/>
              </p:nvSpPr>
              <p:spPr>
                <a:xfrm>
                  <a:off x="1439808" y="70917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D80478E9-B1F3-B0C7-0103-A2785EA74E98}"/>
                    </a:ext>
                  </a:extLst>
                </p:cNvPr>
                <p:cNvSpPr/>
                <p:nvPr/>
              </p:nvSpPr>
              <p:spPr>
                <a:xfrm>
                  <a:off x="1948636" y="76362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F6C9F34C-EBE2-1888-2F14-DA53F64C2C5E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6A3136D0-69C3-8C48-1B1C-52EC50D7F785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770DEA27-BCE7-3DBB-D373-ACBDD64DB625}"/>
                    </a:ext>
                  </a:extLst>
                </p:cNvPr>
                <p:cNvSpPr/>
                <p:nvPr/>
              </p:nvSpPr>
              <p:spPr>
                <a:xfrm>
                  <a:off x="1776421" y="7635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D18178B4-540A-97FE-DA5F-BF32C805D6ED}"/>
                    </a:ext>
                  </a:extLst>
                </p:cNvPr>
                <p:cNvSpPr/>
                <p:nvPr/>
              </p:nvSpPr>
              <p:spPr>
                <a:xfrm>
                  <a:off x="1989552" y="72876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A3A5F6AA-D2A1-AB6A-B1EC-8AAD713433EF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D3D6A9E1-C1B3-6B7C-7E47-D2C20AD604DD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F6E343DA-301F-1482-E3F8-411E4CD8CCD7}"/>
                    </a:ext>
                  </a:extLst>
                </p:cNvPr>
                <p:cNvSpPr/>
                <p:nvPr/>
              </p:nvSpPr>
              <p:spPr>
                <a:xfrm>
                  <a:off x="3276156" y="7699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F68E0B60-4A5E-1489-7C3B-F7E858C3A728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18EC7F90-F5D4-18C8-C1B6-1762EAAC9C13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9DE25CC4-8FB6-CE5E-734B-8E29485CDF5C}"/>
                    </a:ext>
                  </a:extLst>
                </p:cNvPr>
                <p:cNvSpPr/>
                <p:nvPr/>
              </p:nvSpPr>
              <p:spPr>
                <a:xfrm>
                  <a:off x="2057705" y="77105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EDAE5697-40D6-55E4-EC21-437743F7BD74}"/>
                    </a:ext>
                  </a:extLst>
                </p:cNvPr>
                <p:cNvSpPr/>
                <p:nvPr/>
              </p:nvSpPr>
              <p:spPr>
                <a:xfrm>
                  <a:off x="1611412" y="7731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" name="Oval 229">
                  <a:extLst>
                    <a:ext uri="{FF2B5EF4-FFF2-40B4-BE49-F238E27FC236}">
                      <a16:creationId xmlns:a16="http://schemas.microsoft.com/office/drawing/2014/main" id="{25B011CE-B6D8-BD40-5777-4F05EB42BE76}"/>
                    </a:ext>
                  </a:extLst>
                </p:cNvPr>
                <p:cNvSpPr/>
                <p:nvPr/>
              </p:nvSpPr>
              <p:spPr>
                <a:xfrm>
                  <a:off x="740079" y="72543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1" name="Oval 230">
                  <a:extLst>
                    <a:ext uri="{FF2B5EF4-FFF2-40B4-BE49-F238E27FC236}">
                      <a16:creationId xmlns:a16="http://schemas.microsoft.com/office/drawing/2014/main" id="{45C448D0-D77B-3B6D-D7AC-5CC53F53C9E0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2" name="Oval 231">
                  <a:extLst>
                    <a:ext uri="{FF2B5EF4-FFF2-40B4-BE49-F238E27FC236}">
                      <a16:creationId xmlns:a16="http://schemas.microsoft.com/office/drawing/2014/main" id="{9C65CE62-1650-411F-998C-9CF839FB46F1}"/>
                    </a:ext>
                  </a:extLst>
                </p:cNvPr>
                <p:cNvSpPr/>
                <p:nvPr/>
              </p:nvSpPr>
              <p:spPr>
                <a:xfrm>
                  <a:off x="1236448" y="67484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3" name="Oval 232">
                  <a:extLst>
                    <a:ext uri="{FF2B5EF4-FFF2-40B4-BE49-F238E27FC236}">
                      <a16:creationId xmlns:a16="http://schemas.microsoft.com/office/drawing/2014/main" id="{FBA90B59-5C83-1373-17C6-E00CE85AD77F}"/>
                    </a:ext>
                  </a:extLst>
                </p:cNvPr>
                <p:cNvSpPr/>
                <p:nvPr/>
              </p:nvSpPr>
              <p:spPr>
                <a:xfrm>
                  <a:off x="1741123" y="6844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4" name="Oval 233">
                  <a:extLst>
                    <a:ext uri="{FF2B5EF4-FFF2-40B4-BE49-F238E27FC236}">
                      <a16:creationId xmlns:a16="http://schemas.microsoft.com/office/drawing/2014/main" id="{8686BCF8-2B71-F16B-EA3E-DF970824F841}"/>
                    </a:ext>
                  </a:extLst>
                </p:cNvPr>
                <p:cNvSpPr/>
                <p:nvPr/>
              </p:nvSpPr>
              <p:spPr>
                <a:xfrm>
                  <a:off x="1260876" y="682353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" name="Oval 234">
                  <a:extLst>
                    <a:ext uri="{FF2B5EF4-FFF2-40B4-BE49-F238E27FC236}">
                      <a16:creationId xmlns:a16="http://schemas.microsoft.com/office/drawing/2014/main" id="{42276C53-5C1A-4D20-43C2-553F5C5B5E64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" name="Oval 235">
                  <a:extLst>
                    <a:ext uri="{FF2B5EF4-FFF2-40B4-BE49-F238E27FC236}">
                      <a16:creationId xmlns:a16="http://schemas.microsoft.com/office/drawing/2014/main" id="{4739ED72-F2B7-A5D5-A705-6351FF4881D0}"/>
                    </a:ext>
                  </a:extLst>
                </p:cNvPr>
                <p:cNvSpPr/>
                <p:nvPr/>
              </p:nvSpPr>
              <p:spPr>
                <a:xfrm>
                  <a:off x="2274012" y="69914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63652BE6-87F9-1B76-686D-A9A607BA875C}"/>
                    </a:ext>
                  </a:extLst>
                </p:cNvPr>
                <p:cNvSpPr/>
                <p:nvPr/>
              </p:nvSpPr>
              <p:spPr>
                <a:xfrm>
                  <a:off x="1176723" y="57598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" name="Oval 237">
                  <a:extLst>
                    <a:ext uri="{FF2B5EF4-FFF2-40B4-BE49-F238E27FC236}">
                      <a16:creationId xmlns:a16="http://schemas.microsoft.com/office/drawing/2014/main" id="{7949892B-4571-41C4-59C4-46AB2FA1CAFE}"/>
                    </a:ext>
                  </a:extLst>
                </p:cNvPr>
                <p:cNvSpPr/>
                <p:nvPr/>
              </p:nvSpPr>
              <p:spPr>
                <a:xfrm>
                  <a:off x="2653862" y="623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" name="Oval 238">
                  <a:extLst>
                    <a:ext uri="{FF2B5EF4-FFF2-40B4-BE49-F238E27FC236}">
                      <a16:creationId xmlns:a16="http://schemas.microsoft.com/office/drawing/2014/main" id="{5CE89679-6EEA-3198-DB86-964A3C59D574}"/>
                    </a:ext>
                  </a:extLst>
                </p:cNvPr>
                <p:cNvSpPr/>
                <p:nvPr/>
              </p:nvSpPr>
              <p:spPr>
                <a:xfrm>
                  <a:off x="2245310" y="6663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0" name="Oval 239">
                  <a:extLst>
                    <a:ext uri="{FF2B5EF4-FFF2-40B4-BE49-F238E27FC236}">
                      <a16:creationId xmlns:a16="http://schemas.microsoft.com/office/drawing/2014/main" id="{3EF5AAF8-72B3-8266-4124-143313E2DF85}"/>
                    </a:ext>
                  </a:extLst>
                </p:cNvPr>
                <p:cNvSpPr/>
                <p:nvPr/>
              </p:nvSpPr>
              <p:spPr>
                <a:xfrm>
                  <a:off x="2446838" y="58169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id="{7BECBD83-D36A-880B-C422-A4ACFB2BCD6B}"/>
                    </a:ext>
                  </a:extLst>
                </p:cNvPr>
                <p:cNvSpPr/>
                <p:nvPr/>
              </p:nvSpPr>
              <p:spPr>
                <a:xfrm>
                  <a:off x="2094225" y="56892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id="{74AB98F9-97C9-10B0-948F-A7FD3AD2CD24}"/>
                    </a:ext>
                  </a:extLst>
                </p:cNvPr>
                <p:cNvSpPr/>
                <p:nvPr/>
              </p:nvSpPr>
              <p:spPr>
                <a:xfrm>
                  <a:off x="1541427" y="65418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" name="Oval 242">
                  <a:extLst>
                    <a:ext uri="{FF2B5EF4-FFF2-40B4-BE49-F238E27FC236}">
                      <a16:creationId xmlns:a16="http://schemas.microsoft.com/office/drawing/2014/main" id="{F1A5DAC0-7D39-20E0-E5E6-6177C7CE0D9D}"/>
                    </a:ext>
                  </a:extLst>
                </p:cNvPr>
                <p:cNvSpPr/>
                <p:nvPr/>
              </p:nvSpPr>
              <p:spPr>
                <a:xfrm>
                  <a:off x="2240546" y="52135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" name="Oval 243">
                  <a:extLst>
                    <a:ext uri="{FF2B5EF4-FFF2-40B4-BE49-F238E27FC236}">
                      <a16:creationId xmlns:a16="http://schemas.microsoft.com/office/drawing/2014/main" id="{0942A21A-70A0-942F-65DC-E53C0CEDEFF4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" name="Oval 244">
                  <a:extLst>
                    <a:ext uri="{FF2B5EF4-FFF2-40B4-BE49-F238E27FC236}">
                      <a16:creationId xmlns:a16="http://schemas.microsoft.com/office/drawing/2014/main" id="{9CF5BD02-4BB8-1FE0-FFEC-D9D82CD01C66}"/>
                    </a:ext>
                  </a:extLst>
                </p:cNvPr>
                <p:cNvSpPr/>
                <p:nvPr/>
              </p:nvSpPr>
              <p:spPr>
                <a:xfrm>
                  <a:off x="3402569" y="51377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941D2926-6A1C-83AD-3C42-4AF8BF413E3C}"/>
                    </a:ext>
                  </a:extLst>
                </p:cNvPr>
                <p:cNvSpPr/>
                <p:nvPr/>
              </p:nvSpPr>
              <p:spPr>
                <a:xfrm>
                  <a:off x="3682021" y="49187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7" name="Oval 246">
                  <a:extLst>
                    <a:ext uri="{FF2B5EF4-FFF2-40B4-BE49-F238E27FC236}">
                      <a16:creationId xmlns:a16="http://schemas.microsoft.com/office/drawing/2014/main" id="{58254740-AFFB-1528-ED13-11191494B85D}"/>
                    </a:ext>
                  </a:extLst>
                </p:cNvPr>
                <p:cNvSpPr/>
                <p:nvPr/>
              </p:nvSpPr>
              <p:spPr>
                <a:xfrm>
                  <a:off x="3748587" y="48799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AD3D2572-2DB8-0AC0-2087-F6E17BBD0A11}"/>
                    </a:ext>
                  </a:extLst>
                </p:cNvPr>
                <p:cNvSpPr/>
                <p:nvPr/>
              </p:nvSpPr>
              <p:spPr>
                <a:xfrm>
                  <a:off x="3036032" y="55420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9" name="Oval 248">
                  <a:extLst>
                    <a:ext uri="{FF2B5EF4-FFF2-40B4-BE49-F238E27FC236}">
                      <a16:creationId xmlns:a16="http://schemas.microsoft.com/office/drawing/2014/main" id="{F52C6086-B61B-B1F2-D88E-73B012099EFD}"/>
                    </a:ext>
                  </a:extLst>
                </p:cNvPr>
                <p:cNvSpPr/>
                <p:nvPr/>
              </p:nvSpPr>
              <p:spPr>
                <a:xfrm>
                  <a:off x="2685007" y="58860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DAF47CEC-C99E-FF4F-569B-9453EE054C98}"/>
                    </a:ext>
                  </a:extLst>
                </p:cNvPr>
                <p:cNvSpPr/>
                <p:nvPr/>
              </p:nvSpPr>
              <p:spPr>
                <a:xfrm>
                  <a:off x="3249530" y="48282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1" name="Oval 250">
                  <a:extLst>
                    <a:ext uri="{FF2B5EF4-FFF2-40B4-BE49-F238E27FC236}">
                      <a16:creationId xmlns:a16="http://schemas.microsoft.com/office/drawing/2014/main" id="{6E796367-8E17-5B3C-2569-2D32A2FDB8E6}"/>
                    </a:ext>
                  </a:extLst>
                </p:cNvPr>
                <p:cNvSpPr/>
                <p:nvPr/>
              </p:nvSpPr>
              <p:spPr>
                <a:xfrm>
                  <a:off x="3395730" y="47887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2" name="Oval 251">
                  <a:extLst>
                    <a:ext uri="{FF2B5EF4-FFF2-40B4-BE49-F238E27FC236}">
                      <a16:creationId xmlns:a16="http://schemas.microsoft.com/office/drawing/2014/main" id="{2EDAD72A-85CC-C7CB-4705-93B07ADF715D}"/>
                    </a:ext>
                  </a:extLst>
                </p:cNvPr>
                <p:cNvSpPr/>
                <p:nvPr/>
              </p:nvSpPr>
              <p:spPr>
                <a:xfrm>
                  <a:off x="2535754" y="56577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59232A0F-145C-DA77-FA99-7BA2EB959874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4F6ED83B-5CBE-B4AD-A44E-A766BFB9AD9E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3AA22CD4-A15A-5EBC-FC14-D000BCF21342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" name="Oval 255">
                  <a:extLst>
                    <a:ext uri="{FF2B5EF4-FFF2-40B4-BE49-F238E27FC236}">
                      <a16:creationId xmlns:a16="http://schemas.microsoft.com/office/drawing/2014/main" id="{9EE17F96-5A24-8662-8A4B-4CFA2E19D6F2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Oval 256">
                  <a:extLst>
                    <a:ext uri="{FF2B5EF4-FFF2-40B4-BE49-F238E27FC236}">
                      <a16:creationId xmlns:a16="http://schemas.microsoft.com/office/drawing/2014/main" id="{C7829DE5-BCF4-D5BA-AA9A-17FFEE233F59}"/>
                    </a:ext>
                  </a:extLst>
                </p:cNvPr>
                <p:cNvSpPr/>
                <p:nvPr/>
              </p:nvSpPr>
              <p:spPr>
                <a:xfrm>
                  <a:off x="2333982" y="59551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" name="Oval 257">
                  <a:extLst>
                    <a:ext uri="{FF2B5EF4-FFF2-40B4-BE49-F238E27FC236}">
                      <a16:creationId xmlns:a16="http://schemas.microsoft.com/office/drawing/2014/main" id="{C4733A8A-591A-904C-149E-8DFF809F5E04}"/>
                    </a:ext>
                  </a:extLst>
                </p:cNvPr>
                <p:cNvSpPr/>
                <p:nvPr/>
              </p:nvSpPr>
              <p:spPr>
                <a:xfrm>
                  <a:off x="1956697" y="59624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" name="Oval 258">
                  <a:extLst>
                    <a:ext uri="{FF2B5EF4-FFF2-40B4-BE49-F238E27FC236}">
                      <a16:creationId xmlns:a16="http://schemas.microsoft.com/office/drawing/2014/main" id="{66C1A687-7853-838B-B403-D9E6209B324E}"/>
                    </a:ext>
                  </a:extLst>
                </p:cNvPr>
                <p:cNvSpPr/>
                <p:nvPr/>
              </p:nvSpPr>
              <p:spPr>
                <a:xfrm>
                  <a:off x="2575083" y="48197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F3DA143D-F1D5-C02D-48FF-45CB6EF0A706}"/>
                    </a:ext>
                  </a:extLst>
                </p:cNvPr>
                <p:cNvSpPr/>
                <p:nvPr/>
              </p:nvSpPr>
              <p:spPr>
                <a:xfrm>
                  <a:off x="1387900" y="60251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1" name="Oval 260">
                  <a:extLst>
                    <a:ext uri="{FF2B5EF4-FFF2-40B4-BE49-F238E27FC236}">
                      <a16:creationId xmlns:a16="http://schemas.microsoft.com/office/drawing/2014/main" id="{7282C9BA-83EA-820C-F411-B448F4C82D5C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2" name="Oval 261">
                  <a:extLst>
                    <a:ext uri="{FF2B5EF4-FFF2-40B4-BE49-F238E27FC236}">
                      <a16:creationId xmlns:a16="http://schemas.microsoft.com/office/drawing/2014/main" id="{2B07C432-58C2-E969-B50C-A79837600B65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B0A43FC5-5D1D-05A9-4CBD-2736C657C012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id="{EB0546B8-E805-A5A9-EF5B-6058A304217C}"/>
                    </a:ext>
                  </a:extLst>
                </p:cNvPr>
                <p:cNvSpPr/>
                <p:nvPr/>
              </p:nvSpPr>
              <p:spPr>
                <a:xfrm>
                  <a:off x="3465470" y="36784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5" name="Oval 264">
                  <a:extLst>
                    <a:ext uri="{FF2B5EF4-FFF2-40B4-BE49-F238E27FC236}">
                      <a16:creationId xmlns:a16="http://schemas.microsoft.com/office/drawing/2014/main" id="{F65BA748-D2AE-6995-60FA-CA8CB77D5F7E}"/>
                    </a:ext>
                  </a:extLst>
                </p:cNvPr>
                <p:cNvSpPr/>
                <p:nvPr/>
              </p:nvSpPr>
              <p:spPr>
                <a:xfrm>
                  <a:off x="3311821" y="35297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" name="Oval 265">
                  <a:extLst>
                    <a:ext uri="{FF2B5EF4-FFF2-40B4-BE49-F238E27FC236}">
                      <a16:creationId xmlns:a16="http://schemas.microsoft.com/office/drawing/2014/main" id="{EE9E18B7-73AC-20AC-2ADD-2ABC609CEA52}"/>
                    </a:ext>
                  </a:extLst>
                </p:cNvPr>
                <p:cNvSpPr/>
                <p:nvPr/>
              </p:nvSpPr>
              <p:spPr>
                <a:xfrm>
                  <a:off x="3055208" y="36444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" name="Oval 266">
                  <a:extLst>
                    <a:ext uri="{FF2B5EF4-FFF2-40B4-BE49-F238E27FC236}">
                      <a16:creationId xmlns:a16="http://schemas.microsoft.com/office/drawing/2014/main" id="{751BC6D9-4665-268C-A3E4-E54F6CFA938D}"/>
                    </a:ext>
                  </a:extLst>
                </p:cNvPr>
                <p:cNvSpPr/>
                <p:nvPr/>
              </p:nvSpPr>
              <p:spPr>
                <a:xfrm>
                  <a:off x="3226080" y="36943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" name="Oval 267">
                  <a:extLst>
                    <a:ext uri="{FF2B5EF4-FFF2-40B4-BE49-F238E27FC236}">
                      <a16:creationId xmlns:a16="http://schemas.microsoft.com/office/drawing/2014/main" id="{C26EEFF8-DE3E-5593-4A9A-383A4B7BE893}"/>
                    </a:ext>
                  </a:extLst>
                </p:cNvPr>
                <p:cNvSpPr/>
                <p:nvPr/>
              </p:nvSpPr>
              <p:spPr>
                <a:xfrm>
                  <a:off x="3553776" y="34450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1ADF4B72-8AD6-269A-FE39-D9DAF0EB9E2B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ED479578-F9B1-4AA0-2C61-27E2516E0E0F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3F5DF020-E6DF-0160-D526-9223D92D8C9A}"/>
                    </a:ext>
                  </a:extLst>
                </p:cNvPr>
                <p:cNvSpPr/>
                <p:nvPr/>
              </p:nvSpPr>
              <p:spPr>
                <a:xfrm>
                  <a:off x="1654649" y="400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" name="Oval 271">
                  <a:extLst>
                    <a:ext uri="{FF2B5EF4-FFF2-40B4-BE49-F238E27FC236}">
                      <a16:creationId xmlns:a16="http://schemas.microsoft.com/office/drawing/2014/main" id="{8E7F6929-EE43-F48C-AAFD-5CB99FA7FBC1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A6DD4C1A-04FF-39BD-CC59-7A0380D55ECC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96CD869E-6DA8-876A-7D75-9F4CE52EE5A1}"/>
                    </a:ext>
                  </a:extLst>
                </p:cNvPr>
                <p:cNvSpPr/>
                <p:nvPr/>
              </p:nvSpPr>
              <p:spPr>
                <a:xfrm>
                  <a:off x="4016436" y="402388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5" name="Oval 274">
                  <a:extLst>
                    <a:ext uri="{FF2B5EF4-FFF2-40B4-BE49-F238E27FC236}">
                      <a16:creationId xmlns:a16="http://schemas.microsoft.com/office/drawing/2014/main" id="{0DB6125F-E465-CA32-FB69-C4938078B1C5}"/>
                    </a:ext>
                  </a:extLst>
                </p:cNvPr>
                <p:cNvSpPr/>
                <p:nvPr/>
              </p:nvSpPr>
              <p:spPr>
                <a:xfrm>
                  <a:off x="4478851" y="35708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6" name="Oval 275">
                  <a:extLst>
                    <a:ext uri="{FF2B5EF4-FFF2-40B4-BE49-F238E27FC236}">
                      <a16:creationId xmlns:a16="http://schemas.microsoft.com/office/drawing/2014/main" id="{F29ECAEA-58EE-B868-F389-EACF6EBFCF61}"/>
                    </a:ext>
                  </a:extLst>
                </p:cNvPr>
                <p:cNvSpPr/>
                <p:nvPr/>
              </p:nvSpPr>
              <p:spPr>
                <a:xfrm>
                  <a:off x="4321171" y="44638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E357C8A3-13C6-B69C-691B-36E7D945A6F9}"/>
                    </a:ext>
                  </a:extLst>
                </p:cNvPr>
                <p:cNvSpPr/>
                <p:nvPr/>
              </p:nvSpPr>
              <p:spPr>
                <a:xfrm>
                  <a:off x="4122940" y="46688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41BF8267-D79C-9EC0-CFEF-329434038771}"/>
                    </a:ext>
                  </a:extLst>
                </p:cNvPr>
                <p:cNvSpPr/>
                <p:nvPr/>
              </p:nvSpPr>
              <p:spPr>
                <a:xfrm>
                  <a:off x="3885626" y="48887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9" name="Oval 278">
                  <a:extLst>
                    <a:ext uri="{FF2B5EF4-FFF2-40B4-BE49-F238E27FC236}">
                      <a16:creationId xmlns:a16="http://schemas.microsoft.com/office/drawing/2014/main" id="{1FDA0B5A-75AB-85C2-D831-45770605C3CC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" name="Oval 279">
                  <a:extLst>
                    <a:ext uri="{FF2B5EF4-FFF2-40B4-BE49-F238E27FC236}">
                      <a16:creationId xmlns:a16="http://schemas.microsoft.com/office/drawing/2014/main" id="{DBBCF88A-AEF2-BD85-9EFD-C2120C0A7A66}"/>
                    </a:ext>
                  </a:extLst>
                </p:cNvPr>
                <p:cNvSpPr/>
                <p:nvPr/>
              </p:nvSpPr>
              <p:spPr>
                <a:xfrm>
                  <a:off x="3599456" y="55247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1" name="Oval 280">
                  <a:extLst>
                    <a:ext uri="{FF2B5EF4-FFF2-40B4-BE49-F238E27FC236}">
                      <a16:creationId xmlns:a16="http://schemas.microsoft.com/office/drawing/2014/main" id="{39DBB15C-F0DC-EFCF-0291-43C0DB140825}"/>
                    </a:ext>
                  </a:extLst>
                </p:cNvPr>
                <p:cNvSpPr/>
                <p:nvPr/>
              </p:nvSpPr>
              <p:spPr>
                <a:xfrm>
                  <a:off x="3326355" y="562646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986A5FB3-45CA-45C7-6E1A-CC227C9969CD}"/>
                    </a:ext>
                  </a:extLst>
                </p:cNvPr>
                <p:cNvSpPr/>
                <p:nvPr/>
              </p:nvSpPr>
              <p:spPr>
                <a:xfrm>
                  <a:off x="3331729" y="5797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3" name="Oval 282">
                  <a:extLst>
                    <a:ext uri="{FF2B5EF4-FFF2-40B4-BE49-F238E27FC236}">
                      <a16:creationId xmlns:a16="http://schemas.microsoft.com/office/drawing/2014/main" id="{73C2E6B0-74B5-2A9C-D3BF-D125DF43F9BE}"/>
                    </a:ext>
                  </a:extLst>
                </p:cNvPr>
                <p:cNvSpPr/>
                <p:nvPr/>
              </p:nvSpPr>
              <p:spPr>
                <a:xfrm>
                  <a:off x="3038720" y="59338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4" name="Oval 283">
                  <a:extLst>
                    <a:ext uri="{FF2B5EF4-FFF2-40B4-BE49-F238E27FC236}">
                      <a16:creationId xmlns:a16="http://schemas.microsoft.com/office/drawing/2014/main" id="{0BA7D849-BD58-F0D7-5E95-26EE0584CE52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id="{78FF6CEF-88AA-5C25-2E81-AD9A89E4E3C9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" name="Oval 285">
                  <a:extLst>
                    <a:ext uri="{FF2B5EF4-FFF2-40B4-BE49-F238E27FC236}">
                      <a16:creationId xmlns:a16="http://schemas.microsoft.com/office/drawing/2014/main" id="{130E3700-795B-51DA-0B94-1B38EDDCC3CA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" name="Oval 286">
                  <a:extLst>
                    <a:ext uri="{FF2B5EF4-FFF2-40B4-BE49-F238E27FC236}">
                      <a16:creationId xmlns:a16="http://schemas.microsoft.com/office/drawing/2014/main" id="{F3E7D407-292B-9D9D-EDFB-75727A13C334}"/>
                    </a:ext>
                  </a:extLst>
                </p:cNvPr>
                <p:cNvSpPr/>
                <p:nvPr/>
              </p:nvSpPr>
              <p:spPr>
                <a:xfrm>
                  <a:off x="4440255" y="23336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784F5FBF-BFA2-9CD9-BCD6-248AAD937B6F}"/>
                    </a:ext>
                  </a:extLst>
                </p:cNvPr>
                <p:cNvSpPr/>
                <p:nvPr/>
              </p:nvSpPr>
              <p:spPr>
                <a:xfrm>
                  <a:off x="4247033" y="21223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51C8DC7F-9226-F6D3-BE41-C9FAF30D2698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F56A8079-D1BF-96B4-83C6-DE84AC1A9F9B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A67B91D8-42B3-A698-F970-320CCC57C02F}"/>
                    </a:ext>
                  </a:extLst>
                </p:cNvPr>
                <p:cNvSpPr/>
                <p:nvPr/>
              </p:nvSpPr>
              <p:spPr>
                <a:xfrm>
                  <a:off x="3947916" y="18015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7380C346-0857-1D0B-044B-50EC04EF688A}"/>
                    </a:ext>
                  </a:extLst>
                </p:cNvPr>
                <p:cNvSpPr/>
                <p:nvPr/>
              </p:nvSpPr>
              <p:spPr>
                <a:xfrm>
                  <a:off x="3653685" y="14659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674BB19C-D6FF-E0F7-019C-209D3FFD69D9}"/>
                    </a:ext>
                  </a:extLst>
                </p:cNvPr>
                <p:cNvSpPr/>
                <p:nvPr/>
              </p:nvSpPr>
              <p:spPr>
                <a:xfrm>
                  <a:off x="3903214" y="14523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2DC35377-7B66-3D1B-781C-FD4C991CBD42}"/>
                    </a:ext>
                  </a:extLst>
                </p:cNvPr>
                <p:cNvSpPr/>
                <p:nvPr/>
              </p:nvSpPr>
              <p:spPr>
                <a:xfrm>
                  <a:off x="3717686" y="124280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id="{1204067B-2A85-D09E-5281-B549DFA19B80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D1BD42B9-EDBE-6C5E-8B35-DED1D792B5A2}"/>
                    </a:ext>
                  </a:extLst>
                </p:cNvPr>
                <p:cNvSpPr/>
                <p:nvPr/>
              </p:nvSpPr>
              <p:spPr>
                <a:xfrm>
                  <a:off x="2800428" y="688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209790EA-12DA-BD38-7758-CCF42BC06C1B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E2F9BAAC-5209-4959-3B8F-D5ED1E7A63CB}"/>
                    </a:ext>
                  </a:extLst>
                </p:cNvPr>
                <p:cNvSpPr/>
                <p:nvPr/>
              </p:nvSpPr>
              <p:spPr>
                <a:xfrm>
                  <a:off x="1843109" y="41531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id="{949D1EF8-BF74-F0EA-1C74-13FEF6462975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A63386E6-3217-1FCB-DDE7-A1D6CEA1448C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1" name="Oval 300">
                  <a:extLst>
                    <a:ext uri="{FF2B5EF4-FFF2-40B4-BE49-F238E27FC236}">
                      <a16:creationId xmlns:a16="http://schemas.microsoft.com/office/drawing/2014/main" id="{96122473-AF27-13D0-163F-873C6D991E19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758A2F78-5F9A-8C14-EA67-DF4E2B0F9D98}"/>
                    </a:ext>
                  </a:extLst>
                </p:cNvPr>
                <p:cNvSpPr/>
                <p:nvPr/>
              </p:nvSpPr>
              <p:spPr>
                <a:xfrm>
                  <a:off x="80166" y="7160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3" name="Oval 302">
                  <a:extLst>
                    <a:ext uri="{FF2B5EF4-FFF2-40B4-BE49-F238E27FC236}">
                      <a16:creationId xmlns:a16="http://schemas.microsoft.com/office/drawing/2014/main" id="{02BE717F-C5DD-736C-797F-9D19D9DC6F78}"/>
                    </a:ext>
                  </a:extLst>
                </p:cNvPr>
                <p:cNvSpPr/>
                <p:nvPr/>
              </p:nvSpPr>
              <p:spPr>
                <a:xfrm>
                  <a:off x="397237" y="5543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AF866900-B558-258A-7904-A71DE732F6ED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90CDAA37-27AB-4BC7-2F6C-07A65DF66A41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2E0B3107-8F5D-3667-1839-167272B40117}"/>
                    </a:ext>
                  </a:extLst>
                </p:cNvPr>
                <p:cNvSpPr/>
                <p:nvPr/>
              </p:nvSpPr>
              <p:spPr>
                <a:xfrm>
                  <a:off x="-315927" y="11222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id="{C67D0253-7008-4415-063E-7DAB8A7FC963}"/>
                    </a:ext>
                  </a:extLst>
                </p:cNvPr>
                <p:cNvSpPr/>
                <p:nvPr/>
              </p:nvSpPr>
              <p:spPr>
                <a:xfrm>
                  <a:off x="-625059" y="14374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8" name="Oval 307">
                  <a:extLst>
                    <a:ext uri="{FF2B5EF4-FFF2-40B4-BE49-F238E27FC236}">
                      <a16:creationId xmlns:a16="http://schemas.microsoft.com/office/drawing/2014/main" id="{6181EA73-4DDC-0B42-BAF3-4392D7EC59A2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9" name="Oval 308">
                  <a:extLst>
                    <a:ext uri="{FF2B5EF4-FFF2-40B4-BE49-F238E27FC236}">
                      <a16:creationId xmlns:a16="http://schemas.microsoft.com/office/drawing/2014/main" id="{1DFEA2F9-3CF7-1BF6-FDF3-8832FE3E468C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" name="Oval 309">
                  <a:extLst>
                    <a:ext uri="{FF2B5EF4-FFF2-40B4-BE49-F238E27FC236}">
                      <a16:creationId xmlns:a16="http://schemas.microsoft.com/office/drawing/2014/main" id="{58618B6F-8FBB-A752-3BD0-6735E815F851}"/>
                    </a:ext>
                  </a:extLst>
                </p:cNvPr>
                <p:cNvSpPr/>
                <p:nvPr/>
              </p:nvSpPr>
              <p:spPr>
                <a:xfrm>
                  <a:off x="-1300728" y="23499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1" name="Oval 310">
                  <a:extLst>
                    <a:ext uri="{FF2B5EF4-FFF2-40B4-BE49-F238E27FC236}">
                      <a16:creationId xmlns:a16="http://schemas.microsoft.com/office/drawing/2014/main" id="{4E46BDD9-D9B5-646B-DF3E-1C2BB6357F92}"/>
                    </a:ext>
                  </a:extLst>
                </p:cNvPr>
                <p:cNvSpPr/>
                <p:nvPr/>
              </p:nvSpPr>
              <p:spPr>
                <a:xfrm>
                  <a:off x="-1308911" y="28060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2" name="Oval 311">
                  <a:extLst>
                    <a:ext uri="{FF2B5EF4-FFF2-40B4-BE49-F238E27FC236}">
                      <a16:creationId xmlns:a16="http://schemas.microsoft.com/office/drawing/2014/main" id="{E34A7411-1289-9472-FBF9-9A5C0588A100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5A06D7D2-DB3E-8254-F609-EBD91FF0C2C4}"/>
                    </a:ext>
                  </a:extLst>
                </p:cNvPr>
                <p:cNvSpPr/>
                <p:nvPr/>
              </p:nvSpPr>
              <p:spPr>
                <a:xfrm>
                  <a:off x="-1428240" y="34971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14" name="Graphic 5">
                <a:extLst>
                  <a:ext uri="{FF2B5EF4-FFF2-40B4-BE49-F238E27FC236}">
                    <a16:creationId xmlns:a16="http://schemas.microsoft.com/office/drawing/2014/main" id="{B4E16595-6184-D830-1101-E71B3556FBBF}"/>
                  </a:ext>
                </a:extLst>
              </p:cNvPr>
              <p:cNvGrpSpPr/>
              <p:nvPr/>
            </p:nvGrpSpPr>
            <p:grpSpPr>
              <a:xfrm>
                <a:off x="2454166" y="6616881"/>
                <a:ext cx="622049" cy="678599"/>
                <a:chOff x="2454166" y="6616881"/>
                <a:chExt cx="622049" cy="678599"/>
              </a:xfrm>
              <a:solidFill>
                <a:srgbClr val="01253E"/>
              </a:solidFill>
            </p:grpSpPr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94586DB9-8C5A-C804-EAA8-F624869FDADA}"/>
                    </a:ext>
                  </a:extLst>
                </p:cNvPr>
                <p:cNvSpPr/>
                <p:nvPr/>
              </p:nvSpPr>
              <p:spPr>
                <a:xfrm>
                  <a:off x="2454166" y="67978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id="{A115F59D-2035-0818-BAAB-3E56B4E33695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25D225C5-23B9-A2E2-C591-15BD33FF02A7}"/>
                    </a:ext>
                  </a:extLst>
                </p:cNvPr>
                <p:cNvSpPr/>
                <p:nvPr/>
              </p:nvSpPr>
              <p:spPr>
                <a:xfrm>
                  <a:off x="2689649" y="70635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8AC8A143-2F57-AB0A-9E9D-7F733E930E71}"/>
                    </a:ext>
                  </a:extLst>
                </p:cNvPr>
                <p:cNvSpPr/>
                <p:nvPr/>
              </p:nvSpPr>
              <p:spPr>
                <a:xfrm>
                  <a:off x="2749496" y="7182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31504125-C427-678B-699B-A64300AB0BCB}"/>
                    </a:ext>
                  </a:extLst>
                </p:cNvPr>
                <p:cNvSpPr/>
                <p:nvPr/>
              </p:nvSpPr>
              <p:spPr>
                <a:xfrm>
                  <a:off x="2854291" y="72659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F21FF172-CC1A-8DDA-6258-9F7D50457F73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id="{574967DA-EF64-81B6-A427-01977803F49E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22" name="Graphic 5">
              <a:extLst>
                <a:ext uri="{FF2B5EF4-FFF2-40B4-BE49-F238E27FC236}">
                  <a16:creationId xmlns:a16="http://schemas.microsoft.com/office/drawing/2014/main" id="{4F51DE6D-BDA5-D64D-8265-028C5490734E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</p:grpSpPr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7B6CAED3-9931-8B3B-58AB-D382023B7240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7660158F-E019-0E50-D028-5350669CB7E2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25" name="Graphic 5">
                <a:extLst>
                  <a:ext uri="{FF2B5EF4-FFF2-40B4-BE49-F238E27FC236}">
                    <a16:creationId xmlns:a16="http://schemas.microsoft.com/office/drawing/2014/main" id="{2EFFC4C7-E918-78FF-30B5-D6A5C864F02B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14" cy="7546636"/>
                <a:chOff x="-1544393" y="356077"/>
                <a:chExt cx="6108214" cy="7546636"/>
              </a:xfrm>
            </p:grpSpPr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243ED859-88B5-B60B-57E9-3A055642E037}"/>
                    </a:ext>
                  </a:extLst>
                </p:cNvPr>
                <p:cNvSpPr/>
                <p:nvPr/>
              </p:nvSpPr>
              <p:spPr>
                <a:xfrm>
                  <a:off x="-680876" y="33447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B108B38D-6A99-E445-0CD2-5BC535250BC7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E1F9E21B-5D70-F0B2-281C-F86D23E42799}"/>
                    </a:ext>
                  </a:extLst>
                </p:cNvPr>
                <p:cNvSpPr/>
                <p:nvPr/>
              </p:nvSpPr>
              <p:spPr>
                <a:xfrm>
                  <a:off x="-95468" y="35805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9" name="Oval 328">
                  <a:extLst>
                    <a:ext uri="{FF2B5EF4-FFF2-40B4-BE49-F238E27FC236}">
                      <a16:creationId xmlns:a16="http://schemas.microsoft.com/office/drawing/2014/main" id="{E427E48A-E20E-B449-817F-C5FE47B6D687}"/>
                    </a:ext>
                  </a:extLst>
                </p:cNvPr>
                <p:cNvSpPr/>
                <p:nvPr/>
              </p:nvSpPr>
              <p:spPr>
                <a:xfrm>
                  <a:off x="-318004" y="3918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0" name="Oval 329">
                  <a:extLst>
                    <a:ext uri="{FF2B5EF4-FFF2-40B4-BE49-F238E27FC236}">
                      <a16:creationId xmlns:a16="http://schemas.microsoft.com/office/drawing/2014/main" id="{648128D7-F696-14B4-7577-C7C17D21A4A2}"/>
                    </a:ext>
                  </a:extLst>
                </p:cNvPr>
                <p:cNvSpPr/>
                <p:nvPr/>
              </p:nvSpPr>
              <p:spPr>
                <a:xfrm>
                  <a:off x="-352935" y="37378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1" name="Oval 330">
                  <a:extLst>
                    <a:ext uri="{FF2B5EF4-FFF2-40B4-BE49-F238E27FC236}">
                      <a16:creationId xmlns:a16="http://schemas.microsoft.com/office/drawing/2014/main" id="{CDE333F6-3011-877D-A5CB-46C2D736C687}"/>
                    </a:ext>
                  </a:extLst>
                </p:cNvPr>
                <p:cNvSpPr/>
                <p:nvPr/>
              </p:nvSpPr>
              <p:spPr>
                <a:xfrm>
                  <a:off x="299038" y="395133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" name="Oval 331">
                  <a:extLst>
                    <a:ext uri="{FF2B5EF4-FFF2-40B4-BE49-F238E27FC236}">
                      <a16:creationId xmlns:a16="http://schemas.microsoft.com/office/drawing/2014/main" id="{1A677673-596F-D1BA-6D7A-A3D8F83C4DFF}"/>
                    </a:ext>
                  </a:extLst>
                </p:cNvPr>
                <p:cNvSpPr/>
                <p:nvPr/>
              </p:nvSpPr>
              <p:spPr>
                <a:xfrm>
                  <a:off x="-67620" y="422321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E9EF7A4A-A921-C421-00B2-7FAB3E340A5C}"/>
                    </a:ext>
                  </a:extLst>
                </p:cNvPr>
                <p:cNvSpPr/>
                <p:nvPr/>
              </p:nvSpPr>
              <p:spPr>
                <a:xfrm>
                  <a:off x="-173270" y="37412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32E4A89C-212D-37B9-BF92-F48D419FC2CC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5" name="Oval 334">
                  <a:extLst>
                    <a:ext uri="{FF2B5EF4-FFF2-40B4-BE49-F238E27FC236}">
                      <a16:creationId xmlns:a16="http://schemas.microsoft.com/office/drawing/2014/main" id="{F1D26CBA-23DC-E003-B93A-C06BD9C70485}"/>
                    </a:ext>
                  </a:extLst>
                </p:cNvPr>
                <p:cNvSpPr/>
                <p:nvPr/>
              </p:nvSpPr>
              <p:spPr>
                <a:xfrm>
                  <a:off x="-950680" y="38622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3617EE68-DEFF-7A10-741D-C2481E9D852E}"/>
                    </a:ext>
                  </a:extLst>
                </p:cNvPr>
                <p:cNvSpPr/>
                <p:nvPr/>
              </p:nvSpPr>
              <p:spPr>
                <a:xfrm>
                  <a:off x="-1097245" y="38439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C469FC40-9CB1-031D-583A-C9745FF64EC0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F763D191-F66A-3863-073E-6CFB0CF6D25C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327542D7-F0F9-B23C-FEAC-813A9198FFF3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340DA1CF-89DE-1E0D-FA54-63A1E1360CED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BC19EF1D-9616-B2AF-5A14-EC9C9142AA8C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2" name="Oval 341">
                  <a:extLst>
                    <a:ext uri="{FF2B5EF4-FFF2-40B4-BE49-F238E27FC236}">
                      <a16:creationId xmlns:a16="http://schemas.microsoft.com/office/drawing/2014/main" id="{42747DAA-E6DD-17EB-60D9-1F903991AAB5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3" name="Oval 342">
                  <a:extLst>
                    <a:ext uri="{FF2B5EF4-FFF2-40B4-BE49-F238E27FC236}">
                      <a16:creationId xmlns:a16="http://schemas.microsoft.com/office/drawing/2014/main" id="{CB638EC4-8969-4B16-F312-C6154C983062}"/>
                    </a:ext>
                  </a:extLst>
                </p:cNvPr>
                <p:cNvSpPr/>
                <p:nvPr/>
              </p:nvSpPr>
              <p:spPr>
                <a:xfrm>
                  <a:off x="-433302" y="49350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4" name="Oval 343">
                  <a:extLst>
                    <a:ext uri="{FF2B5EF4-FFF2-40B4-BE49-F238E27FC236}">
                      <a16:creationId xmlns:a16="http://schemas.microsoft.com/office/drawing/2014/main" id="{B36785C4-4A3C-4C1B-5871-60A2B2F91FB1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id="{E80FC7FD-74DA-E3ED-C4CC-91DE2AD46C53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6" name="Oval 345">
                  <a:extLst>
                    <a:ext uri="{FF2B5EF4-FFF2-40B4-BE49-F238E27FC236}">
                      <a16:creationId xmlns:a16="http://schemas.microsoft.com/office/drawing/2014/main" id="{1A63FFC0-474D-1F3F-B029-954ED0F1B712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9223FA84-44EA-CD5F-E5D9-00D5D80534A7}"/>
                    </a:ext>
                  </a:extLst>
                </p:cNvPr>
                <p:cNvSpPr/>
                <p:nvPr/>
              </p:nvSpPr>
              <p:spPr>
                <a:xfrm>
                  <a:off x="740934" y="562060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562C44B5-3062-F049-9FA9-571113F29923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" name="Oval 348">
                  <a:extLst>
                    <a:ext uri="{FF2B5EF4-FFF2-40B4-BE49-F238E27FC236}">
                      <a16:creationId xmlns:a16="http://schemas.microsoft.com/office/drawing/2014/main" id="{20ED8DEC-BA49-76AC-DD99-6D6989B1EFE9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id="{420FB6D1-69F4-92B0-FAAE-812BAC9B94DE}"/>
                    </a:ext>
                  </a:extLst>
                </p:cNvPr>
                <p:cNvSpPr/>
                <p:nvPr/>
              </p:nvSpPr>
              <p:spPr>
                <a:xfrm>
                  <a:off x="-19620" y="53509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" name="Oval 350">
                  <a:extLst>
                    <a:ext uri="{FF2B5EF4-FFF2-40B4-BE49-F238E27FC236}">
                      <a16:creationId xmlns:a16="http://schemas.microsoft.com/office/drawing/2014/main" id="{366B6B8E-EA13-6ED4-CECE-D9EB6634566D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" name="Oval 351">
                  <a:extLst>
                    <a:ext uri="{FF2B5EF4-FFF2-40B4-BE49-F238E27FC236}">
                      <a16:creationId xmlns:a16="http://schemas.microsoft.com/office/drawing/2014/main" id="{D8B8F399-9734-52AE-D7E1-5879E69E0ABB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3" name="Oval 352">
                  <a:extLst>
                    <a:ext uri="{FF2B5EF4-FFF2-40B4-BE49-F238E27FC236}">
                      <a16:creationId xmlns:a16="http://schemas.microsoft.com/office/drawing/2014/main" id="{FC340088-B670-986E-A043-04ED8DAF6147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36CB9F77-BA03-6C71-981B-9F7732F4B091}"/>
                    </a:ext>
                  </a:extLst>
                </p:cNvPr>
                <p:cNvSpPr/>
                <p:nvPr/>
              </p:nvSpPr>
              <p:spPr>
                <a:xfrm>
                  <a:off x="-757823" y="5078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5" name="Oval 354">
                  <a:extLst>
                    <a:ext uri="{FF2B5EF4-FFF2-40B4-BE49-F238E27FC236}">
                      <a16:creationId xmlns:a16="http://schemas.microsoft.com/office/drawing/2014/main" id="{BF273410-5E52-83CC-69A3-03090C8FC869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3E0F1762-3CC4-11D4-2A44-E20DEC96D555}"/>
                    </a:ext>
                  </a:extLst>
                </p:cNvPr>
                <p:cNvSpPr/>
                <p:nvPr/>
              </p:nvSpPr>
              <p:spPr>
                <a:xfrm>
                  <a:off x="-1158925" y="43341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6452EFCB-0CF6-AAF7-C614-144AEFE5AE29}"/>
                    </a:ext>
                  </a:extLst>
                </p:cNvPr>
                <p:cNvSpPr/>
                <p:nvPr/>
              </p:nvSpPr>
              <p:spPr>
                <a:xfrm>
                  <a:off x="-733029" y="52836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" name="Oval 357">
                  <a:extLst>
                    <a:ext uri="{FF2B5EF4-FFF2-40B4-BE49-F238E27FC236}">
                      <a16:creationId xmlns:a16="http://schemas.microsoft.com/office/drawing/2014/main" id="{E1323C24-ECDD-68A1-6636-B972E38ABEF2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" name="Oval 358">
                  <a:extLst>
                    <a:ext uri="{FF2B5EF4-FFF2-40B4-BE49-F238E27FC236}">
                      <a16:creationId xmlns:a16="http://schemas.microsoft.com/office/drawing/2014/main" id="{510FECDF-9843-69BA-9EC8-1DC2152DB05A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0" name="Oval 359">
                  <a:extLst>
                    <a:ext uri="{FF2B5EF4-FFF2-40B4-BE49-F238E27FC236}">
                      <a16:creationId xmlns:a16="http://schemas.microsoft.com/office/drawing/2014/main" id="{F9438973-4506-B300-068D-5D4CF96F5976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5311626B-10B4-BCC0-9396-CA797CBA7BD1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2" name="Oval 361">
                  <a:extLst>
                    <a:ext uri="{FF2B5EF4-FFF2-40B4-BE49-F238E27FC236}">
                      <a16:creationId xmlns:a16="http://schemas.microsoft.com/office/drawing/2014/main" id="{EA2A3236-0DEB-A7DA-3FBE-F86FD2BC6FBD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AB148829-D81F-3BB4-234A-DD1235F47104}"/>
                    </a:ext>
                  </a:extLst>
                </p:cNvPr>
                <p:cNvSpPr/>
                <p:nvPr/>
              </p:nvSpPr>
              <p:spPr>
                <a:xfrm>
                  <a:off x="919988" y="65150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4" name="Oval 363">
                  <a:extLst>
                    <a:ext uri="{FF2B5EF4-FFF2-40B4-BE49-F238E27FC236}">
                      <a16:creationId xmlns:a16="http://schemas.microsoft.com/office/drawing/2014/main" id="{C628F63D-8883-AF9B-C473-6C37FB5D823F}"/>
                    </a:ext>
                  </a:extLst>
                </p:cNvPr>
                <p:cNvSpPr/>
                <p:nvPr/>
              </p:nvSpPr>
              <p:spPr>
                <a:xfrm>
                  <a:off x="451710" y="61871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5" name="Oval 364">
                  <a:extLst>
                    <a:ext uri="{FF2B5EF4-FFF2-40B4-BE49-F238E27FC236}">
                      <a16:creationId xmlns:a16="http://schemas.microsoft.com/office/drawing/2014/main" id="{C22B80CA-65A0-5BFE-8309-FEBB3099FAAE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2F0593F5-2503-1870-BAA5-7F081A1473A2}"/>
                    </a:ext>
                  </a:extLst>
                </p:cNvPr>
                <p:cNvSpPr/>
                <p:nvPr/>
              </p:nvSpPr>
              <p:spPr>
                <a:xfrm>
                  <a:off x="120960" y="61771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D4E02F27-9DD0-3C38-013F-7F4D11104832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C90994D5-F120-8EC2-A2A0-C43E48986A8C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F6E4B758-A236-4358-DBFF-F7EB6559060C}"/>
                    </a:ext>
                  </a:extLst>
                </p:cNvPr>
                <p:cNvSpPr/>
                <p:nvPr/>
              </p:nvSpPr>
              <p:spPr>
                <a:xfrm>
                  <a:off x="-248385" y="542346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" name="Oval 369">
                  <a:extLst>
                    <a:ext uri="{FF2B5EF4-FFF2-40B4-BE49-F238E27FC236}">
                      <a16:creationId xmlns:a16="http://schemas.microsoft.com/office/drawing/2014/main" id="{67826536-AB60-E2F3-4BEC-D228209F2F98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4C8BB699-92FF-64AA-F9B9-0219DB89AB59}"/>
                    </a:ext>
                  </a:extLst>
                </p:cNvPr>
                <p:cNvSpPr/>
                <p:nvPr/>
              </p:nvSpPr>
              <p:spPr>
                <a:xfrm>
                  <a:off x="-293454" y="563574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2" name="Oval 371">
                  <a:extLst>
                    <a:ext uri="{FF2B5EF4-FFF2-40B4-BE49-F238E27FC236}">
                      <a16:creationId xmlns:a16="http://schemas.microsoft.com/office/drawing/2014/main" id="{AB2D8866-0100-979F-411F-9B4830D42761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8E51CF44-4298-D1E3-0636-5779056837E4}"/>
                    </a:ext>
                  </a:extLst>
                </p:cNvPr>
                <p:cNvSpPr/>
                <p:nvPr/>
              </p:nvSpPr>
              <p:spPr>
                <a:xfrm>
                  <a:off x="407130" y="38624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4" name="Oval 373">
                  <a:extLst>
                    <a:ext uri="{FF2B5EF4-FFF2-40B4-BE49-F238E27FC236}">
                      <a16:creationId xmlns:a16="http://schemas.microsoft.com/office/drawing/2014/main" id="{C917CD4E-373E-3F89-A648-EA5B95BCB24E}"/>
                    </a:ext>
                  </a:extLst>
                </p:cNvPr>
                <p:cNvSpPr/>
                <p:nvPr/>
              </p:nvSpPr>
              <p:spPr>
                <a:xfrm>
                  <a:off x="583742" y="3570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099F9D98-96B0-8CA0-A292-01C09196B1AD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6" name="Oval 375">
                  <a:extLst>
                    <a:ext uri="{FF2B5EF4-FFF2-40B4-BE49-F238E27FC236}">
                      <a16:creationId xmlns:a16="http://schemas.microsoft.com/office/drawing/2014/main" id="{87B6865E-3E23-9D95-FA28-03F4DD13DFBB}"/>
                    </a:ext>
                  </a:extLst>
                </p:cNvPr>
                <p:cNvSpPr/>
                <p:nvPr/>
              </p:nvSpPr>
              <p:spPr>
                <a:xfrm>
                  <a:off x="562856" y="36842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1340F56D-A00C-13C8-BCF2-FA8EBF859A9D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68FAE269-78E1-ABC8-9929-4D7EFBA4AE4B}"/>
                    </a:ext>
                  </a:extLst>
                </p:cNvPr>
                <p:cNvSpPr/>
                <p:nvPr/>
              </p:nvSpPr>
              <p:spPr>
                <a:xfrm>
                  <a:off x="988874" y="38108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2F676CE1-EF68-494D-464D-8CEFA8875B1D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" name="Oval 379">
                  <a:extLst>
                    <a:ext uri="{FF2B5EF4-FFF2-40B4-BE49-F238E27FC236}">
                      <a16:creationId xmlns:a16="http://schemas.microsoft.com/office/drawing/2014/main" id="{4C767398-13B9-C36E-BCDA-2FFD5B48A681}"/>
                    </a:ext>
                  </a:extLst>
                </p:cNvPr>
                <p:cNvSpPr/>
                <p:nvPr/>
              </p:nvSpPr>
              <p:spPr>
                <a:xfrm>
                  <a:off x="263007" y="34781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" name="Oval 380">
                  <a:extLst>
                    <a:ext uri="{FF2B5EF4-FFF2-40B4-BE49-F238E27FC236}">
                      <a16:creationId xmlns:a16="http://schemas.microsoft.com/office/drawing/2014/main" id="{A50ED86A-542B-2EC5-F8F3-DE25D72225AF}"/>
                    </a:ext>
                  </a:extLst>
                </p:cNvPr>
                <p:cNvSpPr/>
                <p:nvPr/>
              </p:nvSpPr>
              <p:spPr>
                <a:xfrm>
                  <a:off x="-224812" y="40828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2" name="Oval 381">
                  <a:extLst>
                    <a:ext uri="{FF2B5EF4-FFF2-40B4-BE49-F238E27FC236}">
                      <a16:creationId xmlns:a16="http://schemas.microsoft.com/office/drawing/2014/main" id="{EB35461D-45A5-CBA6-6FA3-DC5A4ADDBF20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3" name="Oval 382">
                  <a:extLst>
                    <a:ext uri="{FF2B5EF4-FFF2-40B4-BE49-F238E27FC236}">
                      <a16:creationId xmlns:a16="http://schemas.microsoft.com/office/drawing/2014/main" id="{394427C6-7A67-0BA6-F887-8BD8CF21173F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A0F9FE90-1118-1290-8BA8-FAE6AF23899F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5" name="Oval 384">
                  <a:extLst>
                    <a:ext uri="{FF2B5EF4-FFF2-40B4-BE49-F238E27FC236}">
                      <a16:creationId xmlns:a16="http://schemas.microsoft.com/office/drawing/2014/main" id="{D9002EA2-24C7-BDC9-7B7E-97E862960C78}"/>
                    </a:ext>
                  </a:extLst>
                </p:cNvPr>
                <p:cNvSpPr/>
                <p:nvPr/>
              </p:nvSpPr>
              <p:spPr>
                <a:xfrm>
                  <a:off x="1301304" y="48470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E95FEC53-0A3F-DFDF-9FB7-365E808BC674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7" name="Oval 386">
                  <a:extLst>
                    <a:ext uri="{FF2B5EF4-FFF2-40B4-BE49-F238E27FC236}">
                      <a16:creationId xmlns:a16="http://schemas.microsoft.com/office/drawing/2014/main" id="{78960924-E897-0D0F-21D3-E93D2902013A}"/>
                    </a:ext>
                  </a:extLst>
                </p:cNvPr>
                <p:cNvSpPr/>
                <p:nvPr/>
              </p:nvSpPr>
              <p:spPr>
                <a:xfrm>
                  <a:off x="2650931" y="47283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13DF5EC9-946E-9DE6-A784-78719E9EBFAA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477A7DE0-9CC4-B82F-AF41-98B08B010B7B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91B21931-CE3E-1A22-0524-68650C0E271D}"/>
                    </a:ext>
                  </a:extLst>
                </p:cNvPr>
                <p:cNvSpPr/>
                <p:nvPr/>
              </p:nvSpPr>
              <p:spPr>
                <a:xfrm>
                  <a:off x="2209890" y="40966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03ACDE2B-FDD8-2ED2-B6FE-F22447A124A6}"/>
                    </a:ext>
                  </a:extLst>
                </p:cNvPr>
                <p:cNvSpPr/>
                <p:nvPr/>
              </p:nvSpPr>
              <p:spPr>
                <a:xfrm>
                  <a:off x="2749863" y="3796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" name="Oval 391">
                  <a:extLst>
                    <a:ext uri="{FF2B5EF4-FFF2-40B4-BE49-F238E27FC236}">
                      <a16:creationId xmlns:a16="http://schemas.microsoft.com/office/drawing/2014/main" id="{F2DF5C05-1614-7E50-DB3E-56601837DB83}"/>
                    </a:ext>
                  </a:extLst>
                </p:cNvPr>
                <p:cNvSpPr/>
                <p:nvPr/>
              </p:nvSpPr>
              <p:spPr>
                <a:xfrm>
                  <a:off x="2038041" y="4342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" name="Oval 392">
                  <a:extLst>
                    <a:ext uri="{FF2B5EF4-FFF2-40B4-BE49-F238E27FC236}">
                      <a16:creationId xmlns:a16="http://schemas.microsoft.com/office/drawing/2014/main" id="{925CFF91-3031-3760-E939-85BFB7231335}"/>
                    </a:ext>
                  </a:extLst>
                </p:cNvPr>
                <p:cNvSpPr/>
                <p:nvPr/>
              </p:nvSpPr>
              <p:spPr>
                <a:xfrm>
                  <a:off x="2441952" y="3503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" name="Oval 393">
                  <a:extLst>
                    <a:ext uri="{FF2B5EF4-FFF2-40B4-BE49-F238E27FC236}">
                      <a16:creationId xmlns:a16="http://schemas.microsoft.com/office/drawing/2014/main" id="{2ADB08FA-DF0F-8E2A-A767-353007879B05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9738DA0C-415B-4E1B-E4C6-2FDFA1841947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6" name="Oval 395">
                  <a:extLst>
                    <a:ext uri="{FF2B5EF4-FFF2-40B4-BE49-F238E27FC236}">
                      <a16:creationId xmlns:a16="http://schemas.microsoft.com/office/drawing/2014/main" id="{186F4733-F16D-483F-927F-CD64827CED12}"/>
                    </a:ext>
                  </a:extLst>
                </p:cNvPr>
                <p:cNvSpPr/>
                <p:nvPr/>
              </p:nvSpPr>
              <p:spPr>
                <a:xfrm>
                  <a:off x="2087874" y="5131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9E2D9B99-07B5-9F6E-6D87-2A33038F74E2}"/>
                    </a:ext>
                  </a:extLst>
                </p:cNvPr>
                <p:cNvSpPr/>
                <p:nvPr/>
              </p:nvSpPr>
              <p:spPr>
                <a:xfrm>
                  <a:off x="2898383" y="463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8" name="Oval 397">
                  <a:extLst>
                    <a:ext uri="{FF2B5EF4-FFF2-40B4-BE49-F238E27FC236}">
                      <a16:creationId xmlns:a16="http://schemas.microsoft.com/office/drawing/2014/main" id="{F2D922E6-BF00-566B-D8EC-8A6952906450}"/>
                    </a:ext>
                  </a:extLst>
                </p:cNvPr>
                <p:cNvSpPr/>
                <p:nvPr/>
              </p:nvSpPr>
              <p:spPr>
                <a:xfrm>
                  <a:off x="2202073" y="5489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" name="Oval 398">
                  <a:extLst>
                    <a:ext uri="{FF2B5EF4-FFF2-40B4-BE49-F238E27FC236}">
                      <a16:creationId xmlns:a16="http://schemas.microsoft.com/office/drawing/2014/main" id="{3730DB59-1203-42E6-DCDC-7754C47D72B0}"/>
                    </a:ext>
                  </a:extLst>
                </p:cNvPr>
                <p:cNvSpPr/>
                <p:nvPr/>
              </p:nvSpPr>
              <p:spPr>
                <a:xfrm>
                  <a:off x="1847994" y="43970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" name="Oval 399">
                  <a:extLst>
                    <a:ext uri="{FF2B5EF4-FFF2-40B4-BE49-F238E27FC236}">
                      <a16:creationId xmlns:a16="http://schemas.microsoft.com/office/drawing/2014/main" id="{1DE452DB-B408-6E60-87EA-2C71ED605904}"/>
                    </a:ext>
                  </a:extLst>
                </p:cNvPr>
                <p:cNvSpPr/>
                <p:nvPr/>
              </p:nvSpPr>
              <p:spPr>
                <a:xfrm>
                  <a:off x="1679810" y="49976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1" name="Oval 400">
                  <a:extLst>
                    <a:ext uri="{FF2B5EF4-FFF2-40B4-BE49-F238E27FC236}">
                      <a16:creationId xmlns:a16="http://schemas.microsoft.com/office/drawing/2014/main" id="{AC419949-C068-9E78-F4EC-355F2CA8E501}"/>
                    </a:ext>
                  </a:extLst>
                </p:cNvPr>
                <p:cNvSpPr/>
                <p:nvPr/>
              </p:nvSpPr>
              <p:spPr>
                <a:xfrm>
                  <a:off x="1232418" y="53097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2" name="Oval 401">
                  <a:extLst>
                    <a:ext uri="{FF2B5EF4-FFF2-40B4-BE49-F238E27FC236}">
                      <a16:creationId xmlns:a16="http://schemas.microsoft.com/office/drawing/2014/main" id="{E916008A-30AE-D5BC-60B2-4DEA6A89710C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" name="Oval 402">
                  <a:extLst>
                    <a:ext uri="{FF2B5EF4-FFF2-40B4-BE49-F238E27FC236}">
                      <a16:creationId xmlns:a16="http://schemas.microsoft.com/office/drawing/2014/main" id="{0D1C7D35-CA3F-19FA-F1B4-1B896F120590}"/>
                    </a:ext>
                  </a:extLst>
                </p:cNvPr>
                <p:cNvSpPr/>
                <p:nvPr/>
              </p:nvSpPr>
              <p:spPr>
                <a:xfrm>
                  <a:off x="381359" y="44999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4" name="Oval 403">
                  <a:extLst>
                    <a:ext uri="{FF2B5EF4-FFF2-40B4-BE49-F238E27FC236}">
                      <a16:creationId xmlns:a16="http://schemas.microsoft.com/office/drawing/2014/main" id="{22AF0DA6-2BA2-B89F-A058-056E924B2E2B}"/>
                    </a:ext>
                  </a:extLst>
                </p:cNvPr>
                <p:cNvSpPr/>
                <p:nvPr/>
              </p:nvSpPr>
              <p:spPr>
                <a:xfrm>
                  <a:off x="1444450" y="5067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5" name="Oval 404">
                  <a:extLst>
                    <a:ext uri="{FF2B5EF4-FFF2-40B4-BE49-F238E27FC236}">
                      <a16:creationId xmlns:a16="http://schemas.microsoft.com/office/drawing/2014/main" id="{E2D0CC3E-8DB7-4648-DF52-35AA5C78E9AD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6" name="Oval 405">
                  <a:extLst>
                    <a:ext uri="{FF2B5EF4-FFF2-40B4-BE49-F238E27FC236}">
                      <a16:creationId xmlns:a16="http://schemas.microsoft.com/office/drawing/2014/main" id="{B175859C-24F9-577E-282C-CE25CDC21639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08635E8C-4931-483B-26D4-E74B85CDE233}"/>
                    </a:ext>
                  </a:extLst>
                </p:cNvPr>
                <p:cNvSpPr/>
                <p:nvPr/>
              </p:nvSpPr>
              <p:spPr>
                <a:xfrm>
                  <a:off x="1845551" y="66746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8" name="Oval 407">
                  <a:extLst>
                    <a:ext uri="{FF2B5EF4-FFF2-40B4-BE49-F238E27FC236}">
                      <a16:creationId xmlns:a16="http://schemas.microsoft.com/office/drawing/2014/main" id="{3F567C65-77DE-092B-2489-748BF0CD505A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D0346F12-0430-8AA7-1DB9-AC97263AFEEE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" name="Oval 409">
                  <a:extLst>
                    <a:ext uri="{FF2B5EF4-FFF2-40B4-BE49-F238E27FC236}">
                      <a16:creationId xmlns:a16="http://schemas.microsoft.com/office/drawing/2014/main" id="{CCC365A5-6B18-BD1A-9CC2-2A0EF279BAFD}"/>
                    </a:ext>
                  </a:extLst>
                </p:cNvPr>
                <p:cNvSpPr/>
                <p:nvPr/>
              </p:nvSpPr>
              <p:spPr>
                <a:xfrm>
                  <a:off x="914248" y="63987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" name="Oval 410">
                  <a:extLst>
                    <a:ext uri="{FF2B5EF4-FFF2-40B4-BE49-F238E27FC236}">
                      <a16:creationId xmlns:a16="http://schemas.microsoft.com/office/drawing/2014/main" id="{1C072D7E-ED1C-3008-8F0F-41AE10304F42}"/>
                    </a:ext>
                  </a:extLst>
                </p:cNvPr>
                <p:cNvSpPr/>
                <p:nvPr/>
              </p:nvSpPr>
              <p:spPr>
                <a:xfrm>
                  <a:off x="409695" y="72949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" name="Oval 411">
                  <a:extLst>
                    <a:ext uri="{FF2B5EF4-FFF2-40B4-BE49-F238E27FC236}">
                      <a16:creationId xmlns:a16="http://schemas.microsoft.com/office/drawing/2014/main" id="{813455AC-6BEB-6F15-5BC9-863E1E85D822}"/>
                    </a:ext>
                  </a:extLst>
                </p:cNvPr>
                <p:cNvSpPr/>
                <p:nvPr/>
              </p:nvSpPr>
              <p:spPr>
                <a:xfrm>
                  <a:off x="560291" y="64425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" name="Oval 412">
                  <a:extLst>
                    <a:ext uri="{FF2B5EF4-FFF2-40B4-BE49-F238E27FC236}">
                      <a16:creationId xmlns:a16="http://schemas.microsoft.com/office/drawing/2014/main" id="{0F03573F-56EA-996F-4E60-9DF6C53648A0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" name="Oval 413">
                  <a:extLst>
                    <a:ext uri="{FF2B5EF4-FFF2-40B4-BE49-F238E27FC236}">
                      <a16:creationId xmlns:a16="http://schemas.microsoft.com/office/drawing/2014/main" id="{C1C756E1-03F0-1CCF-59DD-EE9C2E782A54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5" name="Oval 414">
                  <a:extLst>
                    <a:ext uri="{FF2B5EF4-FFF2-40B4-BE49-F238E27FC236}">
                      <a16:creationId xmlns:a16="http://schemas.microsoft.com/office/drawing/2014/main" id="{CD7646B6-F28D-DDBE-9FCA-46F316FB1EB5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id="{B0102CB2-D022-8030-4340-B563BCD5205D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7" name="Oval 416">
                  <a:extLst>
                    <a:ext uri="{FF2B5EF4-FFF2-40B4-BE49-F238E27FC236}">
                      <a16:creationId xmlns:a16="http://schemas.microsoft.com/office/drawing/2014/main" id="{F801CB49-41E8-F153-AF8C-B0A8A5387DD1}"/>
                    </a:ext>
                  </a:extLst>
                </p:cNvPr>
                <p:cNvSpPr/>
                <p:nvPr/>
              </p:nvSpPr>
              <p:spPr>
                <a:xfrm>
                  <a:off x="-360874" y="76171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id="{1288A25F-5011-BE56-C3A2-B3CA5CAA14F8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" name="Oval 418">
                  <a:extLst>
                    <a:ext uri="{FF2B5EF4-FFF2-40B4-BE49-F238E27FC236}">
                      <a16:creationId xmlns:a16="http://schemas.microsoft.com/office/drawing/2014/main" id="{E1D80AF5-E00B-5159-6177-332D085F9A39}"/>
                    </a:ext>
                  </a:extLst>
                </p:cNvPr>
                <p:cNvSpPr/>
                <p:nvPr/>
              </p:nvSpPr>
              <p:spPr>
                <a:xfrm>
                  <a:off x="23372" y="71299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" name="Oval 419">
                  <a:extLst>
                    <a:ext uri="{FF2B5EF4-FFF2-40B4-BE49-F238E27FC236}">
                      <a16:creationId xmlns:a16="http://schemas.microsoft.com/office/drawing/2014/main" id="{FEF377CF-DD4B-136D-97DF-AC5799480045}"/>
                    </a:ext>
                  </a:extLst>
                </p:cNvPr>
                <p:cNvSpPr/>
                <p:nvPr/>
              </p:nvSpPr>
              <p:spPr>
                <a:xfrm>
                  <a:off x="-237148" y="69227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1" name="Oval 420">
                  <a:extLst>
                    <a:ext uri="{FF2B5EF4-FFF2-40B4-BE49-F238E27FC236}">
                      <a16:creationId xmlns:a16="http://schemas.microsoft.com/office/drawing/2014/main" id="{34F582D3-D74D-936A-1DD6-2B4896603FEF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2" name="Oval 421">
                  <a:extLst>
                    <a:ext uri="{FF2B5EF4-FFF2-40B4-BE49-F238E27FC236}">
                      <a16:creationId xmlns:a16="http://schemas.microsoft.com/office/drawing/2014/main" id="{3A337487-0C7D-E289-2A4D-B3917E3DAC1E}"/>
                    </a:ext>
                  </a:extLst>
                </p:cNvPr>
                <p:cNvSpPr/>
                <p:nvPr/>
              </p:nvSpPr>
              <p:spPr>
                <a:xfrm>
                  <a:off x="-90949" y="73031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3" name="Oval 422">
                  <a:extLst>
                    <a:ext uri="{FF2B5EF4-FFF2-40B4-BE49-F238E27FC236}">
                      <a16:creationId xmlns:a16="http://schemas.microsoft.com/office/drawing/2014/main" id="{D465E019-7CA7-2F41-A5C7-F6A57C0E4CCE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4" name="Oval 423">
                  <a:extLst>
                    <a:ext uri="{FF2B5EF4-FFF2-40B4-BE49-F238E27FC236}">
                      <a16:creationId xmlns:a16="http://schemas.microsoft.com/office/drawing/2014/main" id="{163C6585-59C9-1593-1F90-CDB512B80B4D}"/>
                    </a:ext>
                  </a:extLst>
                </p:cNvPr>
                <p:cNvSpPr/>
                <p:nvPr/>
              </p:nvSpPr>
              <p:spPr>
                <a:xfrm>
                  <a:off x="771712" y="770733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" name="Oval 424">
                  <a:extLst>
                    <a:ext uri="{FF2B5EF4-FFF2-40B4-BE49-F238E27FC236}">
                      <a16:creationId xmlns:a16="http://schemas.microsoft.com/office/drawing/2014/main" id="{A18F7FF1-9245-DF4D-F68D-956C68E1E443}"/>
                    </a:ext>
                  </a:extLst>
                </p:cNvPr>
                <p:cNvSpPr/>
                <p:nvPr/>
              </p:nvSpPr>
              <p:spPr>
                <a:xfrm>
                  <a:off x="469420" y="78080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" name="Oval 425">
                  <a:extLst>
                    <a:ext uri="{FF2B5EF4-FFF2-40B4-BE49-F238E27FC236}">
                      <a16:creationId xmlns:a16="http://schemas.microsoft.com/office/drawing/2014/main" id="{E17FB4E2-14C3-AD38-E11D-406A32B496BB}"/>
                    </a:ext>
                  </a:extLst>
                </p:cNvPr>
                <p:cNvSpPr/>
                <p:nvPr/>
              </p:nvSpPr>
              <p:spPr>
                <a:xfrm>
                  <a:off x="338855" y="75110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7" name="Oval 426">
                  <a:extLst>
                    <a:ext uri="{FF2B5EF4-FFF2-40B4-BE49-F238E27FC236}">
                      <a16:creationId xmlns:a16="http://schemas.microsoft.com/office/drawing/2014/main" id="{6D3BAB57-1B07-2E8A-4E3D-8B090C3F94A6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8" name="Oval 427">
                  <a:extLst>
                    <a:ext uri="{FF2B5EF4-FFF2-40B4-BE49-F238E27FC236}">
                      <a16:creationId xmlns:a16="http://schemas.microsoft.com/office/drawing/2014/main" id="{EB02698E-6447-D3FF-4D07-993ED1C6634D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9" name="Oval 428">
                  <a:extLst>
                    <a:ext uri="{FF2B5EF4-FFF2-40B4-BE49-F238E27FC236}">
                      <a16:creationId xmlns:a16="http://schemas.microsoft.com/office/drawing/2014/main" id="{B9D0E39A-B44F-F467-1AD4-F8E99BFAFA2C}"/>
                    </a:ext>
                  </a:extLst>
                </p:cNvPr>
                <p:cNvSpPr/>
                <p:nvPr/>
              </p:nvSpPr>
              <p:spPr>
                <a:xfrm>
                  <a:off x="929515" y="747184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" name="Oval 429">
                  <a:extLst>
                    <a:ext uri="{FF2B5EF4-FFF2-40B4-BE49-F238E27FC236}">
                      <a16:creationId xmlns:a16="http://schemas.microsoft.com/office/drawing/2014/main" id="{D317E98E-BF4A-FB21-FECF-E13CA3A8E9DE}"/>
                    </a:ext>
                  </a:extLst>
                </p:cNvPr>
                <p:cNvSpPr/>
                <p:nvPr/>
              </p:nvSpPr>
              <p:spPr>
                <a:xfrm>
                  <a:off x="1439686" y="7091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1" name="Oval 430">
                  <a:extLst>
                    <a:ext uri="{FF2B5EF4-FFF2-40B4-BE49-F238E27FC236}">
                      <a16:creationId xmlns:a16="http://schemas.microsoft.com/office/drawing/2014/main" id="{DBB09ADC-02C3-B5AE-74F7-9311F637D06B}"/>
                    </a:ext>
                  </a:extLst>
                </p:cNvPr>
                <p:cNvSpPr/>
                <p:nvPr/>
              </p:nvSpPr>
              <p:spPr>
                <a:xfrm>
                  <a:off x="1948514" y="76362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2" name="Oval 431">
                  <a:extLst>
                    <a:ext uri="{FF2B5EF4-FFF2-40B4-BE49-F238E27FC236}">
                      <a16:creationId xmlns:a16="http://schemas.microsoft.com/office/drawing/2014/main" id="{0991883D-1B21-CCA9-847C-24F6CDD2A510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3" name="Oval 432">
                  <a:extLst>
                    <a:ext uri="{FF2B5EF4-FFF2-40B4-BE49-F238E27FC236}">
                      <a16:creationId xmlns:a16="http://schemas.microsoft.com/office/drawing/2014/main" id="{ED2A1FF9-65F8-72F6-40B6-D408C8F1DDF2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4" name="Oval 433">
                  <a:extLst>
                    <a:ext uri="{FF2B5EF4-FFF2-40B4-BE49-F238E27FC236}">
                      <a16:creationId xmlns:a16="http://schemas.microsoft.com/office/drawing/2014/main" id="{D2535DFA-2889-B440-5F77-CF6E2DB969E8}"/>
                    </a:ext>
                  </a:extLst>
                </p:cNvPr>
                <p:cNvSpPr/>
                <p:nvPr/>
              </p:nvSpPr>
              <p:spPr>
                <a:xfrm>
                  <a:off x="1776299" y="7635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5" name="Oval 434">
                  <a:extLst>
                    <a:ext uri="{FF2B5EF4-FFF2-40B4-BE49-F238E27FC236}">
                      <a16:creationId xmlns:a16="http://schemas.microsoft.com/office/drawing/2014/main" id="{F9AC3F80-47F7-8076-FA53-E19A80E74C02}"/>
                    </a:ext>
                  </a:extLst>
                </p:cNvPr>
                <p:cNvSpPr/>
                <p:nvPr/>
              </p:nvSpPr>
              <p:spPr>
                <a:xfrm>
                  <a:off x="1989552" y="72875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6" name="Oval 435">
                  <a:extLst>
                    <a:ext uri="{FF2B5EF4-FFF2-40B4-BE49-F238E27FC236}">
                      <a16:creationId xmlns:a16="http://schemas.microsoft.com/office/drawing/2014/main" id="{59E87733-B3D9-4BC3-15DF-29C642C56115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" name="Oval 436">
                  <a:extLst>
                    <a:ext uri="{FF2B5EF4-FFF2-40B4-BE49-F238E27FC236}">
                      <a16:creationId xmlns:a16="http://schemas.microsoft.com/office/drawing/2014/main" id="{B2A1327A-B8BE-A0C4-B649-49EBA607F5F0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" name="Oval 437">
                  <a:extLst>
                    <a:ext uri="{FF2B5EF4-FFF2-40B4-BE49-F238E27FC236}">
                      <a16:creationId xmlns:a16="http://schemas.microsoft.com/office/drawing/2014/main" id="{DE8D7BF0-AD5A-D8BB-D599-13C7B5D927E1}"/>
                    </a:ext>
                  </a:extLst>
                </p:cNvPr>
                <p:cNvSpPr/>
                <p:nvPr/>
              </p:nvSpPr>
              <p:spPr>
                <a:xfrm>
                  <a:off x="3276156" y="76997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" name="Oval 438">
                  <a:extLst>
                    <a:ext uri="{FF2B5EF4-FFF2-40B4-BE49-F238E27FC236}">
                      <a16:creationId xmlns:a16="http://schemas.microsoft.com/office/drawing/2014/main" id="{B073F104-5644-18D4-2167-FDB2FA9F5427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B266B40F-8A94-9E15-68B9-C55DFCEEA8D3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" name="Oval 440">
                  <a:extLst>
                    <a:ext uri="{FF2B5EF4-FFF2-40B4-BE49-F238E27FC236}">
                      <a16:creationId xmlns:a16="http://schemas.microsoft.com/office/drawing/2014/main" id="{745454A9-26F6-9144-9389-10AF4B9DE7B1}"/>
                    </a:ext>
                  </a:extLst>
                </p:cNvPr>
                <p:cNvSpPr/>
                <p:nvPr/>
              </p:nvSpPr>
              <p:spPr>
                <a:xfrm>
                  <a:off x="2057705" y="77103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" name="Oval 441">
                  <a:extLst>
                    <a:ext uri="{FF2B5EF4-FFF2-40B4-BE49-F238E27FC236}">
                      <a16:creationId xmlns:a16="http://schemas.microsoft.com/office/drawing/2014/main" id="{B8212A5D-0F1B-6DE6-3592-C4EC72DB700E}"/>
                    </a:ext>
                  </a:extLst>
                </p:cNvPr>
                <p:cNvSpPr/>
                <p:nvPr/>
              </p:nvSpPr>
              <p:spPr>
                <a:xfrm>
                  <a:off x="1611290" y="7731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" name="Oval 442">
                  <a:extLst>
                    <a:ext uri="{FF2B5EF4-FFF2-40B4-BE49-F238E27FC236}">
                      <a16:creationId xmlns:a16="http://schemas.microsoft.com/office/drawing/2014/main" id="{6004520D-54DE-72F8-1592-344C7F76CE85}"/>
                    </a:ext>
                  </a:extLst>
                </p:cNvPr>
                <p:cNvSpPr/>
                <p:nvPr/>
              </p:nvSpPr>
              <p:spPr>
                <a:xfrm>
                  <a:off x="740079" y="72541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" name="Oval 443">
                  <a:extLst>
                    <a:ext uri="{FF2B5EF4-FFF2-40B4-BE49-F238E27FC236}">
                      <a16:creationId xmlns:a16="http://schemas.microsoft.com/office/drawing/2014/main" id="{43242911-49EF-A982-3FBC-3C808D435339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5" name="Oval 444">
                  <a:extLst>
                    <a:ext uri="{FF2B5EF4-FFF2-40B4-BE49-F238E27FC236}">
                      <a16:creationId xmlns:a16="http://schemas.microsoft.com/office/drawing/2014/main" id="{9C61A8AB-4DAC-8AC1-7CC0-5FE2CB25F527}"/>
                    </a:ext>
                  </a:extLst>
                </p:cNvPr>
                <p:cNvSpPr/>
                <p:nvPr/>
              </p:nvSpPr>
              <p:spPr>
                <a:xfrm>
                  <a:off x="1236448" y="67483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6" name="Oval 445">
                  <a:extLst>
                    <a:ext uri="{FF2B5EF4-FFF2-40B4-BE49-F238E27FC236}">
                      <a16:creationId xmlns:a16="http://schemas.microsoft.com/office/drawing/2014/main" id="{B9622105-0F78-F097-788C-7E0EE27C1D92}"/>
                    </a:ext>
                  </a:extLst>
                </p:cNvPr>
                <p:cNvSpPr/>
                <p:nvPr/>
              </p:nvSpPr>
              <p:spPr>
                <a:xfrm>
                  <a:off x="1741001" y="6844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7" name="Oval 446">
                  <a:extLst>
                    <a:ext uri="{FF2B5EF4-FFF2-40B4-BE49-F238E27FC236}">
                      <a16:creationId xmlns:a16="http://schemas.microsoft.com/office/drawing/2014/main" id="{21E12D9E-94B6-ADB5-FCA6-E04515BCC4AA}"/>
                    </a:ext>
                  </a:extLst>
                </p:cNvPr>
                <p:cNvSpPr/>
                <p:nvPr/>
              </p:nvSpPr>
              <p:spPr>
                <a:xfrm>
                  <a:off x="1260754" y="682353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8" name="Oval 447">
                  <a:extLst>
                    <a:ext uri="{FF2B5EF4-FFF2-40B4-BE49-F238E27FC236}">
                      <a16:creationId xmlns:a16="http://schemas.microsoft.com/office/drawing/2014/main" id="{B1494F7C-37FB-48A5-EADC-D9BC512D361D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0AAC732D-2D34-5AD6-4B05-5D9C27D8768F}"/>
                    </a:ext>
                  </a:extLst>
                </p:cNvPr>
                <p:cNvSpPr/>
                <p:nvPr/>
              </p:nvSpPr>
              <p:spPr>
                <a:xfrm>
                  <a:off x="2274012" y="69913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0" name="Oval 449">
                  <a:extLst>
                    <a:ext uri="{FF2B5EF4-FFF2-40B4-BE49-F238E27FC236}">
                      <a16:creationId xmlns:a16="http://schemas.microsoft.com/office/drawing/2014/main" id="{CDAC8EF2-FBCC-66C6-FE64-FE6ACB53174C}"/>
                    </a:ext>
                  </a:extLst>
                </p:cNvPr>
                <p:cNvSpPr/>
                <p:nvPr/>
              </p:nvSpPr>
              <p:spPr>
                <a:xfrm>
                  <a:off x="1176600" y="57598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" name="Oval 450">
                  <a:extLst>
                    <a:ext uri="{FF2B5EF4-FFF2-40B4-BE49-F238E27FC236}">
                      <a16:creationId xmlns:a16="http://schemas.microsoft.com/office/drawing/2014/main" id="{066CA797-0E9A-65C0-C86A-E6230499BCF8}"/>
                    </a:ext>
                  </a:extLst>
                </p:cNvPr>
                <p:cNvSpPr/>
                <p:nvPr/>
              </p:nvSpPr>
              <p:spPr>
                <a:xfrm>
                  <a:off x="2653862" y="6229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" name="Oval 451">
                  <a:extLst>
                    <a:ext uri="{FF2B5EF4-FFF2-40B4-BE49-F238E27FC236}">
                      <a16:creationId xmlns:a16="http://schemas.microsoft.com/office/drawing/2014/main" id="{CA45D9D1-997D-E696-4596-D00589BBC5E1}"/>
                    </a:ext>
                  </a:extLst>
                </p:cNvPr>
                <p:cNvSpPr/>
                <p:nvPr/>
              </p:nvSpPr>
              <p:spPr>
                <a:xfrm>
                  <a:off x="2245188" y="666390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" name="Oval 452">
                  <a:extLst>
                    <a:ext uri="{FF2B5EF4-FFF2-40B4-BE49-F238E27FC236}">
                      <a16:creationId xmlns:a16="http://schemas.microsoft.com/office/drawing/2014/main" id="{EACC7F65-34F7-15F2-7962-C37AFF854F78}"/>
                    </a:ext>
                  </a:extLst>
                </p:cNvPr>
                <p:cNvSpPr/>
                <p:nvPr/>
              </p:nvSpPr>
              <p:spPr>
                <a:xfrm>
                  <a:off x="2446838" y="58168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930411BC-36C9-E36F-2B18-FB2A2AA04FA7}"/>
                    </a:ext>
                  </a:extLst>
                </p:cNvPr>
                <p:cNvSpPr/>
                <p:nvPr/>
              </p:nvSpPr>
              <p:spPr>
                <a:xfrm>
                  <a:off x="2094225" y="56891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C144C858-BC7D-71FD-991A-159298933EAA}"/>
                    </a:ext>
                  </a:extLst>
                </p:cNvPr>
                <p:cNvSpPr/>
                <p:nvPr/>
              </p:nvSpPr>
              <p:spPr>
                <a:xfrm>
                  <a:off x="1541427" y="654176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DA6118E2-8195-4D29-2102-3C62D0059F0C}"/>
                    </a:ext>
                  </a:extLst>
                </p:cNvPr>
                <p:cNvSpPr/>
                <p:nvPr/>
              </p:nvSpPr>
              <p:spPr>
                <a:xfrm>
                  <a:off x="2240424" y="52135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3417D6ED-5ECF-A2AC-15DA-FE874C00D8A3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8" name="Oval 457">
                  <a:extLst>
                    <a:ext uri="{FF2B5EF4-FFF2-40B4-BE49-F238E27FC236}">
                      <a16:creationId xmlns:a16="http://schemas.microsoft.com/office/drawing/2014/main" id="{E796219F-41DF-C7FD-B20B-333473387E79}"/>
                    </a:ext>
                  </a:extLst>
                </p:cNvPr>
                <p:cNvSpPr/>
                <p:nvPr/>
              </p:nvSpPr>
              <p:spPr>
                <a:xfrm>
                  <a:off x="3402447" y="51377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id="{27A92E1A-D5F8-B25E-D3F4-DAC91337E1DD}"/>
                    </a:ext>
                  </a:extLst>
                </p:cNvPr>
                <p:cNvSpPr/>
                <p:nvPr/>
              </p:nvSpPr>
              <p:spPr>
                <a:xfrm>
                  <a:off x="3682021" y="49186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06AAF54A-7B5D-8B2D-80F8-AEC173218E8F}"/>
                    </a:ext>
                  </a:extLst>
                </p:cNvPr>
                <p:cNvSpPr/>
                <p:nvPr/>
              </p:nvSpPr>
              <p:spPr>
                <a:xfrm>
                  <a:off x="3748587" y="48798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" name="Oval 460">
                  <a:extLst>
                    <a:ext uri="{FF2B5EF4-FFF2-40B4-BE49-F238E27FC236}">
                      <a16:creationId xmlns:a16="http://schemas.microsoft.com/office/drawing/2014/main" id="{720B7EF8-C7C1-1B04-FEB7-F7952A436239}"/>
                    </a:ext>
                  </a:extLst>
                </p:cNvPr>
                <p:cNvSpPr/>
                <p:nvPr/>
              </p:nvSpPr>
              <p:spPr>
                <a:xfrm>
                  <a:off x="3035910" y="554206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" name="Oval 461">
                  <a:extLst>
                    <a:ext uri="{FF2B5EF4-FFF2-40B4-BE49-F238E27FC236}">
                      <a16:creationId xmlns:a16="http://schemas.microsoft.com/office/drawing/2014/main" id="{32E63FF9-44C4-BE9B-33A1-3BB1777698F9}"/>
                    </a:ext>
                  </a:extLst>
                </p:cNvPr>
                <p:cNvSpPr/>
                <p:nvPr/>
              </p:nvSpPr>
              <p:spPr>
                <a:xfrm>
                  <a:off x="2685007" y="5885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" name="Oval 462">
                  <a:extLst>
                    <a:ext uri="{FF2B5EF4-FFF2-40B4-BE49-F238E27FC236}">
                      <a16:creationId xmlns:a16="http://schemas.microsoft.com/office/drawing/2014/main" id="{8BF1D8DA-52CF-F673-5CA9-795F110C0CDF}"/>
                    </a:ext>
                  </a:extLst>
                </p:cNvPr>
                <p:cNvSpPr/>
                <p:nvPr/>
              </p:nvSpPr>
              <p:spPr>
                <a:xfrm>
                  <a:off x="3249530" y="48281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2053113A-F564-3CB8-67C7-F9ADCF5CC72A}"/>
                    </a:ext>
                  </a:extLst>
                </p:cNvPr>
                <p:cNvSpPr/>
                <p:nvPr/>
              </p:nvSpPr>
              <p:spPr>
                <a:xfrm>
                  <a:off x="3395730" y="47885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5" name="Oval 464">
                  <a:extLst>
                    <a:ext uri="{FF2B5EF4-FFF2-40B4-BE49-F238E27FC236}">
                      <a16:creationId xmlns:a16="http://schemas.microsoft.com/office/drawing/2014/main" id="{B1943914-E15A-6D7B-71B5-D0840FE1BA0E}"/>
                    </a:ext>
                  </a:extLst>
                </p:cNvPr>
                <p:cNvSpPr/>
                <p:nvPr/>
              </p:nvSpPr>
              <p:spPr>
                <a:xfrm>
                  <a:off x="2535632" y="56577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6" name="Oval 465">
                  <a:extLst>
                    <a:ext uri="{FF2B5EF4-FFF2-40B4-BE49-F238E27FC236}">
                      <a16:creationId xmlns:a16="http://schemas.microsoft.com/office/drawing/2014/main" id="{B38B2D76-3C60-7F9C-EA96-C9DDDC28869B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7" name="Oval 466">
                  <a:extLst>
                    <a:ext uri="{FF2B5EF4-FFF2-40B4-BE49-F238E27FC236}">
                      <a16:creationId xmlns:a16="http://schemas.microsoft.com/office/drawing/2014/main" id="{E81B6B57-0206-37E7-02C1-321E6AF3EEE1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8" name="Oval 467">
                  <a:extLst>
                    <a:ext uri="{FF2B5EF4-FFF2-40B4-BE49-F238E27FC236}">
                      <a16:creationId xmlns:a16="http://schemas.microsoft.com/office/drawing/2014/main" id="{933EF878-58C2-C535-34D5-9EAC77D0F439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9" name="Oval 468">
                  <a:extLst>
                    <a:ext uri="{FF2B5EF4-FFF2-40B4-BE49-F238E27FC236}">
                      <a16:creationId xmlns:a16="http://schemas.microsoft.com/office/drawing/2014/main" id="{1B6FC553-DD71-F430-6600-7BC4074B031E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0" name="Oval 469">
                  <a:extLst>
                    <a:ext uri="{FF2B5EF4-FFF2-40B4-BE49-F238E27FC236}">
                      <a16:creationId xmlns:a16="http://schemas.microsoft.com/office/drawing/2014/main" id="{9FC74649-9D3D-5DEB-EA63-02E62640B7E6}"/>
                    </a:ext>
                  </a:extLst>
                </p:cNvPr>
                <p:cNvSpPr/>
                <p:nvPr/>
              </p:nvSpPr>
              <p:spPr>
                <a:xfrm>
                  <a:off x="2333982" y="595501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" name="Oval 470">
                  <a:extLst>
                    <a:ext uri="{FF2B5EF4-FFF2-40B4-BE49-F238E27FC236}">
                      <a16:creationId xmlns:a16="http://schemas.microsoft.com/office/drawing/2014/main" id="{1AF06D34-E5CE-9637-20AA-C45B62890B8F}"/>
                    </a:ext>
                  </a:extLst>
                </p:cNvPr>
                <p:cNvSpPr/>
                <p:nvPr/>
              </p:nvSpPr>
              <p:spPr>
                <a:xfrm>
                  <a:off x="1956697" y="596234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" name="Oval 471">
                  <a:extLst>
                    <a:ext uri="{FF2B5EF4-FFF2-40B4-BE49-F238E27FC236}">
                      <a16:creationId xmlns:a16="http://schemas.microsoft.com/office/drawing/2014/main" id="{FAE2EEED-16C4-01E8-B32A-19139CF3BB2C}"/>
                    </a:ext>
                  </a:extLst>
                </p:cNvPr>
                <p:cNvSpPr/>
                <p:nvPr/>
              </p:nvSpPr>
              <p:spPr>
                <a:xfrm>
                  <a:off x="2574961" y="48196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id="{7C8D119A-D10C-D80B-FE39-820486DFEBDC}"/>
                    </a:ext>
                  </a:extLst>
                </p:cNvPr>
                <p:cNvSpPr/>
                <p:nvPr/>
              </p:nvSpPr>
              <p:spPr>
                <a:xfrm>
                  <a:off x="1387777" y="60251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4" name="Oval 473">
                  <a:extLst>
                    <a:ext uri="{FF2B5EF4-FFF2-40B4-BE49-F238E27FC236}">
                      <a16:creationId xmlns:a16="http://schemas.microsoft.com/office/drawing/2014/main" id="{22ABA386-2C4C-BEA2-CEFD-E79A8DF1582D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5" name="Oval 474">
                  <a:extLst>
                    <a:ext uri="{FF2B5EF4-FFF2-40B4-BE49-F238E27FC236}">
                      <a16:creationId xmlns:a16="http://schemas.microsoft.com/office/drawing/2014/main" id="{F5776942-B8AC-32D3-A413-361130323DFE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6" name="Oval 475">
                  <a:extLst>
                    <a:ext uri="{FF2B5EF4-FFF2-40B4-BE49-F238E27FC236}">
                      <a16:creationId xmlns:a16="http://schemas.microsoft.com/office/drawing/2014/main" id="{06B3FA5C-7898-3DA4-82FA-5F4300BBF9FD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7" name="Oval 476">
                  <a:extLst>
                    <a:ext uri="{FF2B5EF4-FFF2-40B4-BE49-F238E27FC236}">
                      <a16:creationId xmlns:a16="http://schemas.microsoft.com/office/drawing/2014/main" id="{EE44ADC1-DF74-C2EE-7DFA-D543D02AC7D3}"/>
                    </a:ext>
                  </a:extLst>
                </p:cNvPr>
                <p:cNvSpPr/>
                <p:nvPr/>
              </p:nvSpPr>
              <p:spPr>
                <a:xfrm>
                  <a:off x="3465470" y="3678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8" name="Oval 477">
                  <a:extLst>
                    <a:ext uri="{FF2B5EF4-FFF2-40B4-BE49-F238E27FC236}">
                      <a16:creationId xmlns:a16="http://schemas.microsoft.com/office/drawing/2014/main" id="{B1EB16A1-A439-5E91-BD3E-FCD746360273}"/>
                    </a:ext>
                  </a:extLst>
                </p:cNvPr>
                <p:cNvSpPr/>
                <p:nvPr/>
              </p:nvSpPr>
              <p:spPr>
                <a:xfrm>
                  <a:off x="3311821" y="35295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9" name="Oval 478">
                  <a:extLst>
                    <a:ext uri="{FF2B5EF4-FFF2-40B4-BE49-F238E27FC236}">
                      <a16:creationId xmlns:a16="http://schemas.microsoft.com/office/drawing/2014/main" id="{ECC87A18-94AA-FAAE-B259-C22D7E18654A}"/>
                    </a:ext>
                  </a:extLst>
                </p:cNvPr>
                <p:cNvSpPr/>
                <p:nvPr/>
              </p:nvSpPr>
              <p:spPr>
                <a:xfrm>
                  <a:off x="3055208" y="36442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0" name="Oval 479">
                  <a:extLst>
                    <a:ext uri="{FF2B5EF4-FFF2-40B4-BE49-F238E27FC236}">
                      <a16:creationId xmlns:a16="http://schemas.microsoft.com/office/drawing/2014/main" id="{0AF29089-3997-B5EA-0A0E-4E74D143AB7E}"/>
                    </a:ext>
                  </a:extLst>
                </p:cNvPr>
                <p:cNvSpPr/>
                <p:nvPr/>
              </p:nvSpPr>
              <p:spPr>
                <a:xfrm>
                  <a:off x="3225957" y="3694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" name="Oval 480">
                  <a:extLst>
                    <a:ext uri="{FF2B5EF4-FFF2-40B4-BE49-F238E27FC236}">
                      <a16:creationId xmlns:a16="http://schemas.microsoft.com/office/drawing/2014/main" id="{0AB61A14-974C-9B93-3C8C-892F474C5F25}"/>
                    </a:ext>
                  </a:extLst>
                </p:cNvPr>
                <p:cNvSpPr/>
                <p:nvPr/>
              </p:nvSpPr>
              <p:spPr>
                <a:xfrm>
                  <a:off x="3553654" y="34450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2" name="Oval 481">
                  <a:extLst>
                    <a:ext uri="{FF2B5EF4-FFF2-40B4-BE49-F238E27FC236}">
                      <a16:creationId xmlns:a16="http://schemas.microsoft.com/office/drawing/2014/main" id="{05C87F96-5B88-EC01-49AE-94826B68335F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" name="Oval 482">
                  <a:extLst>
                    <a:ext uri="{FF2B5EF4-FFF2-40B4-BE49-F238E27FC236}">
                      <a16:creationId xmlns:a16="http://schemas.microsoft.com/office/drawing/2014/main" id="{CFD39A2B-F7E0-34D5-B477-A24F297C0FAA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4" name="Oval 483">
                  <a:extLst>
                    <a:ext uri="{FF2B5EF4-FFF2-40B4-BE49-F238E27FC236}">
                      <a16:creationId xmlns:a16="http://schemas.microsoft.com/office/drawing/2014/main" id="{7D46C043-D4FC-9982-7EC8-D62A14F92636}"/>
                    </a:ext>
                  </a:extLst>
                </p:cNvPr>
                <p:cNvSpPr/>
                <p:nvPr/>
              </p:nvSpPr>
              <p:spPr>
                <a:xfrm>
                  <a:off x="1654527" y="4000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5" name="Oval 484">
                  <a:extLst>
                    <a:ext uri="{FF2B5EF4-FFF2-40B4-BE49-F238E27FC236}">
                      <a16:creationId xmlns:a16="http://schemas.microsoft.com/office/drawing/2014/main" id="{01B4C1B9-3C43-E777-C49E-CECEE4575C9F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6" name="Oval 485">
                  <a:extLst>
                    <a:ext uri="{FF2B5EF4-FFF2-40B4-BE49-F238E27FC236}">
                      <a16:creationId xmlns:a16="http://schemas.microsoft.com/office/drawing/2014/main" id="{C446FA75-7D77-5C42-08F8-1CA9A73491B0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7" name="Oval 486">
                  <a:extLst>
                    <a:ext uri="{FF2B5EF4-FFF2-40B4-BE49-F238E27FC236}">
                      <a16:creationId xmlns:a16="http://schemas.microsoft.com/office/drawing/2014/main" id="{163B3711-25CB-A3C8-2B26-886A8FDDD7E6}"/>
                    </a:ext>
                  </a:extLst>
                </p:cNvPr>
                <p:cNvSpPr/>
                <p:nvPr/>
              </p:nvSpPr>
              <p:spPr>
                <a:xfrm>
                  <a:off x="4016314" y="402388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8" name="Oval 487">
                  <a:extLst>
                    <a:ext uri="{FF2B5EF4-FFF2-40B4-BE49-F238E27FC236}">
                      <a16:creationId xmlns:a16="http://schemas.microsoft.com/office/drawing/2014/main" id="{955815A7-1460-464F-BE59-9C7AD170E5C0}"/>
                    </a:ext>
                  </a:extLst>
                </p:cNvPr>
                <p:cNvSpPr/>
                <p:nvPr/>
              </p:nvSpPr>
              <p:spPr>
                <a:xfrm>
                  <a:off x="4478851" y="35707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9" name="Oval 488">
                  <a:extLst>
                    <a:ext uri="{FF2B5EF4-FFF2-40B4-BE49-F238E27FC236}">
                      <a16:creationId xmlns:a16="http://schemas.microsoft.com/office/drawing/2014/main" id="{31666826-EC03-1F29-9161-4CF2048B9562}"/>
                    </a:ext>
                  </a:extLst>
                </p:cNvPr>
                <p:cNvSpPr/>
                <p:nvPr/>
              </p:nvSpPr>
              <p:spPr>
                <a:xfrm>
                  <a:off x="4321171" y="446370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0" name="Oval 489">
                  <a:extLst>
                    <a:ext uri="{FF2B5EF4-FFF2-40B4-BE49-F238E27FC236}">
                      <a16:creationId xmlns:a16="http://schemas.microsoft.com/office/drawing/2014/main" id="{DDC342FF-ECB6-7D35-7723-B3F562395D8F}"/>
                    </a:ext>
                  </a:extLst>
                </p:cNvPr>
                <p:cNvSpPr/>
                <p:nvPr/>
              </p:nvSpPr>
              <p:spPr>
                <a:xfrm>
                  <a:off x="4122818" y="46688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1" name="Oval 490">
                  <a:extLst>
                    <a:ext uri="{FF2B5EF4-FFF2-40B4-BE49-F238E27FC236}">
                      <a16:creationId xmlns:a16="http://schemas.microsoft.com/office/drawing/2014/main" id="{445D0CE9-077B-8B82-BDF1-C1DF14685942}"/>
                    </a:ext>
                  </a:extLst>
                </p:cNvPr>
                <p:cNvSpPr/>
                <p:nvPr/>
              </p:nvSpPr>
              <p:spPr>
                <a:xfrm>
                  <a:off x="3885626" y="4888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" name="Oval 491">
                  <a:extLst>
                    <a:ext uri="{FF2B5EF4-FFF2-40B4-BE49-F238E27FC236}">
                      <a16:creationId xmlns:a16="http://schemas.microsoft.com/office/drawing/2014/main" id="{AADCF593-A035-7DD3-8F46-8CDAE93AF66E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" name="Oval 492">
                  <a:extLst>
                    <a:ext uri="{FF2B5EF4-FFF2-40B4-BE49-F238E27FC236}">
                      <a16:creationId xmlns:a16="http://schemas.microsoft.com/office/drawing/2014/main" id="{2DBC17C0-5556-341D-2399-965BFD30E630}"/>
                    </a:ext>
                  </a:extLst>
                </p:cNvPr>
                <p:cNvSpPr/>
                <p:nvPr/>
              </p:nvSpPr>
              <p:spPr>
                <a:xfrm>
                  <a:off x="3599334" y="55245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" name="Oval 493">
                  <a:extLst>
                    <a:ext uri="{FF2B5EF4-FFF2-40B4-BE49-F238E27FC236}">
                      <a16:creationId xmlns:a16="http://schemas.microsoft.com/office/drawing/2014/main" id="{8647F86D-74B8-4CAD-CB17-8212329A5953}"/>
                    </a:ext>
                  </a:extLst>
                </p:cNvPr>
                <p:cNvSpPr/>
                <p:nvPr/>
              </p:nvSpPr>
              <p:spPr>
                <a:xfrm>
                  <a:off x="3326233" y="562646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5" name="Oval 494">
                  <a:extLst>
                    <a:ext uri="{FF2B5EF4-FFF2-40B4-BE49-F238E27FC236}">
                      <a16:creationId xmlns:a16="http://schemas.microsoft.com/office/drawing/2014/main" id="{95DEFA5E-0622-7ABF-7847-68D8C38EF585}"/>
                    </a:ext>
                  </a:extLst>
                </p:cNvPr>
                <p:cNvSpPr/>
                <p:nvPr/>
              </p:nvSpPr>
              <p:spPr>
                <a:xfrm>
                  <a:off x="3331607" y="5797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6" name="Oval 495">
                  <a:extLst>
                    <a:ext uri="{FF2B5EF4-FFF2-40B4-BE49-F238E27FC236}">
                      <a16:creationId xmlns:a16="http://schemas.microsoft.com/office/drawing/2014/main" id="{9FC25FBD-1A7D-0FF7-504F-699A48DA2943}"/>
                    </a:ext>
                  </a:extLst>
                </p:cNvPr>
                <p:cNvSpPr/>
                <p:nvPr/>
              </p:nvSpPr>
              <p:spPr>
                <a:xfrm>
                  <a:off x="3038597" y="5933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7" name="Oval 496">
                  <a:extLst>
                    <a:ext uri="{FF2B5EF4-FFF2-40B4-BE49-F238E27FC236}">
                      <a16:creationId xmlns:a16="http://schemas.microsoft.com/office/drawing/2014/main" id="{ECBF7C83-C5F3-8A52-0058-FC0E8ADABE7C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8" name="Oval 497">
                  <a:extLst>
                    <a:ext uri="{FF2B5EF4-FFF2-40B4-BE49-F238E27FC236}">
                      <a16:creationId xmlns:a16="http://schemas.microsoft.com/office/drawing/2014/main" id="{7751161B-CB00-746C-49DF-2BF0ADACB84D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9" name="Oval 498">
                  <a:extLst>
                    <a:ext uri="{FF2B5EF4-FFF2-40B4-BE49-F238E27FC236}">
                      <a16:creationId xmlns:a16="http://schemas.microsoft.com/office/drawing/2014/main" id="{ADD0A5B3-AB34-9498-672E-15B99932F3FC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0" name="Oval 499">
                  <a:extLst>
                    <a:ext uri="{FF2B5EF4-FFF2-40B4-BE49-F238E27FC236}">
                      <a16:creationId xmlns:a16="http://schemas.microsoft.com/office/drawing/2014/main" id="{8CDA73DF-F5FC-6E8D-B530-F7352CFBDBCC}"/>
                    </a:ext>
                  </a:extLst>
                </p:cNvPr>
                <p:cNvSpPr/>
                <p:nvPr/>
              </p:nvSpPr>
              <p:spPr>
                <a:xfrm>
                  <a:off x="4440133" y="23334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1" name="Oval 500">
                  <a:extLst>
                    <a:ext uri="{FF2B5EF4-FFF2-40B4-BE49-F238E27FC236}">
                      <a16:creationId xmlns:a16="http://schemas.microsoft.com/office/drawing/2014/main" id="{F280C156-60E3-424F-92CA-9D771CC96B61}"/>
                    </a:ext>
                  </a:extLst>
                </p:cNvPr>
                <p:cNvSpPr/>
                <p:nvPr/>
              </p:nvSpPr>
              <p:spPr>
                <a:xfrm>
                  <a:off x="4246911" y="2122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" name="Oval 501">
                  <a:extLst>
                    <a:ext uri="{FF2B5EF4-FFF2-40B4-BE49-F238E27FC236}">
                      <a16:creationId xmlns:a16="http://schemas.microsoft.com/office/drawing/2014/main" id="{286F0FD5-8D1B-5830-0A2B-378BFC7ECE82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3" name="Oval 502">
                  <a:extLst>
                    <a:ext uri="{FF2B5EF4-FFF2-40B4-BE49-F238E27FC236}">
                      <a16:creationId xmlns:a16="http://schemas.microsoft.com/office/drawing/2014/main" id="{8EEEECA3-2DBE-42C5-10E4-B11534E99C22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4" name="Oval 503">
                  <a:extLst>
                    <a:ext uri="{FF2B5EF4-FFF2-40B4-BE49-F238E27FC236}">
                      <a16:creationId xmlns:a16="http://schemas.microsoft.com/office/drawing/2014/main" id="{BB896070-5F12-8B00-A5A1-9ED4FC499649}"/>
                    </a:ext>
                  </a:extLst>
                </p:cNvPr>
                <p:cNvSpPr/>
                <p:nvPr/>
              </p:nvSpPr>
              <p:spPr>
                <a:xfrm>
                  <a:off x="3947794" y="18015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5" name="Oval 504">
                  <a:extLst>
                    <a:ext uri="{FF2B5EF4-FFF2-40B4-BE49-F238E27FC236}">
                      <a16:creationId xmlns:a16="http://schemas.microsoft.com/office/drawing/2014/main" id="{9CBC46EB-2758-24E1-8CB9-9D0B6250298D}"/>
                    </a:ext>
                  </a:extLst>
                </p:cNvPr>
                <p:cNvSpPr/>
                <p:nvPr/>
              </p:nvSpPr>
              <p:spPr>
                <a:xfrm>
                  <a:off x="3653563" y="1465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6" name="Oval 505">
                  <a:extLst>
                    <a:ext uri="{FF2B5EF4-FFF2-40B4-BE49-F238E27FC236}">
                      <a16:creationId xmlns:a16="http://schemas.microsoft.com/office/drawing/2014/main" id="{5CC9D6F9-0D76-C935-AA76-CAB210AA6CB1}"/>
                    </a:ext>
                  </a:extLst>
                </p:cNvPr>
                <p:cNvSpPr/>
                <p:nvPr/>
              </p:nvSpPr>
              <p:spPr>
                <a:xfrm>
                  <a:off x="3903092" y="14523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7" name="Oval 506">
                  <a:extLst>
                    <a:ext uri="{FF2B5EF4-FFF2-40B4-BE49-F238E27FC236}">
                      <a16:creationId xmlns:a16="http://schemas.microsoft.com/office/drawing/2014/main" id="{E00164F7-6A56-9E44-B9CF-12C3F9338B41}"/>
                    </a:ext>
                  </a:extLst>
                </p:cNvPr>
                <p:cNvSpPr/>
                <p:nvPr/>
              </p:nvSpPr>
              <p:spPr>
                <a:xfrm>
                  <a:off x="3717564" y="12426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8" name="Oval 507">
                  <a:extLst>
                    <a:ext uri="{FF2B5EF4-FFF2-40B4-BE49-F238E27FC236}">
                      <a16:creationId xmlns:a16="http://schemas.microsoft.com/office/drawing/2014/main" id="{BF3F639D-0A5D-02CB-83C5-56AD45FAE2C9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9" name="Oval 508">
                  <a:extLst>
                    <a:ext uri="{FF2B5EF4-FFF2-40B4-BE49-F238E27FC236}">
                      <a16:creationId xmlns:a16="http://schemas.microsoft.com/office/drawing/2014/main" id="{117A23E6-604D-0667-7098-E1EC593C4B6C}"/>
                    </a:ext>
                  </a:extLst>
                </p:cNvPr>
                <p:cNvSpPr/>
                <p:nvPr/>
              </p:nvSpPr>
              <p:spPr>
                <a:xfrm>
                  <a:off x="2800306" y="6887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0" name="Oval 509">
                  <a:extLst>
                    <a:ext uri="{FF2B5EF4-FFF2-40B4-BE49-F238E27FC236}">
                      <a16:creationId xmlns:a16="http://schemas.microsoft.com/office/drawing/2014/main" id="{72205B09-9440-B9C1-DF78-3FCDD8C735F2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1" name="Oval 510">
                  <a:extLst>
                    <a:ext uri="{FF2B5EF4-FFF2-40B4-BE49-F238E27FC236}">
                      <a16:creationId xmlns:a16="http://schemas.microsoft.com/office/drawing/2014/main" id="{C0486419-8285-C92C-40CE-ECCF2A91E02A}"/>
                    </a:ext>
                  </a:extLst>
                </p:cNvPr>
                <p:cNvSpPr/>
                <p:nvPr/>
              </p:nvSpPr>
              <p:spPr>
                <a:xfrm>
                  <a:off x="1842987" y="415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" name="Oval 511">
                  <a:extLst>
                    <a:ext uri="{FF2B5EF4-FFF2-40B4-BE49-F238E27FC236}">
                      <a16:creationId xmlns:a16="http://schemas.microsoft.com/office/drawing/2014/main" id="{99CCCBF6-724F-3C39-520F-3F222D862B7F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3" name="Oval 512">
                  <a:extLst>
                    <a:ext uri="{FF2B5EF4-FFF2-40B4-BE49-F238E27FC236}">
                      <a16:creationId xmlns:a16="http://schemas.microsoft.com/office/drawing/2014/main" id="{4612BC56-EE86-6B9A-769E-B1F595088511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4" name="Oval 513">
                  <a:extLst>
                    <a:ext uri="{FF2B5EF4-FFF2-40B4-BE49-F238E27FC236}">
                      <a16:creationId xmlns:a16="http://schemas.microsoft.com/office/drawing/2014/main" id="{6180A6A6-428C-FE6D-3D95-96B20BF9B609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5" name="Oval 514">
                  <a:extLst>
                    <a:ext uri="{FF2B5EF4-FFF2-40B4-BE49-F238E27FC236}">
                      <a16:creationId xmlns:a16="http://schemas.microsoft.com/office/drawing/2014/main" id="{9B106F32-0461-B163-627B-36F0AF545B69}"/>
                    </a:ext>
                  </a:extLst>
                </p:cNvPr>
                <p:cNvSpPr/>
                <p:nvPr/>
              </p:nvSpPr>
              <p:spPr>
                <a:xfrm>
                  <a:off x="80044" y="7158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" name="Oval 515">
                  <a:extLst>
                    <a:ext uri="{FF2B5EF4-FFF2-40B4-BE49-F238E27FC236}">
                      <a16:creationId xmlns:a16="http://schemas.microsoft.com/office/drawing/2014/main" id="{AF045093-A2BE-3F97-20DB-E75219F39590}"/>
                    </a:ext>
                  </a:extLst>
                </p:cNvPr>
                <p:cNvSpPr/>
                <p:nvPr/>
              </p:nvSpPr>
              <p:spPr>
                <a:xfrm>
                  <a:off x="397114" y="5541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" name="Oval 516">
                  <a:extLst>
                    <a:ext uri="{FF2B5EF4-FFF2-40B4-BE49-F238E27FC236}">
                      <a16:creationId xmlns:a16="http://schemas.microsoft.com/office/drawing/2014/main" id="{45D21889-1CFD-5351-1674-B6DF2438F965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8" name="Oval 517">
                  <a:extLst>
                    <a:ext uri="{FF2B5EF4-FFF2-40B4-BE49-F238E27FC236}">
                      <a16:creationId xmlns:a16="http://schemas.microsoft.com/office/drawing/2014/main" id="{2217A010-4948-CF05-C2BC-E5FBF32AA7BB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9" name="Oval 518">
                  <a:extLst>
                    <a:ext uri="{FF2B5EF4-FFF2-40B4-BE49-F238E27FC236}">
                      <a16:creationId xmlns:a16="http://schemas.microsoft.com/office/drawing/2014/main" id="{2CE1D284-AC1C-8686-BBF6-C6BA5D01DB53}"/>
                    </a:ext>
                  </a:extLst>
                </p:cNvPr>
                <p:cNvSpPr/>
                <p:nvPr/>
              </p:nvSpPr>
              <p:spPr>
                <a:xfrm>
                  <a:off x="-316049" y="11222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0" name="Oval 519">
                  <a:extLst>
                    <a:ext uri="{FF2B5EF4-FFF2-40B4-BE49-F238E27FC236}">
                      <a16:creationId xmlns:a16="http://schemas.microsoft.com/office/drawing/2014/main" id="{02B694F9-CDBA-517F-152E-9DC014E2944B}"/>
                    </a:ext>
                  </a:extLst>
                </p:cNvPr>
                <p:cNvSpPr/>
                <p:nvPr/>
              </p:nvSpPr>
              <p:spPr>
                <a:xfrm>
                  <a:off x="-625059" y="14373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1" name="Oval 520">
                  <a:extLst>
                    <a:ext uri="{FF2B5EF4-FFF2-40B4-BE49-F238E27FC236}">
                      <a16:creationId xmlns:a16="http://schemas.microsoft.com/office/drawing/2014/main" id="{879B9FC6-79F6-7FD6-4933-E9F5E9BE6025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" name="Oval 521">
                  <a:extLst>
                    <a:ext uri="{FF2B5EF4-FFF2-40B4-BE49-F238E27FC236}">
                      <a16:creationId xmlns:a16="http://schemas.microsoft.com/office/drawing/2014/main" id="{95B6DE28-6F1C-7DEB-8E8D-F6BCC60C8322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3" name="Oval 522">
                  <a:extLst>
                    <a:ext uri="{FF2B5EF4-FFF2-40B4-BE49-F238E27FC236}">
                      <a16:creationId xmlns:a16="http://schemas.microsoft.com/office/drawing/2014/main" id="{1A6A97EE-84F8-8185-7E87-2CBFECC2B068}"/>
                    </a:ext>
                  </a:extLst>
                </p:cNvPr>
                <p:cNvSpPr/>
                <p:nvPr/>
              </p:nvSpPr>
              <p:spPr>
                <a:xfrm>
                  <a:off x="-1300850" y="234986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4" name="Oval 523">
                  <a:extLst>
                    <a:ext uri="{FF2B5EF4-FFF2-40B4-BE49-F238E27FC236}">
                      <a16:creationId xmlns:a16="http://schemas.microsoft.com/office/drawing/2014/main" id="{D31F57BE-7E5B-41D5-4E44-9F09D65B6465}"/>
                    </a:ext>
                  </a:extLst>
                </p:cNvPr>
                <p:cNvSpPr/>
                <p:nvPr/>
              </p:nvSpPr>
              <p:spPr>
                <a:xfrm>
                  <a:off x="-1308911" y="2805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5" name="Oval 524">
                  <a:extLst>
                    <a:ext uri="{FF2B5EF4-FFF2-40B4-BE49-F238E27FC236}">
                      <a16:creationId xmlns:a16="http://schemas.microsoft.com/office/drawing/2014/main" id="{EF392EAE-BD1C-A3A5-AB8D-EFDFB9248C6F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6" name="Oval 525">
                  <a:extLst>
                    <a:ext uri="{FF2B5EF4-FFF2-40B4-BE49-F238E27FC236}">
                      <a16:creationId xmlns:a16="http://schemas.microsoft.com/office/drawing/2014/main" id="{9BB7318C-1697-F505-ADBD-F553F1A4B3F9}"/>
                    </a:ext>
                  </a:extLst>
                </p:cNvPr>
                <p:cNvSpPr/>
                <p:nvPr/>
              </p:nvSpPr>
              <p:spPr>
                <a:xfrm>
                  <a:off x="-1428240" y="34969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7" name="Graphic 5">
                <a:extLst>
                  <a:ext uri="{FF2B5EF4-FFF2-40B4-BE49-F238E27FC236}">
                    <a16:creationId xmlns:a16="http://schemas.microsoft.com/office/drawing/2014/main" id="{C2B56B74-7737-3331-A9CB-0AAD38F6E4F3}"/>
                  </a:ext>
                </a:extLst>
              </p:cNvPr>
              <p:cNvGrpSpPr/>
              <p:nvPr/>
            </p:nvGrpSpPr>
            <p:grpSpPr>
              <a:xfrm>
                <a:off x="2454044" y="6616881"/>
                <a:ext cx="622132" cy="678438"/>
                <a:chOff x="2454044" y="6616881"/>
                <a:chExt cx="622132" cy="678438"/>
              </a:xfrm>
            </p:grpSpPr>
            <p:sp>
              <p:nvSpPr>
                <p:cNvPr id="528" name="Oval 527">
                  <a:extLst>
                    <a:ext uri="{FF2B5EF4-FFF2-40B4-BE49-F238E27FC236}">
                      <a16:creationId xmlns:a16="http://schemas.microsoft.com/office/drawing/2014/main" id="{78E85ABD-6953-040E-D724-D116D21804F9}"/>
                    </a:ext>
                  </a:extLst>
                </p:cNvPr>
                <p:cNvSpPr/>
                <p:nvPr/>
              </p:nvSpPr>
              <p:spPr>
                <a:xfrm>
                  <a:off x="2454044" y="67978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9" name="Oval 528">
                  <a:extLst>
                    <a:ext uri="{FF2B5EF4-FFF2-40B4-BE49-F238E27FC236}">
                      <a16:creationId xmlns:a16="http://schemas.microsoft.com/office/drawing/2014/main" id="{BEF73D26-C458-BC00-63EF-461B4503D9F1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0" name="Oval 529">
                  <a:extLst>
                    <a:ext uri="{FF2B5EF4-FFF2-40B4-BE49-F238E27FC236}">
                      <a16:creationId xmlns:a16="http://schemas.microsoft.com/office/drawing/2014/main" id="{07629FA9-9359-7648-5B65-B1C1BED0B52B}"/>
                    </a:ext>
                  </a:extLst>
                </p:cNvPr>
                <p:cNvSpPr/>
                <p:nvPr/>
              </p:nvSpPr>
              <p:spPr>
                <a:xfrm>
                  <a:off x="2689526" y="706354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1" name="Oval 530">
                  <a:extLst>
                    <a:ext uri="{FF2B5EF4-FFF2-40B4-BE49-F238E27FC236}">
                      <a16:creationId xmlns:a16="http://schemas.microsoft.com/office/drawing/2014/main" id="{D95191DE-356E-64C0-C439-9EA1A37AB5F3}"/>
                    </a:ext>
                  </a:extLst>
                </p:cNvPr>
                <p:cNvSpPr/>
                <p:nvPr/>
              </p:nvSpPr>
              <p:spPr>
                <a:xfrm>
                  <a:off x="2749374" y="71823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2" name="Oval 531">
                  <a:extLst>
                    <a:ext uri="{FF2B5EF4-FFF2-40B4-BE49-F238E27FC236}">
                      <a16:creationId xmlns:a16="http://schemas.microsoft.com/office/drawing/2014/main" id="{3E8747AD-B605-C6ED-A7FA-775F5E04D594}"/>
                    </a:ext>
                  </a:extLst>
                </p:cNvPr>
                <p:cNvSpPr/>
                <p:nvPr/>
              </p:nvSpPr>
              <p:spPr>
                <a:xfrm>
                  <a:off x="2854291" y="72658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3" name="Oval 532">
                  <a:extLst>
                    <a:ext uri="{FF2B5EF4-FFF2-40B4-BE49-F238E27FC236}">
                      <a16:creationId xmlns:a16="http://schemas.microsoft.com/office/drawing/2014/main" id="{2131BB69-0E09-95C2-F2AF-8ED43F4EFD49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4" name="Oval 533">
                  <a:extLst>
                    <a:ext uri="{FF2B5EF4-FFF2-40B4-BE49-F238E27FC236}">
                      <a16:creationId xmlns:a16="http://schemas.microsoft.com/office/drawing/2014/main" id="{0D1DFFCC-7D4B-66B9-0274-1007F15ED92B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35" name="Graphic 5">
            <a:extLst>
              <a:ext uri="{FF2B5EF4-FFF2-40B4-BE49-F238E27FC236}">
                <a16:creationId xmlns:a16="http://schemas.microsoft.com/office/drawing/2014/main" id="{51485754-4531-D293-54BD-C9553AC213A4}"/>
              </a:ext>
            </a:extLst>
          </p:cNvPr>
          <p:cNvGrpSpPr/>
          <p:nvPr/>
        </p:nvGrpSpPr>
        <p:grpSpPr>
          <a:xfrm>
            <a:off x="1043103" y="1057028"/>
            <a:ext cx="996159" cy="2820904"/>
            <a:chOff x="1043103" y="1057028"/>
            <a:chExt cx="996159" cy="2820904"/>
          </a:xfrm>
        </p:grpSpPr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A8626A56-A0E5-86AD-B840-A0B15A518262}"/>
                </a:ext>
              </a:extLst>
            </p:cNvPr>
            <p:cNvSpPr/>
            <p:nvPr/>
          </p:nvSpPr>
          <p:spPr>
            <a:xfrm>
              <a:off x="1043103" y="1057028"/>
              <a:ext cx="996159" cy="2820904"/>
            </a:xfrm>
            <a:custGeom>
              <a:avLst/>
              <a:gdLst>
                <a:gd name="csX0" fmla="*/ 570874 w 996159"/>
                <a:gd name="csY0" fmla="*/ 1830119 h 2820904"/>
                <a:gd name="csX1" fmla="*/ 548523 w 996159"/>
                <a:gd name="csY1" fmla="*/ 70107 h 2820904"/>
                <a:gd name="csX2" fmla="*/ 548279 w 996159"/>
                <a:gd name="csY2" fmla="*/ 70107 h 2820904"/>
                <a:gd name="csX3" fmla="*/ 500889 w 996159"/>
                <a:gd name="csY3" fmla="*/ 0 h 2820904"/>
                <a:gd name="csX4" fmla="*/ 453499 w 996159"/>
                <a:gd name="csY4" fmla="*/ 70107 h 2820904"/>
                <a:gd name="csX5" fmla="*/ 453255 w 996159"/>
                <a:gd name="csY5" fmla="*/ 70107 h 2820904"/>
                <a:gd name="csX6" fmla="*/ 425408 w 996159"/>
                <a:gd name="csY6" fmla="*/ 1830119 h 2820904"/>
                <a:gd name="csX7" fmla="*/ 0 w 996159"/>
                <a:gd name="csY7" fmla="*/ 2322825 h 2820904"/>
                <a:gd name="csX8" fmla="*/ 498080 w 996159"/>
                <a:gd name="csY8" fmla="*/ 2820904 h 2820904"/>
                <a:gd name="csX9" fmla="*/ 996159 w 996159"/>
                <a:gd name="csY9" fmla="*/ 2322825 h 2820904"/>
                <a:gd name="csX10" fmla="*/ 570874 w 996159"/>
                <a:gd name="csY10" fmla="*/ 1830119 h 2820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96159" h="2820904">
                  <a:moveTo>
                    <a:pt x="570874" y="1830119"/>
                  </a:moveTo>
                  <a:lnTo>
                    <a:pt x="548523" y="70107"/>
                  </a:lnTo>
                  <a:lnTo>
                    <a:pt x="548279" y="70107"/>
                  </a:lnTo>
                  <a:cubicBezTo>
                    <a:pt x="545836" y="15145"/>
                    <a:pt x="525561" y="0"/>
                    <a:pt x="500889" y="0"/>
                  </a:cubicBezTo>
                  <a:cubicBezTo>
                    <a:pt x="476217" y="0"/>
                    <a:pt x="456064" y="15145"/>
                    <a:pt x="453499" y="70107"/>
                  </a:cubicBezTo>
                  <a:lnTo>
                    <a:pt x="453255" y="70107"/>
                  </a:lnTo>
                  <a:lnTo>
                    <a:pt x="425408" y="1830119"/>
                  </a:lnTo>
                  <a:cubicBezTo>
                    <a:pt x="184795" y="1865295"/>
                    <a:pt x="0" y="2072441"/>
                    <a:pt x="0" y="2322825"/>
                  </a:cubicBezTo>
                  <a:cubicBezTo>
                    <a:pt x="0" y="2597880"/>
                    <a:pt x="223024" y="2820904"/>
                    <a:pt x="498080" y="2820904"/>
                  </a:cubicBezTo>
                  <a:cubicBezTo>
                    <a:pt x="773135" y="2820904"/>
                    <a:pt x="996159" y="2597880"/>
                    <a:pt x="996159" y="2322825"/>
                  </a:cubicBezTo>
                  <a:cubicBezTo>
                    <a:pt x="996159" y="2072441"/>
                    <a:pt x="811364" y="1865295"/>
                    <a:pt x="570874" y="1830119"/>
                  </a:cubicBezTo>
                  <a:close/>
                </a:path>
              </a:pathLst>
            </a:custGeom>
            <a:solidFill>
              <a:srgbClr val="A4282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C3CA48ED-CBB3-731C-3811-89B0DEAA3B2A}"/>
                </a:ext>
              </a:extLst>
            </p:cNvPr>
            <p:cNvSpPr/>
            <p:nvPr/>
          </p:nvSpPr>
          <p:spPr>
            <a:xfrm>
              <a:off x="1174768" y="3013438"/>
              <a:ext cx="732829" cy="732829"/>
            </a:xfrm>
            <a:prstGeom prst="ellipse">
              <a:avLst/>
            </a:prstGeom>
            <a:noFill/>
            <a:ln w="48808" cap="flat">
              <a:solidFill>
                <a:srgbClr val="87151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4F790341-70B1-32F5-DBAC-0909BB465F47}"/>
              </a:ext>
            </a:extLst>
          </p:cNvPr>
          <p:cNvSpPr/>
          <p:nvPr/>
        </p:nvSpPr>
        <p:spPr>
          <a:xfrm>
            <a:off x="-2467126" y="3105639"/>
            <a:ext cx="1543815" cy="340534"/>
          </a:xfrm>
          <a:custGeom>
            <a:avLst/>
            <a:gdLst>
              <a:gd name="csX0" fmla="*/ 1436568 w 1543815"/>
              <a:gd name="csY0" fmla="*/ 148534 h 340534"/>
              <a:gd name="csX1" fmla="*/ 1436568 w 1543815"/>
              <a:gd name="csY1" fmla="*/ 147923 h 340534"/>
              <a:gd name="csX2" fmla="*/ 1422888 w 1543815"/>
              <a:gd name="csY2" fmla="*/ 146335 h 340534"/>
              <a:gd name="csX3" fmla="*/ 1422888 w 1543815"/>
              <a:gd name="csY3" fmla="*/ 146335 h 340534"/>
              <a:gd name="csX4" fmla="*/ 130910 w 1543815"/>
              <a:gd name="csY4" fmla="*/ 869 h 340534"/>
              <a:gd name="csX5" fmla="*/ 711 w 1543815"/>
              <a:gd name="csY5" fmla="*/ 84045 h 340534"/>
              <a:gd name="csX6" fmla="*/ 104651 w 1543815"/>
              <a:gd name="csY6" fmla="*/ 193480 h 340534"/>
              <a:gd name="csX7" fmla="*/ 1410430 w 1543815"/>
              <a:gd name="csY7" fmla="*/ 340535 h 340534"/>
              <a:gd name="csX8" fmla="*/ 1410430 w 1543815"/>
              <a:gd name="csY8" fmla="*/ 339924 h 340534"/>
              <a:gd name="csX9" fmla="*/ 1543194 w 1543815"/>
              <a:gd name="csY9" fmla="*/ 257603 h 340534"/>
              <a:gd name="csX10" fmla="*/ 1436568 w 1543815"/>
              <a:gd name="csY10" fmla="*/ 148411 h 340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3815" h="340534">
                <a:moveTo>
                  <a:pt x="1436568" y="148534"/>
                </a:moveTo>
                <a:lnTo>
                  <a:pt x="1436568" y="147923"/>
                </a:lnTo>
                <a:cubicBezTo>
                  <a:pt x="1436568" y="147923"/>
                  <a:pt x="1422888" y="146335"/>
                  <a:pt x="1422888" y="146335"/>
                </a:cubicBezTo>
                <a:lnTo>
                  <a:pt x="1422888" y="146335"/>
                </a:lnTo>
                <a:cubicBezTo>
                  <a:pt x="1422888" y="146335"/>
                  <a:pt x="130910" y="869"/>
                  <a:pt x="130910" y="869"/>
                </a:cubicBezTo>
                <a:cubicBezTo>
                  <a:pt x="68253" y="-6216"/>
                  <a:pt x="7917" y="30792"/>
                  <a:pt x="711" y="84045"/>
                </a:cubicBezTo>
                <a:cubicBezTo>
                  <a:pt x="-6495" y="137175"/>
                  <a:pt x="41994" y="186519"/>
                  <a:pt x="104651" y="193480"/>
                </a:cubicBezTo>
                <a:lnTo>
                  <a:pt x="1410430" y="340535"/>
                </a:lnTo>
                <a:lnTo>
                  <a:pt x="1410430" y="339924"/>
                </a:lnTo>
                <a:cubicBezTo>
                  <a:pt x="1476629" y="342245"/>
                  <a:pt x="1536477" y="307435"/>
                  <a:pt x="1543194" y="257603"/>
                </a:cubicBezTo>
                <a:cubicBezTo>
                  <a:pt x="1549912" y="207893"/>
                  <a:pt x="1501301" y="160869"/>
                  <a:pt x="1436568" y="148411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B45CC184-03A6-1AA7-94EF-F7B308B0B646}"/>
              </a:ext>
            </a:extLst>
          </p:cNvPr>
          <p:cNvGrpSpPr/>
          <p:nvPr/>
        </p:nvGrpSpPr>
        <p:grpSpPr>
          <a:xfrm>
            <a:off x="6533414" y="1518559"/>
            <a:ext cx="5419100" cy="4754079"/>
            <a:chOff x="6366648" y="1796145"/>
            <a:chExt cx="6790679" cy="475407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BAD0830-D4E4-61D1-21B6-ADE2E89EB3BC}"/>
                </a:ext>
              </a:extLst>
            </p:cNvPr>
            <p:cNvSpPr txBox="1"/>
            <p:nvPr/>
          </p:nvSpPr>
          <p:spPr>
            <a:xfrm>
              <a:off x="7282758" y="1796145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Best Model</a:t>
              </a:r>
            </a:p>
          </p:txBody>
        </p: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5D69C887-67D8-3AB2-1024-FB273881B05D}"/>
                </a:ext>
              </a:extLst>
            </p:cNvPr>
            <p:cNvSpPr txBox="1"/>
            <p:nvPr/>
          </p:nvSpPr>
          <p:spPr>
            <a:xfrm>
              <a:off x="6366648" y="2764572"/>
              <a:ext cx="5235615" cy="3785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MAE: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13.31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Pearson (r):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0.805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Within-Blue Acc:  </a:t>
              </a:r>
              <a:r>
                <a:rPr lang="en-US" sz="20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23.75%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Within-Orange Acc:  </a:t>
              </a:r>
              <a:r>
                <a:rPr lang="en-US" sz="20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60.00%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Within-Yellow Acc: </a:t>
              </a:r>
              <a:r>
                <a:rPr lang="en-US" sz="20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76.67%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359B02B-F0AC-AF24-48EE-3A0110F46A1F}"/>
              </a:ext>
            </a:extLst>
          </p:cNvPr>
          <p:cNvGrpSpPr/>
          <p:nvPr/>
        </p:nvGrpSpPr>
        <p:grpSpPr>
          <a:xfrm rot="20053132">
            <a:off x="3984805" y="-7914419"/>
            <a:ext cx="5591364" cy="4561205"/>
            <a:chOff x="5923334" y="1266158"/>
            <a:chExt cx="5591364" cy="456120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F7BA901-505D-4337-502A-9BF0CDBCDFBE}"/>
                </a:ext>
              </a:extLst>
            </p:cNvPr>
            <p:cNvGrpSpPr/>
            <p:nvPr/>
          </p:nvGrpSpPr>
          <p:grpSpPr>
            <a:xfrm>
              <a:off x="6529987" y="1266158"/>
              <a:ext cx="4688026" cy="2490094"/>
              <a:chOff x="6280508" y="1886644"/>
              <a:chExt cx="5874569" cy="2490094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007FA2-8B63-FF75-4C59-E1539AA279B8}"/>
                  </a:ext>
                </a:extLst>
              </p:cNvPr>
              <p:cNvSpPr txBox="1"/>
              <p:nvPr/>
            </p:nvSpPr>
            <p:spPr>
              <a:xfrm>
                <a:off x="6280508" y="1886644"/>
                <a:ext cx="587456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>
                    <a:solidFill>
                      <a:schemeClr val="bg1"/>
                    </a:solidFill>
                    <a:latin typeface="PT Serif" panose="020A0603040505020204" pitchFamily="18" charset="77"/>
                  </a:rPr>
                  <a:t>Experimentation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00D1F4-5C9B-651B-BB53-92989B9DFAB8}"/>
                  </a:ext>
                </a:extLst>
              </p:cNvPr>
              <p:cNvSpPr txBox="1"/>
              <p:nvPr/>
            </p:nvSpPr>
            <p:spPr>
              <a:xfrm>
                <a:off x="6629143" y="2745522"/>
                <a:ext cx="4788876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>
                        <a:lumMod val="85000"/>
                      </a:schemeClr>
                    </a:solidFill>
                    <a:latin typeface="Euphemia UCAS" panose="020B0503040102020104" pitchFamily="34" charset="-79"/>
                    <a:cs typeface="Euphemia UCAS" panose="020B0503040102020104" pitchFamily="34" charset="-79"/>
                  </a:rPr>
                  <a:t>12 total experiments, tweaking epochs, batch size, and LR.</a:t>
                </a:r>
              </a:p>
              <a:p>
                <a:endPara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endPara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  <a:p>
                <a:endPara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endParaRP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3AE3DBB-E387-0EE9-F33D-66061A32F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23334" y="3132767"/>
              <a:ext cx="5591364" cy="2694596"/>
            </a:xfrm>
            <a:prstGeom prst="rect">
              <a:avLst/>
            </a:prstGeom>
            <a:ln w="38100">
              <a:solidFill>
                <a:schemeClr val="bg1">
                  <a:alpha val="6000"/>
                </a:schemeClr>
              </a:solidFill>
            </a:ln>
          </p:spPr>
        </p:pic>
      </p:grp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992F24CB-C06A-8BB3-8738-44D3E3C5E8FE}"/>
              </a:ext>
            </a:extLst>
          </p:cNvPr>
          <p:cNvGrpSpPr/>
          <p:nvPr/>
        </p:nvGrpSpPr>
        <p:grpSpPr>
          <a:xfrm rot="1679132">
            <a:off x="5362755" y="10725443"/>
            <a:ext cx="5141600" cy="1645628"/>
            <a:chOff x="7282758" y="1796145"/>
            <a:chExt cx="6442943" cy="1645628"/>
          </a:xfrm>
        </p:grpSpPr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EBC74210-A21D-311F-F9F0-AA62563F8D59}"/>
                </a:ext>
              </a:extLst>
            </p:cNvPr>
            <p:cNvSpPr txBox="1"/>
            <p:nvPr/>
          </p:nvSpPr>
          <p:spPr>
            <a:xfrm>
              <a:off x="7282758" y="1796145"/>
              <a:ext cx="64429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See it Yourself:</a:t>
              </a:r>
            </a:p>
          </p:txBody>
        </p:sp>
        <p:sp>
          <p:nvSpPr>
            <p:cNvPr id="546" name="TextBox 545">
              <a:extLst>
                <a:ext uri="{FF2B5EF4-FFF2-40B4-BE49-F238E27FC236}">
                  <a16:creationId xmlns:a16="http://schemas.microsoft.com/office/drawing/2014/main" id="{99B2E69D-DEF6-49EE-2D4C-BDF5D09C79A2}"/>
                </a:ext>
              </a:extLst>
            </p:cNvPr>
            <p:cNvSpPr txBox="1"/>
            <p:nvPr/>
          </p:nvSpPr>
          <p:spPr>
            <a:xfrm>
              <a:off x="7527772" y="2918553"/>
              <a:ext cx="47986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7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http://127.0.0.1:5000</a:t>
              </a:r>
              <a:endParaRPr lang="en-US" sz="2800" dirty="0">
                <a:solidFill>
                  <a:schemeClr val="bg2">
                    <a:lumMod val="7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197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5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A1104-AFEC-9C3B-8EA9-5D77530D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5">
            <a:extLst>
              <a:ext uri="{FF2B5EF4-FFF2-40B4-BE49-F238E27FC236}">
                <a16:creationId xmlns:a16="http://schemas.microsoft.com/office/drawing/2014/main" id="{08DCF99E-7784-B4FC-BFF1-BF4FF08F4151}"/>
              </a:ext>
            </a:extLst>
          </p:cNvPr>
          <p:cNvGrpSpPr/>
          <p:nvPr/>
        </p:nvGrpSpPr>
        <p:grpSpPr>
          <a:xfrm rot="16200000">
            <a:off x="-1948160" y="-78388"/>
            <a:ext cx="6958167" cy="6980484"/>
            <a:chOff x="-1948160" y="-78388"/>
            <a:chExt cx="6958167" cy="698048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8B9D400-C3CC-40EC-38DB-E5A023B53B07}"/>
                </a:ext>
              </a:extLst>
            </p:cNvPr>
            <p:cNvSpPr/>
            <p:nvPr/>
          </p:nvSpPr>
          <p:spPr>
            <a:xfrm>
              <a:off x="-1948160" y="-78388"/>
              <a:ext cx="6958167" cy="6980484"/>
            </a:xfrm>
            <a:custGeom>
              <a:avLst/>
              <a:gdLst>
                <a:gd name="csX0" fmla="*/ 6119712 w 6958167"/>
                <a:gd name="csY0" fmla="*/ 5773616 h 6980484"/>
                <a:gd name="csX1" fmla="*/ 5722275 w 6958167"/>
                <a:gd name="csY1" fmla="*/ 5883418 h 6980484"/>
                <a:gd name="csX2" fmla="*/ 5587678 w 6958167"/>
                <a:gd name="csY2" fmla="*/ 6273161 h 6980484"/>
                <a:gd name="csX3" fmla="*/ 5176072 w 6958167"/>
                <a:gd name="csY3" fmla="*/ 6297955 h 6980484"/>
                <a:gd name="csX4" fmla="*/ 4962941 w 6958167"/>
                <a:gd name="csY4" fmla="*/ 6650934 h 6980484"/>
                <a:gd name="csX5" fmla="*/ 4555244 w 6958167"/>
                <a:gd name="csY5" fmla="*/ 6589010 h 6980484"/>
                <a:gd name="csX6" fmla="*/ 4273227 w 6958167"/>
                <a:gd name="csY6" fmla="*/ 6889837 h 6980484"/>
                <a:gd name="csX7" fmla="*/ 3887270 w 6958167"/>
                <a:gd name="csY7" fmla="*/ 6744615 h 6980484"/>
                <a:gd name="csX8" fmla="*/ 3549069 w 6958167"/>
                <a:gd name="csY8" fmla="*/ 6980464 h 6980484"/>
                <a:gd name="csX9" fmla="*/ 3201586 w 6958167"/>
                <a:gd name="csY9" fmla="*/ 6758538 h 6980484"/>
                <a:gd name="csX10" fmla="*/ 2821859 w 6958167"/>
                <a:gd name="csY10" fmla="*/ 6919272 h 6980484"/>
                <a:gd name="csX11" fmla="*/ 2527994 w 6958167"/>
                <a:gd name="csY11" fmla="*/ 6630049 h 6980484"/>
                <a:gd name="csX12" fmla="*/ 2123106 w 6958167"/>
                <a:gd name="csY12" fmla="*/ 6707973 h 6980484"/>
                <a:gd name="csX13" fmla="*/ 1896295 w 6958167"/>
                <a:gd name="csY13" fmla="*/ 6363666 h 6980484"/>
                <a:gd name="csX14" fmla="*/ 1484079 w 6958167"/>
                <a:gd name="csY14" fmla="*/ 6355238 h 6980484"/>
                <a:gd name="csX15" fmla="*/ 1333849 w 6958167"/>
                <a:gd name="csY15" fmla="*/ 5971236 h 6980484"/>
                <a:gd name="csX16" fmla="*/ 932136 w 6958167"/>
                <a:gd name="csY16" fmla="*/ 5878044 h 6980484"/>
                <a:gd name="csX17" fmla="*/ 864227 w 6958167"/>
                <a:gd name="csY17" fmla="*/ 5471324 h 6980484"/>
                <a:gd name="csX18" fmla="*/ 490729 w 6958167"/>
                <a:gd name="csY18" fmla="*/ 5296544 h 6980484"/>
                <a:gd name="csX19" fmla="*/ 509416 w 6958167"/>
                <a:gd name="csY19" fmla="*/ 4884572 h 6980484"/>
                <a:gd name="csX20" fmla="*/ 180742 w 6958167"/>
                <a:gd name="csY20" fmla="*/ 4635532 h 6980484"/>
                <a:gd name="csX21" fmla="*/ 284926 w 6958167"/>
                <a:gd name="csY21" fmla="*/ 4236629 h 6980484"/>
                <a:gd name="csX22" fmla="*/ 15245 w 6958167"/>
                <a:gd name="csY22" fmla="*/ 3924810 h 6980484"/>
                <a:gd name="csX23" fmla="*/ 199795 w 6958167"/>
                <a:gd name="csY23" fmla="*/ 3556074 h 6980484"/>
                <a:gd name="csX24" fmla="*/ 344 w 6958167"/>
                <a:gd name="csY24" fmla="*/ 3195156 h 6980484"/>
                <a:gd name="csX25" fmla="*/ 257200 w 6958167"/>
                <a:gd name="csY25" fmla="*/ 2872589 h 6980484"/>
                <a:gd name="csX26" fmla="*/ 137139 w 6958167"/>
                <a:gd name="csY26" fmla="*/ 2478083 h 6980484"/>
                <a:gd name="csX27" fmla="*/ 455675 w 6958167"/>
                <a:gd name="csY27" fmla="*/ 2216218 h 6980484"/>
                <a:gd name="csX28" fmla="*/ 420744 w 6958167"/>
                <a:gd name="csY28" fmla="*/ 1805345 h 6980484"/>
                <a:gd name="csX29" fmla="*/ 787036 w 6958167"/>
                <a:gd name="csY29" fmla="*/ 1615909 h 6980484"/>
                <a:gd name="csX30" fmla="*/ 838334 w 6958167"/>
                <a:gd name="csY30" fmla="*/ 1206746 h 6980484"/>
                <a:gd name="csX31" fmla="*/ 1235772 w 6958167"/>
                <a:gd name="csY31" fmla="*/ 1096944 h 6980484"/>
                <a:gd name="csX32" fmla="*/ 1370368 w 6958167"/>
                <a:gd name="csY32" fmla="*/ 707201 h 6980484"/>
                <a:gd name="csX33" fmla="*/ 1781974 w 6958167"/>
                <a:gd name="csY33" fmla="*/ 682407 h 6980484"/>
                <a:gd name="csX34" fmla="*/ 1995105 w 6958167"/>
                <a:gd name="csY34" fmla="*/ 329427 h 6980484"/>
                <a:gd name="csX35" fmla="*/ 2402802 w 6958167"/>
                <a:gd name="csY35" fmla="*/ 391352 h 6980484"/>
                <a:gd name="csX36" fmla="*/ 2684819 w 6958167"/>
                <a:gd name="csY36" fmla="*/ 90525 h 6980484"/>
                <a:gd name="csX37" fmla="*/ 3070776 w 6958167"/>
                <a:gd name="csY37" fmla="*/ 235747 h 6980484"/>
                <a:gd name="csX38" fmla="*/ 3409099 w 6958167"/>
                <a:gd name="csY38" fmla="*/ 21 h 6980484"/>
                <a:gd name="csX39" fmla="*/ 3756582 w 6958167"/>
                <a:gd name="csY39" fmla="*/ 221946 h 6980484"/>
                <a:gd name="csX40" fmla="*/ 4136310 w 6958167"/>
                <a:gd name="csY40" fmla="*/ 61212 h 6980484"/>
                <a:gd name="csX41" fmla="*/ 4430174 w 6958167"/>
                <a:gd name="csY41" fmla="*/ 350435 h 6980484"/>
                <a:gd name="csX42" fmla="*/ 4835062 w 6958167"/>
                <a:gd name="csY42" fmla="*/ 272511 h 6980484"/>
                <a:gd name="csX43" fmla="*/ 5061873 w 6958167"/>
                <a:gd name="csY43" fmla="*/ 616819 h 6980484"/>
                <a:gd name="csX44" fmla="*/ 5474090 w 6958167"/>
                <a:gd name="csY44" fmla="*/ 625246 h 6980484"/>
                <a:gd name="csX45" fmla="*/ 5624320 w 6958167"/>
                <a:gd name="csY45" fmla="*/ 1009249 h 6980484"/>
                <a:gd name="csX46" fmla="*/ 6026032 w 6958167"/>
                <a:gd name="csY46" fmla="*/ 1102440 h 6980484"/>
                <a:gd name="csX47" fmla="*/ 6093941 w 6958167"/>
                <a:gd name="csY47" fmla="*/ 1509160 h 6980484"/>
                <a:gd name="csX48" fmla="*/ 6467440 w 6958167"/>
                <a:gd name="csY48" fmla="*/ 1683940 h 6980484"/>
                <a:gd name="csX49" fmla="*/ 6448752 w 6958167"/>
                <a:gd name="csY49" fmla="*/ 2095912 h 6980484"/>
                <a:gd name="csX50" fmla="*/ 6777427 w 6958167"/>
                <a:gd name="csY50" fmla="*/ 2344952 h 6980484"/>
                <a:gd name="csX51" fmla="*/ 6673242 w 6958167"/>
                <a:gd name="csY51" fmla="*/ 2743855 h 6980484"/>
                <a:gd name="csX52" fmla="*/ 6942924 w 6958167"/>
                <a:gd name="csY52" fmla="*/ 3055674 h 6980484"/>
                <a:gd name="csX53" fmla="*/ 6758373 w 6958167"/>
                <a:gd name="csY53" fmla="*/ 3424410 h 6980484"/>
                <a:gd name="csX54" fmla="*/ 6957824 w 6958167"/>
                <a:gd name="csY54" fmla="*/ 3785328 h 6980484"/>
                <a:gd name="csX55" fmla="*/ 6700968 w 6958167"/>
                <a:gd name="csY55" fmla="*/ 4107895 h 6980484"/>
                <a:gd name="csX56" fmla="*/ 6821030 w 6958167"/>
                <a:gd name="csY56" fmla="*/ 4502402 h 6980484"/>
                <a:gd name="csX57" fmla="*/ 6502493 w 6958167"/>
                <a:gd name="csY57" fmla="*/ 4764266 h 6980484"/>
                <a:gd name="csX58" fmla="*/ 6537425 w 6958167"/>
                <a:gd name="csY58" fmla="*/ 5175139 h 6980484"/>
                <a:gd name="csX59" fmla="*/ 6171132 w 6958167"/>
                <a:gd name="csY59" fmla="*/ 5364575 h 6980484"/>
                <a:gd name="csX60" fmla="*/ 6119834 w 6958167"/>
                <a:gd name="csY60" fmla="*/ 5773738 h 6980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</a:cxnLst>
              <a:rect l="l" t="t" r="r" b="b"/>
              <a:pathLst>
                <a:path w="6958167" h="6980484">
                  <a:moveTo>
                    <a:pt x="6119712" y="5773616"/>
                  </a:moveTo>
                  <a:cubicBezTo>
                    <a:pt x="6041544" y="5863998"/>
                    <a:pt x="5807527" y="5803418"/>
                    <a:pt x="5722275" y="5883418"/>
                  </a:cubicBezTo>
                  <a:cubicBezTo>
                    <a:pt x="5635312" y="5965129"/>
                    <a:pt x="5681114" y="6202321"/>
                    <a:pt x="5587678" y="6273161"/>
                  </a:cubicBezTo>
                  <a:cubicBezTo>
                    <a:pt x="5494242" y="6344001"/>
                    <a:pt x="5276592" y="6237130"/>
                    <a:pt x="5176072" y="6297955"/>
                  </a:cubicBezTo>
                  <a:cubicBezTo>
                    <a:pt x="5074453" y="6359390"/>
                    <a:pt x="5069446" y="6600980"/>
                    <a:pt x="4962941" y="6650934"/>
                  </a:cubicBezTo>
                  <a:cubicBezTo>
                    <a:pt x="4855582" y="6701255"/>
                    <a:pt x="4666634" y="6550537"/>
                    <a:pt x="4555244" y="6589010"/>
                  </a:cubicBezTo>
                  <a:cubicBezTo>
                    <a:pt x="4443243" y="6627728"/>
                    <a:pt x="4388037" y="6863088"/>
                    <a:pt x="4273227" y="6889837"/>
                  </a:cubicBezTo>
                  <a:cubicBezTo>
                    <a:pt x="4157928" y="6916707"/>
                    <a:pt x="4004523" y="6729958"/>
                    <a:pt x="3887270" y="6744615"/>
                  </a:cubicBezTo>
                  <a:cubicBezTo>
                    <a:pt x="3770017" y="6759271"/>
                    <a:pt x="3667177" y="6978021"/>
                    <a:pt x="3549069" y="6980464"/>
                  </a:cubicBezTo>
                  <a:cubicBezTo>
                    <a:pt x="3430962" y="6982906"/>
                    <a:pt x="3319449" y="6768431"/>
                    <a:pt x="3201586" y="6758538"/>
                  </a:cubicBezTo>
                  <a:cubicBezTo>
                    <a:pt x="3083723" y="6748645"/>
                    <a:pt x="2938256" y="6941502"/>
                    <a:pt x="2821859" y="6919272"/>
                  </a:cubicBezTo>
                  <a:cubicBezTo>
                    <a:pt x="2705461" y="6897043"/>
                    <a:pt x="2641582" y="6664370"/>
                    <a:pt x="2527994" y="6630049"/>
                  </a:cubicBezTo>
                  <a:cubicBezTo>
                    <a:pt x="2415383" y="6595972"/>
                    <a:pt x="2232542" y="6754141"/>
                    <a:pt x="2123106" y="6707973"/>
                  </a:cubicBezTo>
                  <a:cubicBezTo>
                    <a:pt x="2014891" y="6662293"/>
                    <a:pt x="2000479" y="6421192"/>
                    <a:pt x="1896295" y="6363666"/>
                  </a:cubicBezTo>
                  <a:cubicBezTo>
                    <a:pt x="1793699" y="6306993"/>
                    <a:pt x="1581911" y="6423513"/>
                    <a:pt x="1484079" y="6355238"/>
                  </a:cubicBezTo>
                  <a:cubicBezTo>
                    <a:pt x="1386246" y="6286963"/>
                    <a:pt x="1424231" y="6049404"/>
                    <a:pt x="1333849" y="5971236"/>
                  </a:cubicBezTo>
                  <a:cubicBezTo>
                    <a:pt x="1243466" y="5893067"/>
                    <a:pt x="1012259" y="5963174"/>
                    <a:pt x="932136" y="5878044"/>
                  </a:cubicBezTo>
                  <a:cubicBezTo>
                    <a:pt x="850426" y="5791082"/>
                    <a:pt x="935068" y="5564637"/>
                    <a:pt x="864227" y="5471324"/>
                  </a:cubicBezTo>
                  <a:cubicBezTo>
                    <a:pt x="792288" y="5376545"/>
                    <a:pt x="551554" y="5397064"/>
                    <a:pt x="490729" y="5296544"/>
                  </a:cubicBezTo>
                  <a:cubicBezTo>
                    <a:pt x="429904" y="5196024"/>
                    <a:pt x="559370" y="4991198"/>
                    <a:pt x="509416" y="4884572"/>
                  </a:cubicBezTo>
                  <a:cubicBezTo>
                    <a:pt x="459095" y="4777212"/>
                    <a:pt x="219338" y="4746922"/>
                    <a:pt x="180742" y="4635532"/>
                  </a:cubicBezTo>
                  <a:cubicBezTo>
                    <a:pt x="142146" y="4524142"/>
                    <a:pt x="311674" y="4351439"/>
                    <a:pt x="284926" y="4236629"/>
                  </a:cubicBezTo>
                  <a:cubicBezTo>
                    <a:pt x="258178" y="4121819"/>
                    <a:pt x="29901" y="4041940"/>
                    <a:pt x="15245" y="3924810"/>
                  </a:cubicBezTo>
                  <a:cubicBezTo>
                    <a:pt x="588" y="3807679"/>
                    <a:pt x="202238" y="3674304"/>
                    <a:pt x="199795" y="3556074"/>
                  </a:cubicBezTo>
                  <a:cubicBezTo>
                    <a:pt x="197353" y="3437845"/>
                    <a:pt x="-9549" y="3313020"/>
                    <a:pt x="344" y="3195156"/>
                  </a:cubicBezTo>
                  <a:cubicBezTo>
                    <a:pt x="10237" y="3077293"/>
                    <a:pt x="235093" y="2988987"/>
                    <a:pt x="257200" y="2872589"/>
                  </a:cubicBezTo>
                  <a:cubicBezTo>
                    <a:pt x="279307" y="2756192"/>
                    <a:pt x="102818" y="2591671"/>
                    <a:pt x="137139" y="2478083"/>
                  </a:cubicBezTo>
                  <a:cubicBezTo>
                    <a:pt x="171459" y="2364494"/>
                    <a:pt x="409507" y="2325776"/>
                    <a:pt x="455675" y="2216218"/>
                  </a:cubicBezTo>
                  <a:cubicBezTo>
                    <a:pt x="501843" y="2106660"/>
                    <a:pt x="363216" y="1909529"/>
                    <a:pt x="420744" y="1805345"/>
                  </a:cubicBezTo>
                  <a:cubicBezTo>
                    <a:pt x="478271" y="1701162"/>
                    <a:pt x="718761" y="1713742"/>
                    <a:pt x="787036" y="1615909"/>
                  </a:cubicBezTo>
                  <a:cubicBezTo>
                    <a:pt x="855311" y="1518076"/>
                    <a:pt x="760166" y="1297251"/>
                    <a:pt x="838334" y="1206746"/>
                  </a:cubicBezTo>
                  <a:cubicBezTo>
                    <a:pt x="916502" y="1116242"/>
                    <a:pt x="1150519" y="1176944"/>
                    <a:pt x="1235772" y="1096944"/>
                  </a:cubicBezTo>
                  <a:cubicBezTo>
                    <a:pt x="1322734" y="1015234"/>
                    <a:pt x="1276932" y="778041"/>
                    <a:pt x="1370368" y="707201"/>
                  </a:cubicBezTo>
                  <a:cubicBezTo>
                    <a:pt x="1463804" y="636361"/>
                    <a:pt x="1681454" y="743232"/>
                    <a:pt x="1781974" y="682407"/>
                  </a:cubicBezTo>
                  <a:cubicBezTo>
                    <a:pt x="1882493" y="621582"/>
                    <a:pt x="1888600" y="379382"/>
                    <a:pt x="1995105" y="329427"/>
                  </a:cubicBezTo>
                  <a:cubicBezTo>
                    <a:pt x="2101610" y="279473"/>
                    <a:pt x="2291412" y="429825"/>
                    <a:pt x="2402802" y="391352"/>
                  </a:cubicBezTo>
                  <a:cubicBezTo>
                    <a:pt x="2514192" y="352878"/>
                    <a:pt x="2570010" y="117273"/>
                    <a:pt x="2684819" y="90525"/>
                  </a:cubicBezTo>
                  <a:cubicBezTo>
                    <a:pt x="2800118" y="63655"/>
                    <a:pt x="2953523" y="250404"/>
                    <a:pt x="3070776" y="235747"/>
                  </a:cubicBezTo>
                  <a:cubicBezTo>
                    <a:pt x="3188029" y="221091"/>
                    <a:pt x="3290991" y="2463"/>
                    <a:pt x="3409099" y="21"/>
                  </a:cubicBezTo>
                  <a:cubicBezTo>
                    <a:pt x="3527207" y="-2422"/>
                    <a:pt x="3638719" y="212053"/>
                    <a:pt x="3756582" y="221946"/>
                  </a:cubicBezTo>
                  <a:cubicBezTo>
                    <a:pt x="3874445" y="231839"/>
                    <a:pt x="4019912" y="38983"/>
                    <a:pt x="4136310" y="61212"/>
                  </a:cubicBezTo>
                  <a:cubicBezTo>
                    <a:pt x="4252708" y="83441"/>
                    <a:pt x="4316586" y="316114"/>
                    <a:pt x="4430174" y="350435"/>
                  </a:cubicBezTo>
                  <a:cubicBezTo>
                    <a:pt x="4543763" y="384756"/>
                    <a:pt x="4725627" y="226343"/>
                    <a:pt x="4835062" y="272511"/>
                  </a:cubicBezTo>
                  <a:cubicBezTo>
                    <a:pt x="4944499" y="318679"/>
                    <a:pt x="4957689" y="559292"/>
                    <a:pt x="5061873" y="616819"/>
                  </a:cubicBezTo>
                  <a:cubicBezTo>
                    <a:pt x="5166057" y="674346"/>
                    <a:pt x="5376257" y="556971"/>
                    <a:pt x="5474090" y="625246"/>
                  </a:cubicBezTo>
                  <a:cubicBezTo>
                    <a:pt x="5571922" y="693521"/>
                    <a:pt x="5533937" y="931080"/>
                    <a:pt x="5624320" y="1009249"/>
                  </a:cubicBezTo>
                  <a:cubicBezTo>
                    <a:pt x="5714702" y="1087417"/>
                    <a:pt x="5945910" y="1017310"/>
                    <a:pt x="6026032" y="1102440"/>
                  </a:cubicBezTo>
                  <a:cubicBezTo>
                    <a:pt x="6107743" y="1189403"/>
                    <a:pt x="6023101" y="1415847"/>
                    <a:pt x="6093941" y="1509160"/>
                  </a:cubicBezTo>
                  <a:cubicBezTo>
                    <a:pt x="6165881" y="1603940"/>
                    <a:pt x="6406615" y="1583420"/>
                    <a:pt x="6467440" y="1683940"/>
                  </a:cubicBezTo>
                  <a:cubicBezTo>
                    <a:pt x="6528875" y="1785559"/>
                    <a:pt x="6398798" y="1989286"/>
                    <a:pt x="6448752" y="2095912"/>
                  </a:cubicBezTo>
                  <a:cubicBezTo>
                    <a:pt x="6498707" y="2202539"/>
                    <a:pt x="6738831" y="2233562"/>
                    <a:pt x="6777427" y="2344952"/>
                  </a:cubicBezTo>
                  <a:cubicBezTo>
                    <a:pt x="6816022" y="2456342"/>
                    <a:pt x="6646494" y="2629046"/>
                    <a:pt x="6673242" y="2743855"/>
                  </a:cubicBezTo>
                  <a:cubicBezTo>
                    <a:pt x="6700113" y="2859154"/>
                    <a:pt x="6928267" y="2938544"/>
                    <a:pt x="6942924" y="3055674"/>
                  </a:cubicBezTo>
                  <a:cubicBezTo>
                    <a:pt x="6957580" y="3172927"/>
                    <a:pt x="6755930" y="3306180"/>
                    <a:pt x="6758373" y="3424410"/>
                  </a:cubicBezTo>
                  <a:cubicBezTo>
                    <a:pt x="6760816" y="3542639"/>
                    <a:pt x="6967717" y="3667464"/>
                    <a:pt x="6957824" y="3785328"/>
                  </a:cubicBezTo>
                  <a:cubicBezTo>
                    <a:pt x="6947931" y="3903191"/>
                    <a:pt x="6723075" y="3991497"/>
                    <a:pt x="6700968" y="4107895"/>
                  </a:cubicBezTo>
                  <a:cubicBezTo>
                    <a:pt x="6678861" y="4224293"/>
                    <a:pt x="6855351" y="4388813"/>
                    <a:pt x="6821030" y="4502402"/>
                  </a:cubicBezTo>
                  <a:cubicBezTo>
                    <a:pt x="6786709" y="4615990"/>
                    <a:pt x="6548661" y="4654708"/>
                    <a:pt x="6502493" y="4764266"/>
                  </a:cubicBezTo>
                  <a:cubicBezTo>
                    <a:pt x="6456325" y="4873824"/>
                    <a:pt x="6594952" y="5070955"/>
                    <a:pt x="6537425" y="5175139"/>
                  </a:cubicBezTo>
                  <a:cubicBezTo>
                    <a:pt x="6479898" y="5279322"/>
                    <a:pt x="6239408" y="5266742"/>
                    <a:pt x="6171132" y="5364575"/>
                  </a:cubicBezTo>
                  <a:cubicBezTo>
                    <a:pt x="6104201" y="5460454"/>
                    <a:pt x="6198003" y="5683234"/>
                    <a:pt x="6119834" y="5773738"/>
                  </a:cubicBezTo>
                  <a:close/>
                </a:path>
              </a:pathLst>
            </a:custGeom>
            <a:solidFill>
              <a:srgbClr val="E0E4D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16D7EB9-1D02-2DFC-3A35-680ABDD56353}"/>
                </a:ext>
              </a:extLst>
            </p:cNvPr>
            <p:cNvSpPr/>
            <p:nvPr/>
          </p:nvSpPr>
          <p:spPr>
            <a:xfrm>
              <a:off x="1439564" y="655019"/>
              <a:ext cx="180520" cy="2757810"/>
            </a:xfrm>
            <a:custGeom>
              <a:avLst/>
              <a:gdLst>
                <a:gd name="csX0" fmla="*/ 180398 w 180520"/>
                <a:gd name="csY0" fmla="*/ 296 h 2757810"/>
                <a:gd name="csX1" fmla="*/ 0 w 180520"/>
                <a:gd name="csY1" fmla="*/ 3472 h 2757810"/>
                <a:gd name="csX2" fmla="*/ 141436 w 180520"/>
                <a:gd name="csY2" fmla="*/ 2757810 h 2757810"/>
                <a:gd name="csX3" fmla="*/ 180521 w 180520"/>
                <a:gd name="csY3" fmla="*/ 296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80398" y="296"/>
                  </a:moveTo>
                  <a:cubicBezTo>
                    <a:pt x="120184" y="-559"/>
                    <a:pt x="60092" y="418"/>
                    <a:pt x="0" y="3472"/>
                  </a:cubicBezTo>
                  <a:lnTo>
                    <a:pt x="141436" y="2757810"/>
                  </a:lnTo>
                  <a:lnTo>
                    <a:pt x="180521" y="29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31959AF-B395-1BC1-D891-6D8B174CBD82}"/>
                </a:ext>
              </a:extLst>
            </p:cNvPr>
            <p:cNvSpPr/>
            <p:nvPr/>
          </p:nvSpPr>
          <p:spPr>
            <a:xfrm>
              <a:off x="1581000" y="683774"/>
              <a:ext cx="576370" cy="2729055"/>
            </a:xfrm>
            <a:custGeom>
              <a:avLst/>
              <a:gdLst>
                <a:gd name="csX0" fmla="*/ 576370 w 576370"/>
                <a:gd name="csY0" fmla="*/ 31756 h 2729055"/>
                <a:gd name="csX1" fmla="*/ 398659 w 576370"/>
                <a:gd name="csY1" fmla="*/ 0 h 2729055"/>
                <a:gd name="csX2" fmla="*/ 0 w 576370"/>
                <a:gd name="csY2" fmla="*/ 2729056 h 2729055"/>
                <a:gd name="csX3" fmla="*/ 576370 w 576370"/>
                <a:gd name="csY3" fmla="*/ 31756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576370" y="31756"/>
                  </a:moveTo>
                  <a:cubicBezTo>
                    <a:pt x="517377" y="19176"/>
                    <a:pt x="458141" y="8672"/>
                    <a:pt x="398659" y="0"/>
                  </a:cubicBezTo>
                  <a:lnTo>
                    <a:pt x="0" y="2729056"/>
                  </a:lnTo>
                  <a:lnTo>
                    <a:pt x="576370" y="317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A96F2B9-545C-F52F-226D-2E3926DDDB5E}"/>
                </a:ext>
              </a:extLst>
            </p:cNvPr>
            <p:cNvSpPr/>
            <p:nvPr/>
          </p:nvSpPr>
          <p:spPr>
            <a:xfrm>
              <a:off x="1259777" y="658491"/>
              <a:ext cx="321223" cy="2754338"/>
            </a:xfrm>
            <a:custGeom>
              <a:avLst/>
              <a:gdLst>
                <a:gd name="csX0" fmla="*/ 179787 w 321223"/>
                <a:gd name="csY0" fmla="*/ 0 h 2754338"/>
                <a:gd name="csX1" fmla="*/ 0 w 321223"/>
                <a:gd name="csY1" fmla="*/ 15267 h 2754338"/>
                <a:gd name="csX2" fmla="*/ 321223 w 321223"/>
                <a:gd name="csY2" fmla="*/ 2754339 h 2754338"/>
                <a:gd name="csX3" fmla="*/ 179787 w 321223"/>
                <a:gd name="csY3" fmla="*/ 0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79787" y="0"/>
                  </a:moveTo>
                  <a:cubicBezTo>
                    <a:pt x="119695" y="3053"/>
                    <a:pt x="59725" y="8305"/>
                    <a:pt x="0" y="15267"/>
                  </a:cubicBezTo>
                  <a:lnTo>
                    <a:pt x="321223" y="2754339"/>
                  </a:lnTo>
                  <a:lnTo>
                    <a:pt x="17978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2922F17-E79C-56BD-5274-E91E45A72E0C}"/>
                </a:ext>
              </a:extLst>
            </p:cNvPr>
            <p:cNvSpPr/>
            <p:nvPr/>
          </p:nvSpPr>
          <p:spPr>
            <a:xfrm>
              <a:off x="1581000" y="663743"/>
              <a:ext cx="398658" cy="2749086"/>
            </a:xfrm>
            <a:custGeom>
              <a:avLst/>
              <a:gdLst>
                <a:gd name="csX0" fmla="*/ 398659 w 398658"/>
                <a:gd name="csY0" fmla="*/ 20031 h 2749086"/>
                <a:gd name="csX1" fmla="*/ 219360 w 398658"/>
                <a:gd name="csY1" fmla="*/ 0 h 2749086"/>
                <a:gd name="csX2" fmla="*/ 0 w 398658"/>
                <a:gd name="csY2" fmla="*/ 2749087 h 2749086"/>
                <a:gd name="csX3" fmla="*/ 398659 w 398658"/>
                <a:gd name="csY3" fmla="*/ 20031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8" h="2749086">
                  <a:moveTo>
                    <a:pt x="398659" y="20031"/>
                  </a:moveTo>
                  <a:cubicBezTo>
                    <a:pt x="339056" y="11359"/>
                    <a:pt x="279208" y="4763"/>
                    <a:pt x="219360" y="0"/>
                  </a:cubicBezTo>
                  <a:lnTo>
                    <a:pt x="0" y="2749087"/>
                  </a:lnTo>
                  <a:lnTo>
                    <a:pt x="398659" y="2003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F0D8C26-8368-58EF-E0A6-F15670662354}"/>
                </a:ext>
              </a:extLst>
            </p:cNvPr>
            <p:cNvSpPr/>
            <p:nvPr/>
          </p:nvSpPr>
          <p:spPr>
            <a:xfrm>
              <a:off x="1581000" y="715530"/>
              <a:ext cx="751516" cy="2697299"/>
            </a:xfrm>
            <a:custGeom>
              <a:avLst/>
              <a:gdLst>
                <a:gd name="csX0" fmla="*/ 751516 w 751516"/>
                <a:gd name="csY0" fmla="*/ 43481 h 2697299"/>
                <a:gd name="csX1" fmla="*/ 576370 w 751516"/>
                <a:gd name="csY1" fmla="*/ 0 h 2697299"/>
                <a:gd name="csX2" fmla="*/ 0 w 751516"/>
                <a:gd name="csY2" fmla="*/ 2697300 h 2697299"/>
                <a:gd name="csX3" fmla="*/ 751516 w 751516"/>
                <a:gd name="csY3" fmla="*/ 43481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751516" y="43481"/>
                  </a:moveTo>
                  <a:cubicBezTo>
                    <a:pt x="693501" y="27115"/>
                    <a:pt x="635119" y="12458"/>
                    <a:pt x="576370" y="0"/>
                  </a:cubicBezTo>
                  <a:lnTo>
                    <a:pt x="0" y="2697300"/>
                  </a:lnTo>
                  <a:lnTo>
                    <a:pt x="751516" y="43481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2982745-4E87-3FBE-674E-769FD26980B5}"/>
                </a:ext>
              </a:extLst>
            </p:cNvPr>
            <p:cNvSpPr/>
            <p:nvPr/>
          </p:nvSpPr>
          <p:spPr>
            <a:xfrm>
              <a:off x="1581000" y="1044326"/>
              <a:ext cx="1564345" cy="2368503"/>
            </a:xfrm>
            <a:custGeom>
              <a:avLst/>
              <a:gdLst>
                <a:gd name="csX0" fmla="*/ 1564346 w 1564345"/>
                <a:gd name="csY0" fmla="*/ 97588 h 2368503"/>
                <a:gd name="csX1" fmla="*/ 1412528 w 1564345"/>
                <a:gd name="csY1" fmla="*/ 0 h 2368503"/>
                <a:gd name="csX2" fmla="*/ 0 w 1564345"/>
                <a:gd name="csY2" fmla="*/ 2368504 h 2368503"/>
                <a:gd name="csX3" fmla="*/ 1564346 w 1564345"/>
                <a:gd name="csY3" fmla="*/ 97588 h 23685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5" h="2368503">
                  <a:moveTo>
                    <a:pt x="1564346" y="97588"/>
                  </a:moveTo>
                  <a:cubicBezTo>
                    <a:pt x="1514514" y="63145"/>
                    <a:pt x="1463948" y="30657"/>
                    <a:pt x="1412528" y="0"/>
                  </a:cubicBezTo>
                  <a:lnTo>
                    <a:pt x="0" y="2368504"/>
                  </a:lnTo>
                  <a:lnTo>
                    <a:pt x="1564346" y="97588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06A85B9-61FF-2D5E-03B7-F5EAA2A6DB41}"/>
                </a:ext>
              </a:extLst>
            </p:cNvPr>
            <p:cNvSpPr/>
            <p:nvPr/>
          </p:nvSpPr>
          <p:spPr>
            <a:xfrm>
              <a:off x="1581000" y="956875"/>
              <a:ext cx="1412528" cy="2455954"/>
            </a:xfrm>
            <a:custGeom>
              <a:avLst/>
              <a:gdLst>
                <a:gd name="csX0" fmla="*/ 1412528 w 1412528"/>
                <a:gd name="csY0" fmla="*/ 87451 h 2455954"/>
                <a:gd name="csX1" fmla="*/ 1254726 w 1412528"/>
                <a:gd name="csY1" fmla="*/ 0 h 2455954"/>
                <a:gd name="csX2" fmla="*/ 0 w 1412528"/>
                <a:gd name="csY2" fmla="*/ 2455955 h 2455954"/>
                <a:gd name="csX3" fmla="*/ 1412528 w 1412528"/>
                <a:gd name="csY3" fmla="*/ 87451 h 2455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4">
                  <a:moveTo>
                    <a:pt x="1412528" y="87451"/>
                  </a:moveTo>
                  <a:cubicBezTo>
                    <a:pt x="1360620" y="56428"/>
                    <a:pt x="1307978" y="27237"/>
                    <a:pt x="1254726" y="0"/>
                  </a:cubicBezTo>
                  <a:lnTo>
                    <a:pt x="0" y="2455955"/>
                  </a:lnTo>
                  <a:lnTo>
                    <a:pt x="1412528" y="8745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1FB81AC-A74B-5620-FC25-F9F10F230F5A}"/>
                </a:ext>
              </a:extLst>
            </p:cNvPr>
            <p:cNvSpPr/>
            <p:nvPr/>
          </p:nvSpPr>
          <p:spPr>
            <a:xfrm>
              <a:off x="1581000" y="879684"/>
              <a:ext cx="1254725" cy="2533146"/>
            </a:xfrm>
            <a:custGeom>
              <a:avLst/>
              <a:gdLst>
                <a:gd name="csX0" fmla="*/ 1254726 w 1254725"/>
                <a:gd name="csY0" fmla="*/ 77069 h 2533146"/>
                <a:gd name="csX1" fmla="*/ 1091549 w 1254725"/>
                <a:gd name="csY1" fmla="*/ 0 h 2533146"/>
                <a:gd name="csX2" fmla="*/ 0 w 1254725"/>
                <a:gd name="csY2" fmla="*/ 2533146 h 2533146"/>
                <a:gd name="csX3" fmla="*/ 1254726 w 1254725"/>
                <a:gd name="csY3" fmla="*/ 77191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1254726" y="77069"/>
                  </a:moveTo>
                  <a:cubicBezTo>
                    <a:pt x="1200985" y="49588"/>
                    <a:pt x="1146511" y="23695"/>
                    <a:pt x="1091549" y="0"/>
                  </a:cubicBezTo>
                  <a:lnTo>
                    <a:pt x="0" y="2533146"/>
                  </a:lnTo>
                  <a:lnTo>
                    <a:pt x="1254726" y="77191"/>
                  </a:lnTo>
                  <a:close/>
                </a:path>
              </a:pathLst>
            </a:custGeom>
            <a:solidFill>
              <a:srgbClr val="F79757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2AB3A35D-3A81-354E-E993-0589E8F186A5}"/>
                </a:ext>
              </a:extLst>
            </p:cNvPr>
            <p:cNvSpPr/>
            <p:nvPr/>
          </p:nvSpPr>
          <p:spPr>
            <a:xfrm>
              <a:off x="1581000" y="813851"/>
              <a:ext cx="1091549" cy="2598978"/>
            </a:xfrm>
            <a:custGeom>
              <a:avLst/>
              <a:gdLst>
                <a:gd name="csX0" fmla="*/ 1091549 w 1091549"/>
                <a:gd name="csY0" fmla="*/ 65832 h 2598978"/>
                <a:gd name="csX1" fmla="*/ 923487 w 1091549"/>
                <a:gd name="csY1" fmla="*/ 0 h 2598978"/>
                <a:gd name="csX2" fmla="*/ 0 w 1091549"/>
                <a:gd name="csY2" fmla="*/ 2598979 h 2598978"/>
                <a:gd name="csX3" fmla="*/ 1091549 w 1091549"/>
                <a:gd name="csY3" fmla="*/ 65832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1091549" y="65832"/>
                  </a:moveTo>
                  <a:cubicBezTo>
                    <a:pt x="1036098" y="41893"/>
                    <a:pt x="980037" y="20031"/>
                    <a:pt x="923487" y="0"/>
                  </a:cubicBezTo>
                  <a:lnTo>
                    <a:pt x="0" y="2598979"/>
                  </a:lnTo>
                  <a:lnTo>
                    <a:pt x="1091549" y="65832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C7973D1-0609-AB5C-97B8-807698119756}"/>
                </a:ext>
              </a:extLst>
            </p:cNvPr>
            <p:cNvSpPr/>
            <p:nvPr/>
          </p:nvSpPr>
          <p:spPr>
            <a:xfrm>
              <a:off x="1581000" y="759011"/>
              <a:ext cx="923486" cy="2653818"/>
            </a:xfrm>
            <a:custGeom>
              <a:avLst/>
              <a:gdLst>
                <a:gd name="csX0" fmla="*/ 923487 w 923486"/>
                <a:gd name="csY0" fmla="*/ 54840 h 2653818"/>
                <a:gd name="csX1" fmla="*/ 751516 w 923486"/>
                <a:gd name="csY1" fmla="*/ 0 h 2653818"/>
                <a:gd name="csX2" fmla="*/ 0 w 923486"/>
                <a:gd name="csY2" fmla="*/ 2653819 h 2653818"/>
                <a:gd name="csX3" fmla="*/ 923487 w 923486"/>
                <a:gd name="csY3" fmla="*/ 54840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923487" y="54840"/>
                  </a:moveTo>
                  <a:cubicBezTo>
                    <a:pt x="866571" y="34687"/>
                    <a:pt x="809288" y="16367"/>
                    <a:pt x="751516" y="0"/>
                  </a:cubicBezTo>
                  <a:lnTo>
                    <a:pt x="0" y="2653819"/>
                  </a:lnTo>
                  <a:lnTo>
                    <a:pt x="923487" y="54840"/>
                  </a:lnTo>
                  <a:close/>
                </a:path>
              </a:pathLst>
            </a:custGeom>
            <a:solidFill>
              <a:srgbClr val="FFE07F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886147D-9D20-6955-3D73-A34E04A8D1F6}"/>
                </a:ext>
              </a:extLst>
            </p:cNvPr>
            <p:cNvSpPr/>
            <p:nvPr/>
          </p:nvSpPr>
          <p:spPr>
            <a:xfrm>
              <a:off x="-582555" y="1565490"/>
              <a:ext cx="2163433" cy="1847218"/>
            </a:xfrm>
            <a:custGeom>
              <a:avLst/>
              <a:gdLst>
                <a:gd name="csX0" fmla="*/ 116398 w 2163433"/>
                <a:gd name="csY0" fmla="*/ 122 h 1847218"/>
                <a:gd name="csX1" fmla="*/ 0 w 2163433"/>
                <a:gd name="csY1" fmla="*/ 138016 h 1847218"/>
                <a:gd name="csX2" fmla="*/ 2163434 w 2163433"/>
                <a:gd name="csY2" fmla="*/ 1847218 h 1847218"/>
                <a:gd name="csX3" fmla="*/ 116398 w 2163433"/>
                <a:gd name="csY3" fmla="*/ 0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3" h="1847218">
                  <a:moveTo>
                    <a:pt x="116398" y="122"/>
                  </a:moveTo>
                  <a:cubicBezTo>
                    <a:pt x="75848" y="45069"/>
                    <a:pt x="37130" y="91237"/>
                    <a:pt x="0" y="138016"/>
                  </a:cubicBezTo>
                  <a:lnTo>
                    <a:pt x="2163434" y="1847218"/>
                  </a:lnTo>
                  <a:lnTo>
                    <a:pt x="11639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E93ACCC-A493-B312-78B7-CE215BE838F3}"/>
                </a:ext>
              </a:extLst>
            </p:cNvPr>
            <p:cNvSpPr/>
            <p:nvPr/>
          </p:nvSpPr>
          <p:spPr>
            <a:xfrm>
              <a:off x="-340844" y="1314007"/>
              <a:ext cx="1921844" cy="2098822"/>
            </a:xfrm>
            <a:custGeom>
              <a:avLst/>
              <a:gdLst>
                <a:gd name="csX0" fmla="*/ 133131 w 1921844"/>
                <a:gd name="csY0" fmla="*/ 0 h 2098822"/>
                <a:gd name="csX1" fmla="*/ 0 w 1921844"/>
                <a:gd name="csY1" fmla="*/ 121772 h 2098822"/>
                <a:gd name="csX2" fmla="*/ 1921845 w 1921844"/>
                <a:gd name="csY2" fmla="*/ 2098823 h 2098822"/>
                <a:gd name="csX3" fmla="*/ 133131 w 1921844"/>
                <a:gd name="csY3" fmla="*/ 0 h 20988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2">
                  <a:moveTo>
                    <a:pt x="133131" y="0"/>
                  </a:moveTo>
                  <a:cubicBezTo>
                    <a:pt x="87695" y="38840"/>
                    <a:pt x="43359" y="79512"/>
                    <a:pt x="0" y="121772"/>
                  </a:cubicBezTo>
                  <a:lnTo>
                    <a:pt x="1921845" y="2098823"/>
                  </a:lnTo>
                  <a:lnTo>
                    <a:pt x="1331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B1AB23A-E6AD-5B52-87A2-184767BB27EE}"/>
                </a:ext>
              </a:extLst>
            </p:cNvPr>
            <p:cNvSpPr/>
            <p:nvPr/>
          </p:nvSpPr>
          <p:spPr>
            <a:xfrm>
              <a:off x="-207591" y="1201396"/>
              <a:ext cx="1788591" cy="2211311"/>
            </a:xfrm>
            <a:custGeom>
              <a:avLst/>
              <a:gdLst>
                <a:gd name="csX0" fmla="*/ 140947 w 1788591"/>
                <a:gd name="csY0" fmla="*/ 0 h 2211311"/>
                <a:gd name="csX1" fmla="*/ 0 w 1788591"/>
                <a:gd name="csY1" fmla="*/ 112611 h 2211311"/>
                <a:gd name="csX2" fmla="*/ 1788592 w 1788591"/>
                <a:gd name="csY2" fmla="*/ 2211312 h 2211311"/>
                <a:gd name="csX3" fmla="*/ 140947 w 1788591"/>
                <a:gd name="csY3" fmla="*/ 0 h 2211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311">
                  <a:moveTo>
                    <a:pt x="140947" y="0"/>
                  </a:moveTo>
                  <a:cubicBezTo>
                    <a:pt x="92947" y="35786"/>
                    <a:pt x="45924" y="73283"/>
                    <a:pt x="0" y="112611"/>
                  </a:cubicBezTo>
                  <a:lnTo>
                    <a:pt x="1788592" y="2211312"/>
                  </a:lnTo>
                  <a:lnTo>
                    <a:pt x="140947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57361E-178A-531E-7C0D-B04CC835ACCA}"/>
                </a:ext>
              </a:extLst>
            </p:cNvPr>
            <p:cNvSpPr/>
            <p:nvPr/>
          </p:nvSpPr>
          <p:spPr>
            <a:xfrm>
              <a:off x="-66643" y="1098189"/>
              <a:ext cx="1647644" cy="2314640"/>
            </a:xfrm>
            <a:custGeom>
              <a:avLst/>
              <a:gdLst>
                <a:gd name="csX0" fmla="*/ 148032 w 1647644"/>
                <a:gd name="csY0" fmla="*/ 0 h 2314640"/>
                <a:gd name="csX1" fmla="*/ 0 w 1647644"/>
                <a:gd name="csY1" fmla="*/ 103207 h 2314640"/>
                <a:gd name="csX2" fmla="*/ 1647645 w 1647644"/>
                <a:gd name="csY2" fmla="*/ 2314641 h 2314640"/>
                <a:gd name="csX3" fmla="*/ 148032 w 1647644"/>
                <a:gd name="csY3" fmla="*/ 0 h 2314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0">
                  <a:moveTo>
                    <a:pt x="148032" y="0"/>
                  </a:moveTo>
                  <a:cubicBezTo>
                    <a:pt x="97833" y="32611"/>
                    <a:pt x="48367" y="67054"/>
                    <a:pt x="0" y="103207"/>
                  </a:cubicBezTo>
                  <a:lnTo>
                    <a:pt x="1647645" y="2314641"/>
                  </a:lnTo>
                  <a:lnTo>
                    <a:pt x="1480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5BFC414-0F14-B753-41D4-A87D5C041808}"/>
                </a:ext>
              </a:extLst>
            </p:cNvPr>
            <p:cNvSpPr/>
            <p:nvPr/>
          </p:nvSpPr>
          <p:spPr>
            <a:xfrm>
              <a:off x="-466157" y="1435779"/>
              <a:ext cx="2047036" cy="1977051"/>
            </a:xfrm>
            <a:custGeom>
              <a:avLst/>
              <a:gdLst>
                <a:gd name="csX0" fmla="*/ 125314 w 2047036"/>
                <a:gd name="csY0" fmla="*/ 0 h 1977051"/>
                <a:gd name="csX1" fmla="*/ 0 w 2047036"/>
                <a:gd name="csY1" fmla="*/ 129833 h 1977051"/>
                <a:gd name="csX2" fmla="*/ 2047036 w 2047036"/>
                <a:gd name="csY2" fmla="*/ 1977051 h 1977051"/>
                <a:gd name="csX3" fmla="*/ 125314 w 2047036"/>
                <a:gd name="csY3" fmla="*/ 0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6" h="1977051">
                  <a:moveTo>
                    <a:pt x="125314" y="0"/>
                  </a:moveTo>
                  <a:cubicBezTo>
                    <a:pt x="82565" y="41649"/>
                    <a:pt x="40672" y="84886"/>
                    <a:pt x="0" y="129833"/>
                  </a:cubicBezTo>
                  <a:lnTo>
                    <a:pt x="2047036" y="1977051"/>
                  </a:lnTo>
                  <a:lnTo>
                    <a:pt x="12531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4F4172D-B953-E56C-B15E-F2270FAED338}"/>
                </a:ext>
              </a:extLst>
            </p:cNvPr>
            <p:cNvSpPr/>
            <p:nvPr/>
          </p:nvSpPr>
          <p:spPr>
            <a:xfrm>
              <a:off x="1580878" y="1141914"/>
              <a:ext cx="1709324" cy="2270915"/>
            </a:xfrm>
            <a:custGeom>
              <a:avLst/>
              <a:gdLst>
                <a:gd name="csX0" fmla="*/ 1709324 w 1709324"/>
                <a:gd name="csY0" fmla="*/ 107482 h 2270915"/>
                <a:gd name="csX1" fmla="*/ 1564346 w 1709324"/>
                <a:gd name="csY1" fmla="*/ 0 h 2270915"/>
                <a:gd name="csX2" fmla="*/ 0 w 1709324"/>
                <a:gd name="csY2" fmla="*/ 2270916 h 2270915"/>
                <a:gd name="csX3" fmla="*/ 1709202 w 1709324"/>
                <a:gd name="csY3" fmla="*/ 107482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1709324" y="107482"/>
                  </a:moveTo>
                  <a:cubicBezTo>
                    <a:pt x="1661812" y="69863"/>
                    <a:pt x="1613568" y="33954"/>
                    <a:pt x="1564346" y="0"/>
                  </a:cubicBezTo>
                  <a:lnTo>
                    <a:pt x="0" y="2270916"/>
                  </a:lnTo>
                  <a:lnTo>
                    <a:pt x="1709202" y="10748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43975B3-411B-2DD2-19DB-31309F20B603}"/>
                </a:ext>
              </a:extLst>
            </p:cNvPr>
            <p:cNvSpPr/>
            <p:nvPr/>
          </p:nvSpPr>
          <p:spPr>
            <a:xfrm>
              <a:off x="81387" y="1004753"/>
              <a:ext cx="1499612" cy="2408076"/>
            </a:xfrm>
            <a:custGeom>
              <a:avLst/>
              <a:gdLst>
                <a:gd name="csX0" fmla="*/ 154383 w 1499612"/>
                <a:gd name="csY0" fmla="*/ 0 h 2408076"/>
                <a:gd name="csX1" fmla="*/ 0 w 1499612"/>
                <a:gd name="csY1" fmla="*/ 93436 h 2408076"/>
                <a:gd name="csX2" fmla="*/ 1499613 w 1499612"/>
                <a:gd name="csY2" fmla="*/ 2408077 h 2408076"/>
                <a:gd name="csX3" fmla="*/ 154383 w 1499612"/>
                <a:gd name="csY3" fmla="*/ 122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54383" y="0"/>
                  </a:moveTo>
                  <a:cubicBezTo>
                    <a:pt x="102108" y="29313"/>
                    <a:pt x="50565" y="60458"/>
                    <a:pt x="0" y="93436"/>
                  </a:cubicBezTo>
                  <a:lnTo>
                    <a:pt x="1499613" y="2408077"/>
                  </a:lnTo>
                  <a:lnTo>
                    <a:pt x="154383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23CC67E-F605-59D5-31E4-B57B83CCB2DC}"/>
                </a:ext>
              </a:extLst>
            </p:cNvPr>
            <p:cNvSpPr/>
            <p:nvPr/>
          </p:nvSpPr>
          <p:spPr>
            <a:xfrm>
              <a:off x="396137" y="850004"/>
              <a:ext cx="1184740" cy="2562825"/>
            </a:xfrm>
            <a:custGeom>
              <a:avLst/>
              <a:gdLst>
                <a:gd name="csX0" fmla="*/ 165497 w 1184740"/>
                <a:gd name="csY0" fmla="*/ 0 h 2562825"/>
                <a:gd name="csX1" fmla="*/ 0 w 1184740"/>
                <a:gd name="csY1" fmla="*/ 72062 h 2562825"/>
                <a:gd name="csX2" fmla="*/ 1184741 w 1184740"/>
                <a:gd name="csY2" fmla="*/ 2562826 h 2562825"/>
                <a:gd name="csX3" fmla="*/ 165375 w 1184740"/>
                <a:gd name="csY3" fmla="*/ 0 h 25628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5">
                  <a:moveTo>
                    <a:pt x="165497" y="0"/>
                  </a:moveTo>
                  <a:cubicBezTo>
                    <a:pt x="109680" y="22107"/>
                    <a:pt x="54474" y="46168"/>
                    <a:pt x="0" y="72062"/>
                  </a:cubicBezTo>
                  <a:lnTo>
                    <a:pt x="1184741" y="2562826"/>
                  </a:lnTo>
                  <a:lnTo>
                    <a:pt x="165375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7FA7EC-3A0B-9005-FEC9-CDA10E250DFF}"/>
                </a:ext>
              </a:extLst>
            </p:cNvPr>
            <p:cNvSpPr/>
            <p:nvPr/>
          </p:nvSpPr>
          <p:spPr>
            <a:xfrm>
              <a:off x="235892" y="921943"/>
              <a:ext cx="1345230" cy="2490764"/>
            </a:xfrm>
            <a:custGeom>
              <a:avLst/>
              <a:gdLst>
                <a:gd name="csX0" fmla="*/ 160368 w 1345230"/>
                <a:gd name="csY0" fmla="*/ 122 h 2490764"/>
                <a:gd name="csX1" fmla="*/ 0 w 1345230"/>
                <a:gd name="csY1" fmla="*/ 82810 h 2490764"/>
                <a:gd name="csX2" fmla="*/ 1345230 w 1345230"/>
                <a:gd name="csY2" fmla="*/ 2490764 h 2490764"/>
                <a:gd name="csX3" fmla="*/ 160490 w 1345230"/>
                <a:gd name="csY3" fmla="*/ 0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60368" y="122"/>
                  </a:moveTo>
                  <a:cubicBezTo>
                    <a:pt x="106138" y="25893"/>
                    <a:pt x="52642" y="53374"/>
                    <a:pt x="0" y="82810"/>
                  </a:cubicBezTo>
                  <a:lnTo>
                    <a:pt x="1345230" y="2490764"/>
                  </a:lnTo>
                  <a:lnTo>
                    <a:pt x="16049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0120DC26-772A-991D-0459-5242389BBB8E}"/>
                </a:ext>
              </a:extLst>
            </p:cNvPr>
            <p:cNvSpPr/>
            <p:nvPr/>
          </p:nvSpPr>
          <p:spPr>
            <a:xfrm>
              <a:off x="731529" y="738980"/>
              <a:ext cx="849471" cy="2673849"/>
            </a:xfrm>
            <a:custGeom>
              <a:avLst/>
              <a:gdLst>
                <a:gd name="csX0" fmla="*/ 173436 w 849471"/>
                <a:gd name="csY0" fmla="*/ 0 h 2673849"/>
                <a:gd name="csX1" fmla="*/ 0 w 849471"/>
                <a:gd name="csY1" fmla="*/ 49832 h 2673849"/>
                <a:gd name="csX2" fmla="*/ 849471 w 849471"/>
                <a:gd name="csY2" fmla="*/ 2673850 h 2673849"/>
                <a:gd name="csX3" fmla="*/ 173436 w 849471"/>
                <a:gd name="csY3" fmla="*/ 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173436" y="0"/>
                  </a:moveTo>
                  <a:cubicBezTo>
                    <a:pt x="115176" y="14657"/>
                    <a:pt x="57282" y="31267"/>
                    <a:pt x="0" y="49832"/>
                  </a:cubicBezTo>
                  <a:lnTo>
                    <a:pt x="849471" y="2673850"/>
                  </a:lnTo>
                  <a:lnTo>
                    <a:pt x="17343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8EC4367-EF81-70FD-DDB3-6A11C802019C}"/>
                </a:ext>
              </a:extLst>
            </p:cNvPr>
            <p:cNvSpPr/>
            <p:nvPr/>
          </p:nvSpPr>
          <p:spPr>
            <a:xfrm>
              <a:off x="904965" y="700629"/>
              <a:ext cx="676035" cy="2712200"/>
            </a:xfrm>
            <a:custGeom>
              <a:avLst/>
              <a:gdLst>
                <a:gd name="csX0" fmla="*/ 176368 w 676035"/>
                <a:gd name="csY0" fmla="*/ 0 h 2712200"/>
                <a:gd name="csX1" fmla="*/ 0 w 676035"/>
                <a:gd name="csY1" fmla="*/ 38351 h 2712200"/>
                <a:gd name="csX2" fmla="*/ 676035 w 676035"/>
                <a:gd name="csY2" fmla="*/ 2712201 h 2712200"/>
                <a:gd name="csX3" fmla="*/ 176368 w 676035"/>
                <a:gd name="csY3" fmla="*/ 0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176368" y="0"/>
                  </a:moveTo>
                  <a:cubicBezTo>
                    <a:pt x="117253" y="10870"/>
                    <a:pt x="58382" y="23573"/>
                    <a:pt x="0" y="38351"/>
                  </a:cubicBezTo>
                  <a:lnTo>
                    <a:pt x="676035" y="2712201"/>
                  </a:lnTo>
                  <a:lnTo>
                    <a:pt x="17636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1AC7FF85-F548-4733-B22C-264100A27EC4}"/>
                </a:ext>
              </a:extLst>
            </p:cNvPr>
            <p:cNvSpPr/>
            <p:nvPr/>
          </p:nvSpPr>
          <p:spPr>
            <a:xfrm>
              <a:off x="1081333" y="673759"/>
              <a:ext cx="499667" cy="2739071"/>
            </a:xfrm>
            <a:custGeom>
              <a:avLst/>
              <a:gdLst>
                <a:gd name="csX0" fmla="*/ 178444 w 499667"/>
                <a:gd name="csY0" fmla="*/ 0 h 2739071"/>
                <a:gd name="csX1" fmla="*/ 0 w 499667"/>
                <a:gd name="csY1" fmla="*/ 26870 h 2739071"/>
                <a:gd name="csX2" fmla="*/ 499667 w 499667"/>
                <a:gd name="csY2" fmla="*/ 2739071 h 2739071"/>
                <a:gd name="csX3" fmla="*/ 178444 w 499667"/>
                <a:gd name="csY3" fmla="*/ 0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178444" y="0"/>
                  </a:moveTo>
                  <a:cubicBezTo>
                    <a:pt x="118718" y="6962"/>
                    <a:pt x="59237" y="16000"/>
                    <a:pt x="0" y="26870"/>
                  </a:cubicBezTo>
                  <a:lnTo>
                    <a:pt x="499667" y="2739071"/>
                  </a:lnTo>
                  <a:lnTo>
                    <a:pt x="17844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9F5178C-59D5-4881-7180-DB8711DA5252}"/>
                </a:ext>
              </a:extLst>
            </p:cNvPr>
            <p:cNvSpPr/>
            <p:nvPr/>
          </p:nvSpPr>
          <p:spPr>
            <a:xfrm>
              <a:off x="561635" y="788691"/>
              <a:ext cx="1019365" cy="2624016"/>
            </a:xfrm>
            <a:custGeom>
              <a:avLst/>
              <a:gdLst>
                <a:gd name="csX0" fmla="*/ 169772 w 1019365"/>
                <a:gd name="csY0" fmla="*/ 0 h 2624016"/>
                <a:gd name="csX1" fmla="*/ 0 w 1019365"/>
                <a:gd name="csY1" fmla="*/ 61191 h 2624016"/>
                <a:gd name="csX2" fmla="*/ 1019366 w 1019365"/>
                <a:gd name="csY2" fmla="*/ 2624017 h 2624016"/>
                <a:gd name="csX3" fmla="*/ 169894 w 1019365"/>
                <a:gd name="csY3" fmla="*/ 0 h 26240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6">
                  <a:moveTo>
                    <a:pt x="169772" y="0"/>
                  </a:moveTo>
                  <a:cubicBezTo>
                    <a:pt x="112612" y="18443"/>
                    <a:pt x="56062" y="38962"/>
                    <a:pt x="0" y="61191"/>
                  </a:cubicBezTo>
                  <a:lnTo>
                    <a:pt x="1019366" y="2624017"/>
                  </a:lnTo>
                  <a:lnTo>
                    <a:pt x="169894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C4FA546-B7B9-3B5A-747E-FA06AAB60668}"/>
                </a:ext>
              </a:extLst>
            </p:cNvPr>
            <p:cNvSpPr/>
            <p:nvPr/>
          </p:nvSpPr>
          <p:spPr>
            <a:xfrm>
              <a:off x="1580878" y="655316"/>
              <a:ext cx="219360" cy="2757514"/>
            </a:xfrm>
            <a:custGeom>
              <a:avLst/>
              <a:gdLst>
                <a:gd name="csX0" fmla="*/ 219360 w 219360"/>
                <a:gd name="csY0" fmla="*/ 8428 h 2757514"/>
                <a:gd name="csX1" fmla="*/ 39084 w 219360"/>
                <a:gd name="csY1" fmla="*/ 0 h 2757514"/>
                <a:gd name="csX2" fmla="*/ 0 w 219360"/>
                <a:gd name="csY2" fmla="*/ 2757514 h 2757514"/>
                <a:gd name="csX3" fmla="*/ 219360 w 219360"/>
                <a:gd name="csY3" fmla="*/ 8428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219360" y="8428"/>
                  </a:moveTo>
                  <a:cubicBezTo>
                    <a:pt x="159391" y="3664"/>
                    <a:pt x="99176" y="855"/>
                    <a:pt x="39084" y="0"/>
                  </a:cubicBezTo>
                  <a:lnTo>
                    <a:pt x="0" y="2757514"/>
                  </a:lnTo>
                  <a:lnTo>
                    <a:pt x="219360" y="84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A1260931-A493-D6E6-F198-2A88C7F1AACD}"/>
                </a:ext>
              </a:extLst>
            </p:cNvPr>
            <p:cNvSpPr/>
            <p:nvPr/>
          </p:nvSpPr>
          <p:spPr>
            <a:xfrm>
              <a:off x="1581000" y="3412830"/>
              <a:ext cx="2653818" cy="923487"/>
            </a:xfrm>
            <a:custGeom>
              <a:avLst/>
              <a:gdLst>
                <a:gd name="csX0" fmla="*/ 2598979 w 2653818"/>
                <a:gd name="csY0" fmla="*/ 923487 h 923487"/>
                <a:gd name="csX1" fmla="*/ 2653819 w 2653818"/>
                <a:gd name="csY1" fmla="*/ 751516 h 923487"/>
                <a:gd name="csX2" fmla="*/ 0 w 2653818"/>
                <a:gd name="csY2" fmla="*/ 0 h 923487"/>
                <a:gd name="csX3" fmla="*/ 2598979 w 2653818"/>
                <a:gd name="csY3" fmla="*/ 923487 h 923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7">
                  <a:moveTo>
                    <a:pt x="2598979" y="923487"/>
                  </a:moveTo>
                  <a:cubicBezTo>
                    <a:pt x="2619132" y="866571"/>
                    <a:pt x="2637453" y="809288"/>
                    <a:pt x="2653819" y="751516"/>
                  </a:cubicBezTo>
                  <a:lnTo>
                    <a:pt x="0" y="0"/>
                  </a:lnTo>
                  <a:lnTo>
                    <a:pt x="2598979" y="9234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B8104C-EE60-AB04-1481-069A8F01729B}"/>
                </a:ext>
              </a:extLst>
            </p:cNvPr>
            <p:cNvSpPr/>
            <p:nvPr/>
          </p:nvSpPr>
          <p:spPr>
            <a:xfrm>
              <a:off x="1581000" y="1249274"/>
              <a:ext cx="1847218" cy="2163433"/>
            </a:xfrm>
            <a:custGeom>
              <a:avLst/>
              <a:gdLst>
                <a:gd name="csX0" fmla="*/ 1847096 w 1847218"/>
                <a:gd name="csY0" fmla="*/ 116398 h 2163433"/>
                <a:gd name="csX1" fmla="*/ 1709202 w 1847218"/>
                <a:gd name="csY1" fmla="*/ 0 h 2163433"/>
                <a:gd name="csX2" fmla="*/ 0 w 1847218"/>
                <a:gd name="csY2" fmla="*/ 2163434 h 2163433"/>
                <a:gd name="csX3" fmla="*/ 1847218 w 1847218"/>
                <a:gd name="csY3" fmla="*/ 116398 h 2163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3">
                  <a:moveTo>
                    <a:pt x="1847096" y="116398"/>
                  </a:moveTo>
                  <a:cubicBezTo>
                    <a:pt x="1802149" y="75848"/>
                    <a:pt x="1755981" y="37130"/>
                    <a:pt x="1709202" y="0"/>
                  </a:cubicBezTo>
                  <a:lnTo>
                    <a:pt x="0" y="2163434"/>
                  </a:lnTo>
                  <a:lnTo>
                    <a:pt x="1847218" y="116398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9C169A11-C75B-49D7-A0F3-B7231376C63B}"/>
                </a:ext>
              </a:extLst>
            </p:cNvPr>
            <p:cNvSpPr/>
            <p:nvPr/>
          </p:nvSpPr>
          <p:spPr>
            <a:xfrm>
              <a:off x="1581000" y="3412830"/>
              <a:ext cx="2729056" cy="576370"/>
            </a:xfrm>
            <a:custGeom>
              <a:avLst/>
              <a:gdLst>
                <a:gd name="csX0" fmla="*/ 2697301 w 2729056"/>
                <a:gd name="csY0" fmla="*/ 576370 h 576370"/>
                <a:gd name="csX1" fmla="*/ 2729056 w 2729056"/>
                <a:gd name="csY1" fmla="*/ 398659 h 576370"/>
                <a:gd name="csX2" fmla="*/ 0 w 2729056"/>
                <a:gd name="csY2" fmla="*/ 0 h 576370"/>
                <a:gd name="csX3" fmla="*/ 2697301 w 2729056"/>
                <a:gd name="csY3" fmla="*/ 57637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2697301" y="576370"/>
                  </a:moveTo>
                  <a:cubicBezTo>
                    <a:pt x="2709880" y="517378"/>
                    <a:pt x="2720384" y="458141"/>
                    <a:pt x="2729056" y="398659"/>
                  </a:cubicBezTo>
                  <a:lnTo>
                    <a:pt x="0" y="0"/>
                  </a:lnTo>
                  <a:lnTo>
                    <a:pt x="2697301" y="57637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D5688D9-3DD8-5CFE-9731-8643317450A9}"/>
                </a:ext>
              </a:extLst>
            </p:cNvPr>
            <p:cNvSpPr/>
            <p:nvPr/>
          </p:nvSpPr>
          <p:spPr>
            <a:xfrm>
              <a:off x="1581000" y="3412708"/>
              <a:ext cx="2757514" cy="219360"/>
            </a:xfrm>
            <a:custGeom>
              <a:avLst/>
              <a:gdLst>
                <a:gd name="csX0" fmla="*/ 2749087 w 2757514"/>
                <a:gd name="csY0" fmla="*/ 219360 h 219360"/>
                <a:gd name="csX1" fmla="*/ 2757515 w 2757514"/>
                <a:gd name="csY1" fmla="*/ 39084 h 219360"/>
                <a:gd name="csX2" fmla="*/ 0 w 2757514"/>
                <a:gd name="csY2" fmla="*/ 0 h 219360"/>
                <a:gd name="csX3" fmla="*/ 2749087 w 2757514"/>
                <a:gd name="csY3" fmla="*/ 21936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2749087" y="219360"/>
                  </a:moveTo>
                  <a:cubicBezTo>
                    <a:pt x="2753850" y="159391"/>
                    <a:pt x="2756660" y="99177"/>
                    <a:pt x="2757515" y="39084"/>
                  </a:cubicBezTo>
                  <a:lnTo>
                    <a:pt x="0" y="0"/>
                  </a:lnTo>
                  <a:lnTo>
                    <a:pt x="2749087" y="21936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E91F7F47-81E6-5D05-7607-ADF6F20C5B98}"/>
                </a:ext>
              </a:extLst>
            </p:cNvPr>
            <p:cNvSpPr/>
            <p:nvPr/>
          </p:nvSpPr>
          <p:spPr>
            <a:xfrm>
              <a:off x="1581000" y="3412830"/>
              <a:ext cx="2749086" cy="398659"/>
            </a:xfrm>
            <a:custGeom>
              <a:avLst/>
              <a:gdLst>
                <a:gd name="csX0" fmla="*/ 2729056 w 2749086"/>
                <a:gd name="csY0" fmla="*/ 398659 h 398659"/>
                <a:gd name="csX1" fmla="*/ 2749087 w 2749086"/>
                <a:gd name="csY1" fmla="*/ 219360 h 398659"/>
                <a:gd name="csX2" fmla="*/ 0 w 2749086"/>
                <a:gd name="csY2" fmla="*/ 0 h 398659"/>
                <a:gd name="csX3" fmla="*/ 2729056 w 2749086"/>
                <a:gd name="csY3" fmla="*/ 398659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729056" y="398659"/>
                  </a:moveTo>
                  <a:cubicBezTo>
                    <a:pt x="2737728" y="339056"/>
                    <a:pt x="2744323" y="279208"/>
                    <a:pt x="2749087" y="219360"/>
                  </a:cubicBezTo>
                  <a:lnTo>
                    <a:pt x="0" y="0"/>
                  </a:lnTo>
                  <a:lnTo>
                    <a:pt x="2729056" y="39865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6AAA44DF-314C-3D77-C89D-7D203678F76C}"/>
                </a:ext>
              </a:extLst>
            </p:cNvPr>
            <p:cNvSpPr/>
            <p:nvPr/>
          </p:nvSpPr>
          <p:spPr>
            <a:xfrm>
              <a:off x="1581000" y="3412830"/>
              <a:ext cx="2455955" cy="1412528"/>
            </a:xfrm>
            <a:custGeom>
              <a:avLst/>
              <a:gdLst>
                <a:gd name="csX0" fmla="*/ 2368504 w 2455955"/>
                <a:gd name="csY0" fmla="*/ 1412528 h 1412528"/>
                <a:gd name="csX1" fmla="*/ 2455955 w 2455955"/>
                <a:gd name="csY1" fmla="*/ 1254726 h 1412528"/>
                <a:gd name="csX2" fmla="*/ 0 w 2455955"/>
                <a:gd name="csY2" fmla="*/ 0 h 1412528"/>
                <a:gd name="csX3" fmla="*/ 2368504 w 2455955"/>
                <a:gd name="csY3" fmla="*/ 1412528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2368504" y="1412528"/>
                  </a:moveTo>
                  <a:cubicBezTo>
                    <a:pt x="2399528" y="1360620"/>
                    <a:pt x="2428718" y="1307978"/>
                    <a:pt x="2455955" y="1254726"/>
                  </a:cubicBezTo>
                  <a:lnTo>
                    <a:pt x="0" y="0"/>
                  </a:lnTo>
                  <a:lnTo>
                    <a:pt x="2368504" y="1412528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5448D5D5-9F7A-A0ED-2C9A-881A90793A58}"/>
                </a:ext>
              </a:extLst>
            </p:cNvPr>
            <p:cNvSpPr/>
            <p:nvPr/>
          </p:nvSpPr>
          <p:spPr>
            <a:xfrm>
              <a:off x="1581000" y="3412830"/>
              <a:ext cx="2368503" cy="1564346"/>
            </a:xfrm>
            <a:custGeom>
              <a:avLst/>
              <a:gdLst>
                <a:gd name="csX0" fmla="*/ 2270916 w 2368503"/>
                <a:gd name="csY0" fmla="*/ 1564346 h 1564346"/>
                <a:gd name="csX1" fmla="*/ 2368504 w 2368503"/>
                <a:gd name="csY1" fmla="*/ 1412528 h 1564346"/>
                <a:gd name="csX2" fmla="*/ 0 w 2368503"/>
                <a:gd name="csY2" fmla="*/ 0 h 1564346"/>
                <a:gd name="csX3" fmla="*/ 2270916 w 2368503"/>
                <a:gd name="csY3" fmla="*/ 1564346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3" h="1564346">
                  <a:moveTo>
                    <a:pt x="2270916" y="1564346"/>
                  </a:moveTo>
                  <a:cubicBezTo>
                    <a:pt x="2305359" y="1514514"/>
                    <a:pt x="2337847" y="1463949"/>
                    <a:pt x="2368504" y="1412528"/>
                  </a:cubicBezTo>
                  <a:lnTo>
                    <a:pt x="0" y="0"/>
                  </a:lnTo>
                  <a:lnTo>
                    <a:pt x="2270916" y="15643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E03A5878-7C8C-F5CC-C7C2-F497185F83AE}"/>
                </a:ext>
              </a:extLst>
            </p:cNvPr>
            <p:cNvSpPr/>
            <p:nvPr/>
          </p:nvSpPr>
          <p:spPr>
            <a:xfrm>
              <a:off x="1581000" y="3412830"/>
              <a:ext cx="2598978" cy="1091549"/>
            </a:xfrm>
            <a:custGeom>
              <a:avLst/>
              <a:gdLst>
                <a:gd name="csX0" fmla="*/ 2533147 w 2598978"/>
                <a:gd name="csY0" fmla="*/ 1091549 h 1091549"/>
                <a:gd name="csX1" fmla="*/ 2598979 w 2598978"/>
                <a:gd name="csY1" fmla="*/ 923487 h 1091549"/>
                <a:gd name="csX2" fmla="*/ 0 w 2598978"/>
                <a:gd name="csY2" fmla="*/ 0 h 1091549"/>
                <a:gd name="csX3" fmla="*/ 2533147 w 2598978"/>
                <a:gd name="csY3" fmla="*/ 1091549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2533147" y="1091549"/>
                  </a:moveTo>
                  <a:cubicBezTo>
                    <a:pt x="2557085" y="1036099"/>
                    <a:pt x="2578949" y="980037"/>
                    <a:pt x="2598979" y="923487"/>
                  </a:cubicBezTo>
                  <a:lnTo>
                    <a:pt x="0" y="0"/>
                  </a:lnTo>
                  <a:lnTo>
                    <a:pt x="2533147" y="109154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4B5C85FF-46E7-2A76-955D-86AF6D16142B}"/>
                </a:ext>
              </a:extLst>
            </p:cNvPr>
            <p:cNvSpPr/>
            <p:nvPr/>
          </p:nvSpPr>
          <p:spPr>
            <a:xfrm>
              <a:off x="1581000" y="3412708"/>
              <a:ext cx="2270915" cy="1709324"/>
            </a:xfrm>
            <a:custGeom>
              <a:avLst/>
              <a:gdLst>
                <a:gd name="csX0" fmla="*/ 2163434 w 2270915"/>
                <a:gd name="csY0" fmla="*/ 1709324 h 1709324"/>
                <a:gd name="csX1" fmla="*/ 2270916 w 2270915"/>
                <a:gd name="csY1" fmla="*/ 1564346 h 1709324"/>
                <a:gd name="csX2" fmla="*/ 0 w 2270915"/>
                <a:gd name="csY2" fmla="*/ 0 h 1709324"/>
                <a:gd name="csX3" fmla="*/ 2163434 w 2270915"/>
                <a:gd name="csY3" fmla="*/ 170920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2163434" y="1709324"/>
                  </a:moveTo>
                  <a:cubicBezTo>
                    <a:pt x="2201053" y="1661813"/>
                    <a:pt x="2236962" y="1613568"/>
                    <a:pt x="2270916" y="1564346"/>
                  </a:cubicBezTo>
                  <a:lnTo>
                    <a:pt x="0" y="0"/>
                  </a:lnTo>
                  <a:lnTo>
                    <a:pt x="2163434" y="170920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897E5C61-3CD6-23EF-4384-4D9A6FB5C26A}"/>
                </a:ext>
              </a:extLst>
            </p:cNvPr>
            <p:cNvSpPr/>
            <p:nvPr/>
          </p:nvSpPr>
          <p:spPr>
            <a:xfrm>
              <a:off x="1580878" y="3412830"/>
              <a:ext cx="2533146" cy="1254725"/>
            </a:xfrm>
            <a:custGeom>
              <a:avLst/>
              <a:gdLst>
                <a:gd name="csX0" fmla="*/ 2456078 w 2533146"/>
                <a:gd name="csY0" fmla="*/ 1254726 h 1254725"/>
                <a:gd name="csX1" fmla="*/ 2533147 w 2533146"/>
                <a:gd name="csY1" fmla="*/ 1091549 h 1254725"/>
                <a:gd name="csX2" fmla="*/ 0 w 2533146"/>
                <a:gd name="csY2" fmla="*/ 0 h 1254725"/>
                <a:gd name="csX3" fmla="*/ 2455955 w 2533146"/>
                <a:gd name="csY3" fmla="*/ 1254726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2456078" y="1254726"/>
                  </a:moveTo>
                  <a:cubicBezTo>
                    <a:pt x="2483559" y="1200985"/>
                    <a:pt x="2509452" y="1146511"/>
                    <a:pt x="2533147" y="1091549"/>
                  </a:cubicBezTo>
                  <a:lnTo>
                    <a:pt x="0" y="0"/>
                  </a:lnTo>
                  <a:lnTo>
                    <a:pt x="2455955" y="12547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261A7784-E68A-DF81-791D-A50A394620AE}"/>
                </a:ext>
              </a:extLst>
            </p:cNvPr>
            <p:cNvSpPr/>
            <p:nvPr/>
          </p:nvSpPr>
          <p:spPr>
            <a:xfrm>
              <a:off x="1581000" y="3271394"/>
              <a:ext cx="2757810" cy="180520"/>
            </a:xfrm>
            <a:custGeom>
              <a:avLst/>
              <a:gdLst>
                <a:gd name="csX0" fmla="*/ 2757515 w 2757810"/>
                <a:gd name="csY0" fmla="*/ 180398 h 180520"/>
                <a:gd name="csX1" fmla="*/ 2754339 w 2757810"/>
                <a:gd name="csY1" fmla="*/ 0 h 180520"/>
                <a:gd name="csX2" fmla="*/ 0 w 2757810"/>
                <a:gd name="csY2" fmla="*/ 141436 h 180520"/>
                <a:gd name="csX3" fmla="*/ 2757515 w 2757810"/>
                <a:gd name="csY3" fmla="*/ 18052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757515" y="180398"/>
                  </a:moveTo>
                  <a:cubicBezTo>
                    <a:pt x="2758370" y="120184"/>
                    <a:pt x="2757392" y="60092"/>
                    <a:pt x="2754339" y="0"/>
                  </a:cubicBezTo>
                  <a:lnTo>
                    <a:pt x="0" y="141436"/>
                  </a:lnTo>
                  <a:lnTo>
                    <a:pt x="2757515" y="18052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F12A5CFF-2324-6997-70C5-38243135A640}"/>
                </a:ext>
              </a:extLst>
            </p:cNvPr>
            <p:cNvSpPr/>
            <p:nvPr/>
          </p:nvSpPr>
          <p:spPr>
            <a:xfrm>
              <a:off x="1581000" y="3412830"/>
              <a:ext cx="2697300" cy="751516"/>
            </a:xfrm>
            <a:custGeom>
              <a:avLst/>
              <a:gdLst>
                <a:gd name="csX0" fmla="*/ 2653819 w 2697300"/>
                <a:gd name="csY0" fmla="*/ 751516 h 751516"/>
                <a:gd name="csX1" fmla="*/ 2697301 w 2697300"/>
                <a:gd name="csY1" fmla="*/ 576370 h 751516"/>
                <a:gd name="csX2" fmla="*/ 0 w 2697300"/>
                <a:gd name="csY2" fmla="*/ 0 h 751516"/>
                <a:gd name="csX3" fmla="*/ 2653819 w 2697300"/>
                <a:gd name="csY3" fmla="*/ 751516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2653819" y="751516"/>
                  </a:moveTo>
                  <a:cubicBezTo>
                    <a:pt x="2670185" y="693501"/>
                    <a:pt x="2684842" y="635119"/>
                    <a:pt x="2697301" y="576370"/>
                  </a:cubicBezTo>
                  <a:lnTo>
                    <a:pt x="0" y="0"/>
                  </a:lnTo>
                  <a:lnTo>
                    <a:pt x="2653819" y="7515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7036E22-D7B2-0F40-5E36-393C725A2A7A}"/>
                </a:ext>
              </a:extLst>
            </p:cNvPr>
            <p:cNvSpPr/>
            <p:nvPr/>
          </p:nvSpPr>
          <p:spPr>
            <a:xfrm>
              <a:off x="1581000" y="1765186"/>
              <a:ext cx="2314641" cy="1647644"/>
            </a:xfrm>
            <a:custGeom>
              <a:avLst/>
              <a:gdLst>
                <a:gd name="csX0" fmla="*/ 2314641 w 2314641"/>
                <a:gd name="csY0" fmla="*/ 148031 h 1647644"/>
                <a:gd name="csX1" fmla="*/ 2211434 w 2314641"/>
                <a:gd name="csY1" fmla="*/ 0 h 1647644"/>
                <a:gd name="csX2" fmla="*/ 0 w 2314641"/>
                <a:gd name="csY2" fmla="*/ 1647644 h 1647644"/>
                <a:gd name="csX3" fmla="*/ 2314641 w 2314641"/>
                <a:gd name="csY3" fmla="*/ 148031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2314641" y="148031"/>
                  </a:moveTo>
                  <a:cubicBezTo>
                    <a:pt x="2282031" y="97833"/>
                    <a:pt x="2247588" y="48367"/>
                    <a:pt x="2211434" y="0"/>
                  </a:cubicBezTo>
                  <a:lnTo>
                    <a:pt x="0" y="1647644"/>
                  </a:lnTo>
                  <a:lnTo>
                    <a:pt x="2314641" y="148031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1775D9C-0050-318F-7F3E-0D56F66A10EA}"/>
                </a:ext>
              </a:extLst>
            </p:cNvPr>
            <p:cNvSpPr/>
            <p:nvPr/>
          </p:nvSpPr>
          <p:spPr>
            <a:xfrm>
              <a:off x="1581122" y="1624238"/>
              <a:ext cx="2211434" cy="1788591"/>
            </a:xfrm>
            <a:custGeom>
              <a:avLst/>
              <a:gdLst>
                <a:gd name="csX0" fmla="*/ 2211312 w 2211434"/>
                <a:gd name="csY0" fmla="*/ 140948 h 1788591"/>
                <a:gd name="csX1" fmla="*/ 2098701 w 2211434"/>
                <a:gd name="csY1" fmla="*/ 0 h 1788591"/>
                <a:gd name="csX2" fmla="*/ 0 w 2211434"/>
                <a:gd name="csY2" fmla="*/ 1788592 h 1788591"/>
                <a:gd name="csX3" fmla="*/ 2211434 w 2211434"/>
                <a:gd name="csY3" fmla="*/ 140948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2211312" y="140948"/>
                  </a:moveTo>
                  <a:cubicBezTo>
                    <a:pt x="2175526" y="92947"/>
                    <a:pt x="2138029" y="45924"/>
                    <a:pt x="2098701" y="0"/>
                  </a:cubicBezTo>
                  <a:lnTo>
                    <a:pt x="0" y="1788592"/>
                  </a:lnTo>
                  <a:lnTo>
                    <a:pt x="2211434" y="140948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6CCF53DA-D887-1CF6-2A57-B8B968877719}"/>
                </a:ext>
              </a:extLst>
            </p:cNvPr>
            <p:cNvSpPr/>
            <p:nvPr/>
          </p:nvSpPr>
          <p:spPr>
            <a:xfrm>
              <a:off x="1581000" y="3091606"/>
              <a:ext cx="2754338" cy="321223"/>
            </a:xfrm>
            <a:custGeom>
              <a:avLst/>
              <a:gdLst>
                <a:gd name="csX0" fmla="*/ 2754339 w 2754338"/>
                <a:gd name="csY0" fmla="*/ 179787 h 321223"/>
                <a:gd name="csX1" fmla="*/ 2739072 w 2754338"/>
                <a:gd name="csY1" fmla="*/ 0 h 321223"/>
                <a:gd name="csX2" fmla="*/ 0 w 2754338"/>
                <a:gd name="csY2" fmla="*/ 321223 h 321223"/>
                <a:gd name="csX3" fmla="*/ 2754339 w 2754338"/>
                <a:gd name="csY3" fmla="*/ 179787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2754339" y="179787"/>
                  </a:moveTo>
                  <a:cubicBezTo>
                    <a:pt x="2751285" y="119695"/>
                    <a:pt x="2746034" y="59725"/>
                    <a:pt x="2739072" y="0"/>
                  </a:cubicBezTo>
                  <a:lnTo>
                    <a:pt x="0" y="321223"/>
                  </a:lnTo>
                  <a:lnTo>
                    <a:pt x="2754339" y="1797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12D86A12-F0AB-5F32-A96E-E483C51C6011}"/>
                </a:ext>
              </a:extLst>
            </p:cNvPr>
            <p:cNvSpPr/>
            <p:nvPr/>
          </p:nvSpPr>
          <p:spPr>
            <a:xfrm>
              <a:off x="1581000" y="1365671"/>
              <a:ext cx="1977051" cy="2047036"/>
            </a:xfrm>
            <a:custGeom>
              <a:avLst/>
              <a:gdLst>
                <a:gd name="csX0" fmla="*/ 1977051 w 1977051"/>
                <a:gd name="csY0" fmla="*/ 125314 h 2047036"/>
                <a:gd name="csX1" fmla="*/ 1847218 w 1977051"/>
                <a:gd name="csY1" fmla="*/ 0 h 2047036"/>
                <a:gd name="csX2" fmla="*/ 0 w 1977051"/>
                <a:gd name="csY2" fmla="*/ 2047036 h 2047036"/>
                <a:gd name="csX3" fmla="*/ 1977051 w 1977051"/>
                <a:gd name="csY3" fmla="*/ 125192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1977051" y="125314"/>
                  </a:moveTo>
                  <a:cubicBezTo>
                    <a:pt x="1935402" y="82565"/>
                    <a:pt x="1892165" y="40672"/>
                    <a:pt x="1847218" y="0"/>
                  </a:cubicBezTo>
                  <a:lnTo>
                    <a:pt x="0" y="2047036"/>
                  </a:lnTo>
                  <a:lnTo>
                    <a:pt x="1977051" y="125192"/>
                  </a:lnTo>
                  <a:close/>
                </a:path>
              </a:pathLst>
            </a:custGeom>
            <a:solidFill>
              <a:srgbClr val="9BCED6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18D25C32-3D97-ADE2-FB44-91D25A75D4FC}"/>
                </a:ext>
              </a:extLst>
            </p:cNvPr>
            <p:cNvSpPr/>
            <p:nvPr/>
          </p:nvSpPr>
          <p:spPr>
            <a:xfrm>
              <a:off x="1580878" y="1490985"/>
              <a:ext cx="2098822" cy="1921844"/>
            </a:xfrm>
            <a:custGeom>
              <a:avLst/>
              <a:gdLst>
                <a:gd name="csX0" fmla="*/ 2098823 w 2098822"/>
                <a:gd name="csY0" fmla="*/ 133131 h 1921844"/>
                <a:gd name="csX1" fmla="*/ 1977051 w 2098822"/>
                <a:gd name="csY1" fmla="*/ 0 h 1921844"/>
                <a:gd name="csX2" fmla="*/ 0 w 2098822"/>
                <a:gd name="csY2" fmla="*/ 1921845 h 1921844"/>
                <a:gd name="csX3" fmla="*/ 2098701 w 2098822"/>
                <a:gd name="csY3" fmla="*/ 133253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2098823" y="133131"/>
                  </a:moveTo>
                  <a:cubicBezTo>
                    <a:pt x="2059983" y="87695"/>
                    <a:pt x="2019311" y="43359"/>
                    <a:pt x="1977051" y="0"/>
                  </a:cubicBezTo>
                  <a:lnTo>
                    <a:pt x="0" y="1921845"/>
                  </a:lnTo>
                  <a:lnTo>
                    <a:pt x="2098701" y="133253"/>
                  </a:lnTo>
                  <a:close/>
                </a:path>
              </a:pathLst>
            </a:custGeom>
            <a:solidFill>
              <a:srgbClr val="F9A26B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5854B7C7-D777-8863-1DA9-B08BAE837803}"/>
                </a:ext>
              </a:extLst>
            </p:cNvPr>
            <p:cNvSpPr/>
            <p:nvPr/>
          </p:nvSpPr>
          <p:spPr>
            <a:xfrm>
              <a:off x="1581000" y="2736795"/>
              <a:ext cx="2712200" cy="676034"/>
            </a:xfrm>
            <a:custGeom>
              <a:avLst/>
              <a:gdLst>
                <a:gd name="csX0" fmla="*/ 2712201 w 2712200"/>
                <a:gd name="csY0" fmla="*/ 176367 h 676034"/>
                <a:gd name="csX1" fmla="*/ 2673849 w 2712200"/>
                <a:gd name="csY1" fmla="*/ 0 h 676034"/>
                <a:gd name="csX2" fmla="*/ 0 w 2712200"/>
                <a:gd name="csY2" fmla="*/ 676035 h 676034"/>
                <a:gd name="csX3" fmla="*/ 2712201 w 2712200"/>
                <a:gd name="csY3" fmla="*/ 176367 h 676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4">
                  <a:moveTo>
                    <a:pt x="2712201" y="176367"/>
                  </a:moveTo>
                  <a:cubicBezTo>
                    <a:pt x="2701331" y="117253"/>
                    <a:pt x="2688628" y="58382"/>
                    <a:pt x="2673849" y="0"/>
                  </a:cubicBezTo>
                  <a:lnTo>
                    <a:pt x="0" y="676035"/>
                  </a:lnTo>
                  <a:lnTo>
                    <a:pt x="2712201" y="1763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62A362B-B0B3-B905-CA9C-8EB9FDBBE49A}"/>
                </a:ext>
              </a:extLst>
            </p:cNvPr>
            <p:cNvSpPr/>
            <p:nvPr/>
          </p:nvSpPr>
          <p:spPr>
            <a:xfrm>
              <a:off x="1581000" y="2913162"/>
              <a:ext cx="2739071" cy="499667"/>
            </a:xfrm>
            <a:custGeom>
              <a:avLst/>
              <a:gdLst>
                <a:gd name="csX0" fmla="*/ 2739072 w 2739071"/>
                <a:gd name="csY0" fmla="*/ 178444 h 499667"/>
                <a:gd name="csX1" fmla="*/ 2712201 w 2739071"/>
                <a:gd name="csY1" fmla="*/ 0 h 499667"/>
                <a:gd name="csX2" fmla="*/ 0 w 2739071"/>
                <a:gd name="csY2" fmla="*/ 499667 h 499667"/>
                <a:gd name="csX3" fmla="*/ 2739072 w 2739071"/>
                <a:gd name="csY3" fmla="*/ 17844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2739072" y="178444"/>
                  </a:moveTo>
                  <a:cubicBezTo>
                    <a:pt x="2732110" y="118718"/>
                    <a:pt x="2723072" y="59237"/>
                    <a:pt x="2712201" y="0"/>
                  </a:cubicBezTo>
                  <a:lnTo>
                    <a:pt x="0" y="499667"/>
                  </a:lnTo>
                  <a:lnTo>
                    <a:pt x="2739072" y="1784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7BACEB39-44B1-203B-F1A9-45FA666124BB}"/>
                </a:ext>
              </a:extLst>
            </p:cNvPr>
            <p:cNvSpPr/>
            <p:nvPr/>
          </p:nvSpPr>
          <p:spPr>
            <a:xfrm>
              <a:off x="1581000" y="2563359"/>
              <a:ext cx="2673849" cy="849471"/>
            </a:xfrm>
            <a:custGeom>
              <a:avLst/>
              <a:gdLst>
                <a:gd name="csX0" fmla="*/ 2673849 w 2673849"/>
                <a:gd name="csY0" fmla="*/ 173436 h 849471"/>
                <a:gd name="csX1" fmla="*/ 2624018 w 2673849"/>
                <a:gd name="csY1" fmla="*/ 0 h 849471"/>
                <a:gd name="csX2" fmla="*/ 0 w 2673849"/>
                <a:gd name="csY2" fmla="*/ 849471 h 849471"/>
                <a:gd name="csX3" fmla="*/ 2673849 w 2673849"/>
                <a:gd name="csY3" fmla="*/ 173436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2673849" y="173436"/>
                  </a:moveTo>
                  <a:cubicBezTo>
                    <a:pt x="2659193" y="115176"/>
                    <a:pt x="2642582" y="57283"/>
                    <a:pt x="2624018" y="0"/>
                  </a:cubicBezTo>
                  <a:lnTo>
                    <a:pt x="0" y="849471"/>
                  </a:lnTo>
                  <a:lnTo>
                    <a:pt x="2673849" y="173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" name="Graphic 5">
              <a:extLst>
                <a:ext uri="{FF2B5EF4-FFF2-40B4-BE49-F238E27FC236}">
                  <a16:creationId xmlns:a16="http://schemas.microsoft.com/office/drawing/2014/main" id="{07BB80A9-6A4F-12AF-A7C6-4449311F0D10}"/>
                </a:ext>
              </a:extLst>
            </p:cNvPr>
            <p:cNvGrpSpPr/>
            <p:nvPr/>
          </p:nvGrpSpPr>
          <p:grpSpPr>
            <a:xfrm>
              <a:off x="1580878" y="1913217"/>
              <a:ext cx="2562948" cy="1499735"/>
              <a:chOff x="1580878" y="1913217"/>
              <a:chExt cx="2562948" cy="1499735"/>
            </a:xfrm>
            <a:solidFill>
              <a:srgbClr val="FFE07F"/>
            </a:solidFill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AA6036E-24BB-5FBE-4A87-0F5C5A9DB0B8}"/>
                  </a:ext>
                </a:extLst>
              </p:cNvPr>
              <p:cNvSpPr/>
              <p:nvPr/>
            </p:nvSpPr>
            <p:spPr>
              <a:xfrm>
                <a:off x="1580878" y="1913217"/>
                <a:ext cx="2408077" cy="1499612"/>
              </a:xfrm>
              <a:custGeom>
                <a:avLst/>
                <a:gdLst>
                  <a:gd name="csX0" fmla="*/ 2408077 w 2408077"/>
                  <a:gd name="csY0" fmla="*/ 154383 h 1499612"/>
                  <a:gd name="csX1" fmla="*/ 2314641 w 2408077"/>
                  <a:gd name="csY1" fmla="*/ 0 h 1499612"/>
                  <a:gd name="csX2" fmla="*/ 0 w 2408077"/>
                  <a:gd name="csY2" fmla="*/ 1499613 h 1499612"/>
                  <a:gd name="csX3" fmla="*/ 2407955 w 2408077"/>
                  <a:gd name="csY3" fmla="*/ 154383 h 14996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08077" h="1499612">
                    <a:moveTo>
                      <a:pt x="2408077" y="154383"/>
                    </a:moveTo>
                    <a:cubicBezTo>
                      <a:pt x="2378764" y="102108"/>
                      <a:pt x="2347619" y="50565"/>
                      <a:pt x="2314641" y="0"/>
                    </a:cubicBezTo>
                    <a:lnTo>
                      <a:pt x="0" y="1499613"/>
                    </a:lnTo>
                    <a:lnTo>
                      <a:pt x="2407955" y="154383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70235A5F-DBA0-9FF6-81F0-F41FC8402950}"/>
                  </a:ext>
                </a:extLst>
              </p:cNvPr>
              <p:cNvSpPr/>
              <p:nvPr/>
            </p:nvSpPr>
            <p:spPr>
              <a:xfrm>
                <a:off x="1581122" y="2067722"/>
                <a:ext cx="2490764" cy="1345230"/>
              </a:xfrm>
              <a:custGeom>
                <a:avLst/>
                <a:gdLst>
                  <a:gd name="csX0" fmla="*/ 2490642 w 2490764"/>
                  <a:gd name="csY0" fmla="*/ 160367 h 1345230"/>
                  <a:gd name="csX1" fmla="*/ 2407954 w 2490764"/>
                  <a:gd name="csY1" fmla="*/ 0 h 1345230"/>
                  <a:gd name="csX2" fmla="*/ 0 w 2490764"/>
                  <a:gd name="csY2" fmla="*/ 1345230 h 1345230"/>
                  <a:gd name="csX3" fmla="*/ 2490764 w 2490764"/>
                  <a:gd name="csY3" fmla="*/ 160490 h 13452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90764" h="1345230">
                    <a:moveTo>
                      <a:pt x="2490642" y="160367"/>
                    </a:moveTo>
                    <a:cubicBezTo>
                      <a:pt x="2464871" y="106138"/>
                      <a:pt x="2437390" y="52642"/>
                      <a:pt x="2407954" y="0"/>
                    </a:cubicBezTo>
                    <a:lnTo>
                      <a:pt x="0" y="1345230"/>
                    </a:lnTo>
                    <a:lnTo>
                      <a:pt x="2490764" y="160490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76F8F7D4-330A-9D30-601F-BA88D083CB17}"/>
                  </a:ext>
                </a:extLst>
              </p:cNvPr>
              <p:cNvSpPr/>
              <p:nvPr/>
            </p:nvSpPr>
            <p:spPr>
              <a:xfrm>
                <a:off x="1581000" y="2227967"/>
                <a:ext cx="2562826" cy="1184740"/>
              </a:xfrm>
              <a:custGeom>
                <a:avLst/>
                <a:gdLst>
                  <a:gd name="csX0" fmla="*/ 2562826 w 2562826"/>
                  <a:gd name="csY0" fmla="*/ 165497 h 1184740"/>
                  <a:gd name="csX1" fmla="*/ 2490764 w 2562826"/>
                  <a:gd name="csY1" fmla="*/ 0 h 1184740"/>
                  <a:gd name="csX2" fmla="*/ 0 w 2562826"/>
                  <a:gd name="csY2" fmla="*/ 1184740 h 1184740"/>
                  <a:gd name="csX3" fmla="*/ 2562826 w 2562826"/>
                  <a:gd name="csY3" fmla="*/ 165375 h 1184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562826" h="1184740">
                    <a:moveTo>
                      <a:pt x="2562826" y="165497"/>
                    </a:moveTo>
                    <a:cubicBezTo>
                      <a:pt x="2540719" y="109680"/>
                      <a:pt x="2516658" y="54474"/>
                      <a:pt x="2490764" y="0"/>
                    </a:cubicBezTo>
                    <a:lnTo>
                      <a:pt x="0" y="1184740"/>
                    </a:lnTo>
                    <a:lnTo>
                      <a:pt x="2562826" y="165375"/>
                    </a:lnTo>
                    <a:close/>
                  </a:path>
                </a:pathLst>
              </a:custGeom>
              <a:solidFill>
                <a:srgbClr val="FFE07F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42C5F72B-76AA-0E87-D3E8-FCB0C3D890B0}"/>
                </a:ext>
              </a:extLst>
            </p:cNvPr>
            <p:cNvSpPr/>
            <p:nvPr/>
          </p:nvSpPr>
          <p:spPr>
            <a:xfrm>
              <a:off x="1581000" y="2393464"/>
              <a:ext cx="2624017" cy="1019365"/>
            </a:xfrm>
            <a:custGeom>
              <a:avLst/>
              <a:gdLst>
                <a:gd name="csX0" fmla="*/ 2624018 w 2624017"/>
                <a:gd name="csY0" fmla="*/ 169772 h 1019365"/>
                <a:gd name="csX1" fmla="*/ 2562826 w 2624017"/>
                <a:gd name="csY1" fmla="*/ 0 h 1019365"/>
                <a:gd name="csX2" fmla="*/ 0 w 2624017"/>
                <a:gd name="csY2" fmla="*/ 1019365 h 1019365"/>
                <a:gd name="csX3" fmla="*/ 2624018 w 2624017"/>
                <a:gd name="csY3" fmla="*/ 169894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2624018" y="169772"/>
                  </a:moveTo>
                  <a:cubicBezTo>
                    <a:pt x="2605575" y="112611"/>
                    <a:pt x="2585055" y="56061"/>
                    <a:pt x="2562826" y="0"/>
                  </a:cubicBezTo>
                  <a:lnTo>
                    <a:pt x="0" y="1019365"/>
                  </a:lnTo>
                  <a:lnTo>
                    <a:pt x="2624018" y="16989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4CDB7CC6-4876-895A-50BE-F0592FF97169}"/>
                </a:ext>
              </a:extLst>
            </p:cNvPr>
            <p:cNvSpPr/>
            <p:nvPr/>
          </p:nvSpPr>
          <p:spPr>
            <a:xfrm>
              <a:off x="829484" y="3412830"/>
              <a:ext cx="751516" cy="2697299"/>
            </a:xfrm>
            <a:custGeom>
              <a:avLst/>
              <a:gdLst>
                <a:gd name="csX0" fmla="*/ 0 w 751516"/>
                <a:gd name="csY0" fmla="*/ 2653819 h 2697299"/>
                <a:gd name="csX1" fmla="*/ 175146 w 751516"/>
                <a:gd name="csY1" fmla="*/ 2697300 h 2697299"/>
                <a:gd name="csX2" fmla="*/ 751516 w 751516"/>
                <a:gd name="csY2" fmla="*/ 0 h 2697299"/>
                <a:gd name="csX3" fmla="*/ 0 w 751516"/>
                <a:gd name="csY3" fmla="*/ 2653819 h 2697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516" h="2697299">
                  <a:moveTo>
                    <a:pt x="0" y="2653819"/>
                  </a:moveTo>
                  <a:cubicBezTo>
                    <a:pt x="58016" y="2670185"/>
                    <a:pt x="116398" y="2684842"/>
                    <a:pt x="175146" y="2697300"/>
                  </a:cubicBezTo>
                  <a:lnTo>
                    <a:pt x="751516" y="0"/>
                  </a:lnTo>
                  <a:lnTo>
                    <a:pt x="0" y="265381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F553D3A3-3A80-A3B5-35E2-48F2249291F5}"/>
                </a:ext>
              </a:extLst>
            </p:cNvPr>
            <p:cNvSpPr/>
            <p:nvPr/>
          </p:nvSpPr>
          <p:spPr>
            <a:xfrm>
              <a:off x="1182341" y="3412830"/>
              <a:ext cx="398659" cy="2749086"/>
            </a:xfrm>
            <a:custGeom>
              <a:avLst/>
              <a:gdLst>
                <a:gd name="csX0" fmla="*/ 0 w 398659"/>
                <a:gd name="csY0" fmla="*/ 2729056 h 2749086"/>
                <a:gd name="csX1" fmla="*/ 179299 w 398659"/>
                <a:gd name="csY1" fmla="*/ 2749087 h 2749086"/>
                <a:gd name="csX2" fmla="*/ 398659 w 398659"/>
                <a:gd name="csY2" fmla="*/ 0 h 2749086"/>
                <a:gd name="csX3" fmla="*/ 0 w 398659"/>
                <a:gd name="csY3" fmla="*/ 2729056 h 27490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98659" h="2749086">
                  <a:moveTo>
                    <a:pt x="0" y="2729056"/>
                  </a:moveTo>
                  <a:cubicBezTo>
                    <a:pt x="59604" y="2737728"/>
                    <a:pt x="119451" y="2744323"/>
                    <a:pt x="179299" y="2749087"/>
                  </a:cubicBezTo>
                  <a:lnTo>
                    <a:pt x="398659" y="0"/>
                  </a:lnTo>
                  <a:lnTo>
                    <a:pt x="0" y="272905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24FE64DA-E432-8176-20FA-AD824A414BE7}"/>
                </a:ext>
              </a:extLst>
            </p:cNvPr>
            <p:cNvSpPr/>
            <p:nvPr/>
          </p:nvSpPr>
          <p:spPr>
            <a:xfrm>
              <a:off x="1004630" y="3412830"/>
              <a:ext cx="576370" cy="2729055"/>
            </a:xfrm>
            <a:custGeom>
              <a:avLst/>
              <a:gdLst>
                <a:gd name="csX0" fmla="*/ 0 w 576370"/>
                <a:gd name="csY0" fmla="*/ 2697300 h 2729055"/>
                <a:gd name="csX1" fmla="*/ 177711 w 576370"/>
                <a:gd name="csY1" fmla="*/ 2729056 h 2729055"/>
                <a:gd name="csX2" fmla="*/ 576370 w 576370"/>
                <a:gd name="csY2" fmla="*/ 0 h 2729055"/>
                <a:gd name="csX3" fmla="*/ 0 w 576370"/>
                <a:gd name="csY3" fmla="*/ 2697300 h 2729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6370" h="2729055">
                  <a:moveTo>
                    <a:pt x="0" y="2697300"/>
                  </a:moveTo>
                  <a:cubicBezTo>
                    <a:pt x="58993" y="2709880"/>
                    <a:pt x="118230" y="2720384"/>
                    <a:pt x="177711" y="2729056"/>
                  </a:cubicBezTo>
                  <a:lnTo>
                    <a:pt x="576370" y="0"/>
                  </a:lnTo>
                  <a:lnTo>
                    <a:pt x="0" y="269730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C5E81476-F9C8-7E7D-EE8C-2D5FE8BEAE8E}"/>
                </a:ext>
              </a:extLst>
            </p:cNvPr>
            <p:cNvSpPr/>
            <p:nvPr/>
          </p:nvSpPr>
          <p:spPr>
            <a:xfrm>
              <a:off x="1361640" y="3412830"/>
              <a:ext cx="219360" cy="2757514"/>
            </a:xfrm>
            <a:custGeom>
              <a:avLst/>
              <a:gdLst>
                <a:gd name="csX0" fmla="*/ 0 w 219360"/>
                <a:gd name="csY0" fmla="*/ 2749087 h 2757514"/>
                <a:gd name="csX1" fmla="*/ 180276 w 219360"/>
                <a:gd name="csY1" fmla="*/ 2757514 h 2757514"/>
                <a:gd name="csX2" fmla="*/ 219360 w 219360"/>
                <a:gd name="csY2" fmla="*/ 0 h 2757514"/>
                <a:gd name="csX3" fmla="*/ 0 w 219360"/>
                <a:gd name="csY3" fmla="*/ 2749087 h 27575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9360" h="2757514">
                  <a:moveTo>
                    <a:pt x="0" y="2749087"/>
                  </a:moveTo>
                  <a:cubicBezTo>
                    <a:pt x="59970" y="2753850"/>
                    <a:pt x="120184" y="2756659"/>
                    <a:pt x="180276" y="2757514"/>
                  </a:cubicBezTo>
                  <a:lnTo>
                    <a:pt x="219360" y="0"/>
                  </a:lnTo>
                  <a:lnTo>
                    <a:pt x="0" y="274908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C603165-F743-8983-0B7D-5289F7DAA9AC}"/>
                </a:ext>
              </a:extLst>
            </p:cNvPr>
            <p:cNvSpPr/>
            <p:nvPr/>
          </p:nvSpPr>
          <p:spPr>
            <a:xfrm>
              <a:off x="1581000" y="3412830"/>
              <a:ext cx="499667" cy="2739071"/>
            </a:xfrm>
            <a:custGeom>
              <a:avLst/>
              <a:gdLst>
                <a:gd name="csX0" fmla="*/ 321223 w 499667"/>
                <a:gd name="csY0" fmla="*/ 2739072 h 2739071"/>
                <a:gd name="csX1" fmla="*/ 499667 w 499667"/>
                <a:gd name="csY1" fmla="*/ 2712201 h 2739071"/>
                <a:gd name="csX2" fmla="*/ 0 w 499667"/>
                <a:gd name="csY2" fmla="*/ 0 h 2739071"/>
                <a:gd name="csX3" fmla="*/ 321223 w 499667"/>
                <a:gd name="csY3" fmla="*/ 2739072 h 273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9667" h="2739071">
                  <a:moveTo>
                    <a:pt x="321223" y="2739072"/>
                  </a:moveTo>
                  <a:cubicBezTo>
                    <a:pt x="380949" y="2732110"/>
                    <a:pt x="440430" y="2723071"/>
                    <a:pt x="499667" y="2712201"/>
                  </a:cubicBezTo>
                  <a:lnTo>
                    <a:pt x="0" y="0"/>
                  </a:lnTo>
                  <a:lnTo>
                    <a:pt x="321223" y="273907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46E68633-0D3B-CD83-CF25-947AD2EC3D45}"/>
                </a:ext>
              </a:extLst>
            </p:cNvPr>
            <p:cNvSpPr/>
            <p:nvPr/>
          </p:nvSpPr>
          <p:spPr>
            <a:xfrm>
              <a:off x="1581000" y="3412830"/>
              <a:ext cx="321223" cy="2754338"/>
            </a:xfrm>
            <a:custGeom>
              <a:avLst/>
              <a:gdLst>
                <a:gd name="csX0" fmla="*/ 141436 w 321223"/>
                <a:gd name="csY0" fmla="*/ 2754339 h 2754338"/>
                <a:gd name="csX1" fmla="*/ 321223 w 321223"/>
                <a:gd name="csY1" fmla="*/ 2739072 h 2754338"/>
                <a:gd name="csX2" fmla="*/ 0 w 321223"/>
                <a:gd name="csY2" fmla="*/ 0 h 2754338"/>
                <a:gd name="csX3" fmla="*/ 141436 w 321223"/>
                <a:gd name="csY3" fmla="*/ 2754339 h 2754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1223" h="2754338">
                  <a:moveTo>
                    <a:pt x="141436" y="2754339"/>
                  </a:moveTo>
                  <a:cubicBezTo>
                    <a:pt x="201528" y="2751285"/>
                    <a:pt x="261498" y="2746034"/>
                    <a:pt x="321223" y="2739072"/>
                  </a:cubicBezTo>
                  <a:lnTo>
                    <a:pt x="0" y="0"/>
                  </a:lnTo>
                  <a:lnTo>
                    <a:pt x="141436" y="275433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0FA0EE27-7E07-2835-D544-E65DCB5A2A3F}"/>
                </a:ext>
              </a:extLst>
            </p:cNvPr>
            <p:cNvSpPr/>
            <p:nvPr/>
          </p:nvSpPr>
          <p:spPr>
            <a:xfrm>
              <a:off x="1541794" y="3412830"/>
              <a:ext cx="180520" cy="2757810"/>
            </a:xfrm>
            <a:custGeom>
              <a:avLst/>
              <a:gdLst>
                <a:gd name="csX0" fmla="*/ 122 w 180520"/>
                <a:gd name="csY0" fmla="*/ 2757514 h 2757810"/>
                <a:gd name="csX1" fmla="*/ 180520 w 180520"/>
                <a:gd name="csY1" fmla="*/ 2754339 h 2757810"/>
                <a:gd name="csX2" fmla="*/ 39084 w 180520"/>
                <a:gd name="csY2" fmla="*/ 0 h 2757810"/>
                <a:gd name="csX3" fmla="*/ 0 w 180520"/>
                <a:gd name="csY3" fmla="*/ 2757514 h 27578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0520" h="2757810">
                  <a:moveTo>
                    <a:pt x="122" y="2757514"/>
                  </a:moveTo>
                  <a:cubicBezTo>
                    <a:pt x="60336" y="2758369"/>
                    <a:pt x="120428" y="2757392"/>
                    <a:pt x="180520" y="2754339"/>
                  </a:cubicBezTo>
                  <a:lnTo>
                    <a:pt x="39084" y="0"/>
                  </a:lnTo>
                  <a:lnTo>
                    <a:pt x="0" y="275751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DEF7026E-FA62-9753-1A9E-815627A00B5C}"/>
                </a:ext>
              </a:extLst>
            </p:cNvPr>
            <p:cNvSpPr/>
            <p:nvPr/>
          </p:nvSpPr>
          <p:spPr>
            <a:xfrm>
              <a:off x="16654" y="3412830"/>
              <a:ext cx="1564346" cy="2368504"/>
            </a:xfrm>
            <a:custGeom>
              <a:avLst/>
              <a:gdLst>
                <a:gd name="csX0" fmla="*/ 0 w 1564346"/>
                <a:gd name="csY0" fmla="*/ 2270916 h 2368504"/>
                <a:gd name="csX1" fmla="*/ 151818 w 1564346"/>
                <a:gd name="csY1" fmla="*/ 2368504 h 2368504"/>
                <a:gd name="csX2" fmla="*/ 1564346 w 1564346"/>
                <a:gd name="csY2" fmla="*/ 0 h 2368504"/>
                <a:gd name="csX3" fmla="*/ 0 w 1564346"/>
                <a:gd name="csY3" fmla="*/ 2270916 h 2368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64346" h="2368504">
                  <a:moveTo>
                    <a:pt x="0" y="2270916"/>
                  </a:moveTo>
                  <a:cubicBezTo>
                    <a:pt x="49832" y="2305359"/>
                    <a:pt x="100398" y="2337847"/>
                    <a:pt x="151818" y="2368504"/>
                  </a:cubicBezTo>
                  <a:lnTo>
                    <a:pt x="1564346" y="0"/>
                  </a:lnTo>
                  <a:lnTo>
                    <a:pt x="0" y="227091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9D3BF62C-7F65-B060-7E21-405B94ACF51F}"/>
                </a:ext>
              </a:extLst>
            </p:cNvPr>
            <p:cNvSpPr/>
            <p:nvPr/>
          </p:nvSpPr>
          <p:spPr>
            <a:xfrm>
              <a:off x="168472" y="3412830"/>
              <a:ext cx="1412528" cy="2455955"/>
            </a:xfrm>
            <a:custGeom>
              <a:avLst/>
              <a:gdLst>
                <a:gd name="csX0" fmla="*/ 0 w 1412528"/>
                <a:gd name="csY0" fmla="*/ 2368504 h 2455955"/>
                <a:gd name="csX1" fmla="*/ 157803 w 1412528"/>
                <a:gd name="csY1" fmla="*/ 2455955 h 2455955"/>
                <a:gd name="csX2" fmla="*/ 1412528 w 1412528"/>
                <a:gd name="csY2" fmla="*/ 0 h 2455955"/>
                <a:gd name="csX3" fmla="*/ 0 w 1412528"/>
                <a:gd name="csY3" fmla="*/ 2368504 h 24559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2528" h="2455955">
                  <a:moveTo>
                    <a:pt x="0" y="2368504"/>
                  </a:moveTo>
                  <a:cubicBezTo>
                    <a:pt x="51909" y="2399527"/>
                    <a:pt x="104550" y="2428718"/>
                    <a:pt x="157803" y="2455955"/>
                  </a:cubicBezTo>
                  <a:lnTo>
                    <a:pt x="1412528" y="0"/>
                  </a:lnTo>
                  <a:lnTo>
                    <a:pt x="0" y="236850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514EEFD4-DC77-D145-12A9-EC8CBD9A49C6}"/>
                </a:ext>
              </a:extLst>
            </p:cNvPr>
            <p:cNvSpPr/>
            <p:nvPr/>
          </p:nvSpPr>
          <p:spPr>
            <a:xfrm>
              <a:off x="326274" y="3412708"/>
              <a:ext cx="1254725" cy="2533146"/>
            </a:xfrm>
            <a:custGeom>
              <a:avLst/>
              <a:gdLst>
                <a:gd name="csX0" fmla="*/ 0 w 1254725"/>
                <a:gd name="csY0" fmla="*/ 2456078 h 2533146"/>
                <a:gd name="csX1" fmla="*/ 163177 w 1254725"/>
                <a:gd name="csY1" fmla="*/ 2533147 h 2533146"/>
                <a:gd name="csX2" fmla="*/ 1254726 w 1254725"/>
                <a:gd name="csY2" fmla="*/ 0 h 2533146"/>
                <a:gd name="csX3" fmla="*/ 0 w 1254725"/>
                <a:gd name="csY3" fmla="*/ 2455955 h 2533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54725" h="2533146">
                  <a:moveTo>
                    <a:pt x="0" y="2456078"/>
                  </a:moveTo>
                  <a:cubicBezTo>
                    <a:pt x="53741" y="2483559"/>
                    <a:pt x="108214" y="2509452"/>
                    <a:pt x="163177" y="2533147"/>
                  </a:cubicBezTo>
                  <a:lnTo>
                    <a:pt x="1254726" y="0"/>
                  </a:lnTo>
                  <a:lnTo>
                    <a:pt x="0" y="2455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4E1DC5A4-32B4-E08C-0468-1F9B183DE020}"/>
                </a:ext>
              </a:extLst>
            </p:cNvPr>
            <p:cNvSpPr/>
            <p:nvPr/>
          </p:nvSpPr>
          <p:spPr>
            <a:xfrm>
              <a:off x="657513" y="3412830"/>
              <a:ext cx="923486" cy="2653818"/>
            </a:xfrm>
            <a:custGeom>
              <a:avLst/>
              <a:gdLst>
                <a:gd name="csX0" fmla="*/ 0 w 923486"/>
                <a:gd name="csY0" fmla="*/ 2598979 h 2653818"/>
                <a:gd name="csX1" fmla="*/ 171971 w 923486"/>
                <a:gd name="csY1" fmla="*/ 2653819 h 2653818"/>
                <a:gd name="csX2" fmla="*/ 923487 w 923486"/>
                <a:gd name="csY2" fmla="*/ 0 h 2653818"/>
                <a:gd name="csX3" fmla="*/ 0 w 923486"/>
                <a:gd name="csY3" fmla="*/ 2598979 h 26538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23486" h="2653818">
                  <a:moveTo>
                    <a:pt x="0" y="2598979"/>
                  </a:moveTo>
                  <a:cubicBezTo>
                    <a:pt x="56794" y="2619132"/>
                    <a:pt x="114199" y="2637452"/>
                    <a:pt x="171971" y="2653819"/>
                  </a:cubicBezTo>
                  <a:lnTo>
                    <a:pt x="923487" y="0"/>
                  </a:lnTo>
                  <a:lnTo>
                    <a:pt x="0" y="2598979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19BEA79E-59F7-FB20-2C68-A655D75A3B6F}"/>
                </a:ext>
              </a:extLst>
            </p:cNvPr>
            <p:cNvSpPr/>
            <p:nvPr/>
          </p:nvSpPr>
          <p:spPr>
            <a:xfrm>
              <a:off x="489451" y="3412830"/>
              <a:ext cx="1091549" cy="2598978"/>
            </a:xfrm>
            <a:custGeom>
              <a:avLst/>
              <a:gdLst>
                <a:gd name="csX0" fmla="*/ 0 w 1091549"/>
                <a:gd name="csY0" fmla="*/ 2533146 h 2598978"/>
                <a:gd name="csX1" fmla="*/ 168062 w 1091549"/>
                <a:gd name="csY1" fmla="*/ 2598979 h 2598978"/>
                <a:gd name="csX2" fmla="*/ 1091549 w 1091549"/>
                <a:gd name="csY2" fmla="*/ 0 h 2598978"/>
                <a:gd name="csX3" fmla="*/ 0 w 1091549"/>
                <a:gd name="csY3" fmla="*/ 2533146 h 2598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1549" h="2598978">
                  <a:moveTo>
                    <a:pt x="0" y="2533146"/>
                  </a:moveTo>
                  <a:cubicBezTo>
                    <a:pt x="55451" y="2557086"/>
                    <a:pt x="111512" y="2578948"/>
                    <a:pt x="168062" y="2598979"/>
                  </a:cubicBezTo>
                  <a:lnTo>
                    <a:pt x="1091549" y="0"/>
                  </a:lnTo>
                  <a:lnTo>
                    <a:pt x="0" y="253314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BB1F9739-B0BF-CC9E-004D-D34DC5D7132A}"/>
                </a:ext>
              </a:extLst>
            </p:cNvPr>
            <p:cNvSpPr/>
            <p:nvPr/>
          </p:nvSpPr>
          <p:spPr>
            <a:xfrm>
              <a:off x="1581000" y="3412830"/>
              <a:ext cx="676035" cy="2712200"/>
            </a:xfrm>
            <a:custGeom>
              <a:avLst/>
              <a:gdLst>
                <a:gd name="csX0" fmla="*/ 499667 w 676035"/>
                <a:gd name="csY0" fmla="*/ 2712201 h 2712200"/>
                <a:gd name="csX1" fmla="*/ 676035 w 676035"/>
                <a:gd name="csY1" fmla="*/ 2673850 h 2712200"/>
                <a:gd name="csX2" fmla="*/ 0 w 676035"/>
                <a:gd name="csY2" fmla="*/ 0 h 2712200"/>
                <a:gd name="csX3" fmla="*/ 499667 w 676035"/>
                <a:gd name="csY3" fmla="*/ 2712201 h 2712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76035" h="2712200">
                  <a:moveTo>
                    <a:pt x="499667" y="2712201"/>
                  </a:moveTo>
                  <a:cubicBezTo>
                    <a:pt x="558782" y="2701331"/>
                    <a:pt x="617653" y="2688628"/>
                    <a:pt x="676035" y="2673850"/>
                  </a:cubicBezTo>
                  <a:lnTo>
                    <a:pt x="0" y="0"/>
                  </a:lnTo>
                  <a:lnTo>
                    <a:pt x="499667" y="27122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191CBC87-6486-EF4A-8FEA-E9366EA469A2}"/>
                </a:ext>
              </a:extLst>
            </p:cNvPr>
            <p:cNvSpPr/>
            <p:nvPr/>
          </p:nvSpPr>
          <p:spPr>
            <a:xfrm>
              <a:off x="1581000" y="3412830"/>
              <a:ext cx="1647644" cy="2314641"/>
            </a:xfrm>
            <a:custGeom>
              <a:avLst/>
              <a:gdLst>
                <a:gd name="csX0" fmla="*/ 1499613 w 1647644"/>
                <a:gd name="csY0" fmla="*/ 2314641 h 2314641"/>
                <a:gd name="csX1" fmla="*/ 1647644 w 1647644"/>
                <a:gd name="csY1" fmla="*/ 2211434 h 2314641"/>
                <a:gd name="csX2" fmla="*/ 0 w 1647644"/>
                <a:gd name="csY2" fmla="*/ 0 h 2314641"/>
                <a:gd name="csX3" fmla="*/ 1499613 w 1647644"/>
                <a:gd name="csY3" fmla="*/ 2314641 h 2314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47644" h="2314641">
                  <a:moveTo>
                    <a:pt x="1499613" y="2314641"/>
                  </a:moveTo>
                  <a:cubicBezTo>
                    <a:pt x="1549812" y="2282030"/>
                    <a:pt x="1599278" y="2247587"/>
                    <a:pt x="1647644" y="2211434"/>
                  </a:cubicBezTo>
                  <a:lnTo>
                    <a:pt x="0" y="0"/>
                  </a:lnTo>
                  <a:lnTo>
                    <a:pt x="1499613" y="23146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E4A7F340-6BC4-2D25-4E17-F080B8EBC589}"/>
                </a:ext>
              </a:extLst>
            </p:cNvPr>
            <p:cNvSpPr/>
            <p:nvPr/>
          </p:nvSpPr>
          <p:spPr>
            <a:xfrm>
              <a:off x="1580878" y="3412708"/>
              <a:ext cx="1921844" cy="2098823"/>
            </a:xfrm>
            <a:custGeom>
              <a:avLst/>
              <a:gdLst>
                <a:gd name="csX0" fmla="*/ 1788714 w 1921844"/>
                <a:gd name="csY0" fmla="*/ 2098823 h 2098823"/>
                <a:gd name="csX1" fmla="*/ 1921845 w 1921844"/>
                <a:gd name="csY1" fmla="*/ 1977051 h 2098823"/>
                <a:gd name="csX2" fmla="*/ 0 w 1921844"/>
                <a:gd name="csY2" fmla="*/ 0 h 2098823"/>
                <a:gd name="csX3" fmla="*/ 1788592 w 1921844"/>
                <a:gd name="csY3" fmla="*/ 2098701 h 20988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1844" h="2098823">
                  <a:moveTo>
                    <a:pt x="1788714" y="2098823"/>
                  </a:moveTo>
                  <a:cubicBezTo>
                    <a:pt x="1834150" y="2059983"/>
                    <a:pt x="1878486" y="2019311"/>
                    <a:pt x="1921845" y="1977051"/>
                  </a:cubicBezTo>
                  <a:lnTo>
                    <a:pt x="0" y="0"/>
                  </a:lnTo>
                  <a:lnTo>
                    <a:pt x="1788592" y="209870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FFEC2E95-13AB-E7C4-4CA8-2E6E4240EBAE}"/>
                </a:ext>
              </a:extLst>
            </p:cNvPr>
            <p:cNvSpPr/>
            <p:nvPr/>
          </p:nvSpPr>
          <p:spPr>
            <a:xfrm>
              <a:off x="1581000" y="3412952"/>
              <a:ext cx="1788591" cy="2211434"/>
            </a:xfrm>
            <a:custGeom>
              <a:avLst/>
              <a:gdLst>
                <a:gd name="csX0" fmla="*/ 1647644 w 1788591"/>
                <a:gd name="csY0" fmla="*/ 2211312 h 2211434"/>
                <a:gd name="csX1" fmla="*/ 1788592 w 1788591"/>
                <a:gd name="csY1" fmla="*/ 2098701 h 2211434"/>
                <a:gd name="csX2" fmla="*/ 0 w 1788591"/>
                <a:gd name="csY2" fmla="*/ 0 h 2211434"/>
                <a:gd name="csX3" fmla="*/ 1647644 w 1788591"/>
                <a:gd name="csY3" fmla="*/ 2211434 h 2211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88591" h="2211434">
                  <a:moveTo>
                    <a:pt x="1647644" y="2211312"/>
                  </a:moveTo>
                  <a:cubicBezTo>
                    <a:pt x="1695645" y="2175526"/>
                    <a:pt x="1742668" y="2138029"/>
                    <a:pt x="1788592" y="2098701"/>
                  </a:cubicBezTo>
                  <a:lnTo>
                    <a:pt x="0" y="0"/>
                  </a:lnTo>
                  <a:lnTo>
                    <a:pt x="1647644" y="2211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752CB263-1B75-E573-E5E5-5A1ABFF9EB57}"/>
                </a:ext>
              </a:extLst>
            </p:cNvPr>
            <p:cNvSpPr/>
            <p:nvPr/>
          </p:nvSpPr>
          <p:spPr>
            <a:xfrm>
              <a:off x="1581122" y="3412830"/>
              <a:ext cx="2047035" cy="1977051"/>
            </a:xfrm>
            <a:custGeom>
              <a:avLst/>
              <a:gdLst>
                <a:gd name="csX0" fmla="*/ 1921722 w 2047035"/>
                <a:gd name="csY0" fmla="*/ 1977051 h 1977051"/>
                <a:gd name="csX1" fmla="*/ 2047036 w 2047035"/>
                <a:gd name="csY1" fmla="*/ 1847218 h 1977051"/>
                <a:gd name="csX2" fmla="*/ 0 w 2047035"/>
                <a:gd name="csY2" fmla="*/ 0 h 1977051"/>
                <a:gd name="csX3" fmla="*/ 1921844 w 2047035"/>
                <a:gd name="csY3" fmla="*/ 1977051 h 19770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47035" h="1977051">
                  <a:moveTo>
                    <a:pt x="1921722" y="1977051"/>
                  </a:moveTo>
                  <a:cubicBezTo>
                    <a:pt x="1964471" y="1935402"/>
                    <a:pt x="2006364" y="1892165"/>
                    <a:pt x="2047036" y="1847218"/>
                  </a:cubicBezTo>
                  <a:lnTo>
                    <a:pt x="0" y="0"/>
                  </a:lnTo>
                  <a:lnTo>
                    <a:pt x="1921844" y="197705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28DCC6-DAE4-A4B5-756F-260B8C4137FC}"/>
                </a:ext>
              </a:extLst>
            </p:cNvPr>
            <p:cNvSpPr/>
            <p:nvPr/>
          </p:nvSpPr>
          <p:spPr>
            <a:xfrm>
              <a:off x="1581000" y="3412830"/>
              <a:ext cx="2163434" cy="1847218"/>
            </a:xfrm>
            <a:custGeom>
              <a:avLst/>
              <a:gdLst>
                <a:gd name="csX0" fmla="*/ 0 w 2163434"/>
                <a:gd name="csY0" fmla="*/ 0 h 1847218"/>
                <a:gd name="csX1" fmla="*/ 2047036 w 2163434"/>
                <a:gd name="csY1" fmla="*/ 1847218 h 1847218"/>
                <a:gd name="csX2" fmla="*/ 2163434 w 2163434"/>
                <a:gd name="csY2" fmla="*/ 1709324 h 1847218"/>
                <a:gd name="csX3" fmla="*/ 0 w 2163434"/>
                <a:gd name="csY3" fmla="*/ 122 h 1847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63434" h="1847218">
                  <a:moveTo>
                    <a:pt x="0" y="0"/>
                  </a:moveTo>
                  <a:lnTo>
                    <a:pt x="2047036" y="1847218"/>
                  </a:lnTo>
                  <a:cubicBezTo>
                    <a:pt x="2087586" y="1802271"/>
                    <a:pt x="2126304" y="1756103"/>
                    <a:pt x="2163434" y="1709324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3741D7E0-7BE7-CCDF-30A3-436EF3A11C9A}"/>
                </a:ext>
              </a:extLst>
            </p:cNvPr>
            <p:cNvSpPr/>
            <p:nvPr/>
          </p:nvSpPr>
          <p:spPr>
            <a:xfrm>
              <a:off x="1581000" y="3412830"/>
              <a:ext cx="1184740" cy="2562826"/>
            </a:xfrm>
            <a:custGeom>
              <a:avLst/>
              <a:gdLst>
                <a:gd name="csX0" fmla="*/ 1019243 w 1184740"/>
                <a:gd name="csY0" fmla="*/ 2562826 h 2562826"/>
                <a:gd name="csX1" fmla="*/ 1184741 w 1184740"/>
                <a:gd name="csY1" fmla="*/ 2490764 h 2562826"/>
                <a:gd name="csX2" fmla="*/ 0 w 1184740"/>
                <a:gd name="csY2" fmla="*/ 0 h 2562826"/>
                <a:gd name="csX3" fmla="*/ 1019365 w 1184740"/>
                <a:gd name="csY3" fmla="*/ 2562826 h 2562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740" h="2562826">
                  <a:moveTo>
                    <a:pt x="1019243" y="2562826"/>
                  </a:moveTo>
                  <a:cubicBezTo>
                    <a:pt x="1075060" y="2540719"/>
                    <a:pt x="1130267" y="2516658"/>
                    <a:pt x="1184741" y="2490764"/>
                  </a:cubicBezTo>
                  <a:lnTo>
                    <a:pt x="0" y="0"/>
                  </a:lnTo>
                  <a:lnTo>
                    <a:pt x="1019365" y="256282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8D8C9E63-C808-3409-04E5-3E6D1CEF0FAA}"/>
                </a:ext>
              </a:extLst>
            </p:cNvPr>
            <p:cNvSpPr/>
            <p:nvPr/>
          </p:nvSpPr>
          <p:spPr>
            <a:xfrm>
              <a:off x="1580878" y="3412708"/>
              <a:ext cx="1499612" cy="2408076"/>
            </a:xfrm>
            <a:custGeom>
              <a:avLst/>
              <a:gdLst>
                <a:gd name="csX0" fmla="*/ 1345230 w 1499612"/>
                <a:gd name="csY0" fmla="*/ 2408077 h 2408076"/>
                <a:gd name="csX1" fmla="*/ 1499613 w 1499612"/>
                <a:gd name="csY1" fmla="*/ 2314641 h 2408076"/>
                <a:gd name="csX2" fmla="*/ 0 w 1499612"/>
                <a:gd name="csY2" fmla="*/ 0 h 2408076"/>
                <a:gd name="csX3" fmla="*/ 1345230 w 1499612"/>
                <a:gd name="csY3" fmla="*/ 2407955 h 2408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9612" h="2408076">
                  <a:moveTo>
                    <a:pt x="1345230" y="2408077"/>
                  </a:moveTo>
                  <a:cubicBezTo>
                    <a:pt x="1397506" y="2378764"/>
                    <a:pt x="1449048" y="2347619"/>
                    <a:pt x="1499613" y="2314641"/>
                  </a:cubicBezTo>
                  <a:lnTo>
                    <a:pt x="0" y="0"/>
                  </a:lnTo>
                  <a:lnTo>
                    <a:pt x="1345230" y="240795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2662F62D-7994-6F03-16D5-506638066A7C}"/>
                </a:ext>
              </a:extLst>
            </p:cNvPr>
            <p:cNvSpPr/>
            <p:nvPr/>
          </p:nvSpPr>
          <p:spPr>
            <a:xfrm>
              <a:off x="1580878" y="3412830"/>
              <a:ext cx="1019365" cy="2624017"/>
            </a:xfrm>
            <a:custGeom>
              <a:avLst/>
              <a:gdLst>
                <a:gd name="csX0" fmla="*/ 849593 w 1019365"/>
                <a:gd name="csY0" fmla="*/ 2624017 h 2624017"/>
                <a:gd name="csX1" fmla="*/ 1019366 w 1019365"/>
                <a:gd name="csY1" fmla="*/ 2562826 h 2624017"/>
                <a:gd name="csX2" fmla="*/ 0 w 1019365"/>
                <a:gd name="csY2" fmla="*/ 0 h 2624017"/>
                <a:gd name="csX3" fmla="*/ 849471 w 1019365"/>
                <a:gd name="csY3" fmla="*/ 2624017 h 2624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19365" h="2624017">
                  <a:moveTo>
                    <a:pt x="849593" y="2624017"/>
                  </a:moveTo>
                  <a:cubicBezTo>
                    <a:pt x="906754" y="2605575"/>
                    <a:pt x="963304" y="2585055"/>
                    <a:pt x="1019366" y="2562826"/>
                  </a:cubicBezTo>
                  <a:lnTo>
                    <a:pt x="0" y="0"/>
                  </a:lnTo>
                  <a:lnTo>
                    <a:pt x="849471" y="262401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9E25E0F2-1801-859D-83B7-27E69719DFC6}"/>
                </a:ext>
              </a:extLst>
            </p:cNvPr>
            <p:cNvSpPr/>
            <p:nvPr/>
          </p:nvSpPr>
          <p:spPr>
            <a:xfrm>
              <a:off x="1581000" y="3412830"/>
              <a:ext cx="849471" cy="2673849"/>
            </a:xfrm>
            <a:custGeom>
              <a:avLst/>
              <a:gdLst>
                <a:gd name="csX0" fmla="*/ 676035 w 849471"/>
                <a:gd name="csY0" fmla="*/ 2673850 h 2673849"/>
                <a:gd name="csX1" fmla="*/ 849471 w 849471"/>
                <a:gd name="csY1" fmla="*/ 2624017 h 2673849"/>
                <a:gd name="csX2" fmla="*/ 0 w 849471"/>
                <a:gd name="csY2" fmla="*/ 0 h 2673849"/>
                <a:gd name="csX3" fmla="*/ 676035 w 849471"/>
                <a:gd name="csY3" fmla="*/ 2673850 h 26738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49471" h="2673849">
                  <a:moveTo>
                    <a:pt x="676035" y="2673850"/>
                  </a:moveTo>
                  <a:cubicBezTo>
                    <a:pt x="734295" y="2659193"/>
                    <a:pt x="792188" y="2642582"/>
                    <a:pt x="849471" y="2624017"/>
                  </a:cubicBezTo>
                  <a:lnTo>
                    <a:pt x="0" y="0"/>
                  </a:lnTo>
                  <a:lnTo>
                    <a:pt x="676035" y="267385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A62DAE2-7747-7BCB-AE0A-61B430C29847}"/>
                </a:ext>
              </a:extLst>
            </p:cNvPr>
            <p:cNvSpPr/>
            <p:nvPr/>
          </p:nvSpPr>
          <p:spPr>
            <a:xfrm>
              <a:off x="-128323" y="3412830"/>
              <a:ext cx="1709324" cy="2270915"/>
            </a:xfrm>
            <a:custGeom>
              <a:avLst/>
              <a:gdLst>
                <a:gd name="csX0" fmla="*/ 0 w 1709324"/>
                <a:gd name="csY0" fmla="*/ 2163434 h 2270915"/>
                <a:gd name="csX1" fmla="*/ 144978 w 1709324"/>
                <a:gd name="csY1" fmla="*/ 2270916 h 2270915"/>
                <a:gd name="csX2" fmla="*/ 1709324 w 1709324"/>
                <a:gd name="csY2" fmla="*/ 0 h 2270915"/>
                <a:gd name="csX3" fmla="*/ 122 w 1709324"/>
                <a:gd name="csY3" fmla="*/ 2163434 h 227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09324" h="2270915">
                  <a:moveTo>
                    <a:pt x="0" y="2163434"/>
                  </a:moveTo>
                  <a:cubicBezTo>
                    <a:pt x="47512" y="2201053"/>
                    <a:pt x="95756" y="2236961"/>
                    <a:pt x="144978" y="2270916"/>
                  </a:cubicBezTo>
                  <a:lnTo>
                    <a:pt x="1709324" y="0"/>
                  </a:lnTo>
                  <a:lnTo>
                    <a:pt x="122" y="216343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5D2BD2CA-2EAD-62B2-6835-BBD830B17F1F}"/>
                </a:ext>
              </a:extLst>
            </p:cNvPr>
            <p:cNvSpPr/>
            <p:nvPr/>
          </p:nvSpPr>
          <p:spPr>
            <a:xfrm>
              <a:off x="1580878" y="3412952"/>
              <a:ext cx="1345230" cy="2490764"/>
            </a:xfrm>
            <a:custGeom>
              <a:avLst/>
              <a:gdLst>
                <a:gd name="csX0" fmla="*/ 1184863 w 1345230"/>
                <a:gd name="csY0" fmla="*/ 2490642 h 2490764"/>
                <a:gd name="csX1" fmla="*/ 1345230 w 1345230"/>
                <a:gd name="csY1" fmla="*/ 2407955 h 2490764"/>
                <a:gd name="csX2" fmla="*/ 0 w 1345230"/>
                <a:gd name="csY2" fmla="*/ 0 h 2490764"/>
                <a:gd name="csX3" fmla="*/ 1184741 w 1345230"/>
                <a:gd name="csY3" fmla="*/ 2490764 h 24907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230" h="2490764">
                  <a:moveTo>
                    <a:pt x="1184863" y="2490642"/>
                  </a:moveTo>
                  <a:cubicBezTo>
                    <a:pt x="1239092" y="2464871"/>
                    <a:pt x="1292589" y="2437390"/>
                    <a:pt x="1345230" y="2407955"/>
                  </a:cubicBezTo>
                  <a:lnTo>
                    <a:pt x="0" y="0"/>
                  </a:lnTo>
                  <a:lnTo>
                    <a:pt x="1184741" y="249076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5642BF2A-2A58-67AD-CF32-B978FE204E44}"/>
                </a:ext>
              </a:extLst>
            </p:cNvPr>
            <p:cNvSpPr/>
            <p:nvPr/>
          </p:nvSpPr>
          <p:spPr>
            <a:xfrm>
              <a:off x="-1176809" y="3373624"/>
              <a:ext cx="2757810" cy="180520"/>
            </a:xfrm>
            <a:custGeom>
              <a:avLst/>
              <a:gdLst>
                <a:gd name="csX0" fmla="*/ 296 w 2757810"/>
                <a:gd name="csY0" fmla="*/ 122 h 180520"/>
                <a:gd name="csX1" fmla="*/ 3472 w 2757810"/>
                <a:gd name="csY1" fmla="*/ 180520 h 180520"/>
                <a:gd name="csX2" fmla="*/ 2757811 w 2757810"/>
                <a:gd name="csY2" fmla="*/ 39084 h 180520"/>
                <a:gd name="csX3" fmla="*/ 296 w 2757810"/>
                <a:gd name="csY3" fmla="*/ 0 h 18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810" h="180520">
                  <a:moveTo>
                    <a:pt x="296" y="122"/>
                  </a:moveTo>
                  <a:cubicBezTo>
                    <a:pt x="-559" y="60336"/>
                    <a:pt x="418" y="120428"/>
                    <a:pt x="3472" y="180520"/>
                  </a:cubicBezTo>
                  <a:lnTo>
                    <a:pt x="2757811" y="39084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C7DD7CD9-365B-7A6B-D72B-A0AE9ECF56A6}"/>
                </a:ext>
              </a:extLst>
            </p:cNvPr>
            <p:cNvSpPr/>
            <p:nvPr/>
          </p:nvSpPr>
          <p:spPr>
            <a:xfrm>
              <a:off x="-1116299" y="2661313"/>
              <a:ext cx="2697300" cy="751516"/>
            </a:xfrm>
            <a:custGeom>
              <a:avLst/>
              <a:gdLst>
                <a:gd name="csX0" fmla="*/ 43481 w 2697300"/>
                <a:gd name="csY0" fmla="*/ 0 h 751516"/>
                <a:gd name="csX1" fmla="*/ 0 w 2697300"/>
                <a:gd name="csY1" fmla="*/ 175146 h 751516"/>
                <a:gd name="csX2" fmla="*/ 2697300 w 2697300"/>
                <a:gd name="csY2" fmla="*/ 751516 h 751516"/>
                <a:gd name="csX3" fmla="*/ 43481 w 2697300"/>
                <a:gd name="csY3" fmla="*/ 0 h 751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7300" h="751516">
                  <a:moveTo>
                    <a:pt x="43481" y="0"/>
                  </a:moveTo>
                  <a:cubicBezTo>
                    <a:pt x="27115" y="58016"/>
                    <a:pt x="12458" y="116398"/>
                    <a:pt x="0" y="175146"/>
                  </a:cubicBezTo>
                  <a:lnTo>
                    <a:pt x="2697300" y="751516"/>
                  </a:lnTo>
                  <a:lnTo>
                    <a:pt x="4348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496073A0-B9F5-ED9A-7CF0-D58819DC6779}"/>
                </a:ext>
              </a:extLst>
            </p:cNvPr>
            <p:cNvSpPr/>
            <p:nvPr/>
          </p:nvSpPr>
          <p:spPr>
            <a:xfrm>
              <a:off x="-1148055" y="2836460"/>
              <a:ext cx="2729056" cy="576370"/>
            </a:xfrm>
            <a:custGeom>
              <a:avLst/>
              <a:gdLst>
                <a:gd name="csX0" fmla="*/ 31756 w 2729056"/>
                <a:gd name="csY0" fmla="*/ 0 h 576370"/>
                <a:gd name="csX1" fmla="*/ 0 w 2729056"/>
                <a:gd name="csY1" fmla="*/ 177711 h 576370"/>
                <a:gd name="csX2" fmla="*/ 2729056 w 2729056"/>
                <a:gd name="csY2" fmla="*/ 576370 h 576370"/>
                <a:gd name="csX3" fmla="*/ 31756 w 2729056"/>
                <a:gd name="csY3" fmla="*/ 0 h 576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29056" h="576370">
                  <a:moveTo>
                    <a:pt x="31756" y="0"/>
                  </a:moveTo>
                  <a:cubicBezTo>
                    <a:pt x="19176" y="58993"/>
                    <a:pt x="8672" y="118230"/>
                    <a:pt x="0" y="177711"/>
                  </a:cubicBezTo>
                  <a:lnTo>
                    <a:pt x="2729056" y="576370"/>
                  </a:lnTo>
                  <a:lnTo>
                    <a:pt x="31756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7A640D9D-B7BA-B6FD-B5C9-BE1B66A4D853}"/>
                </a:ext>
              </a:extLst>
            </p:cNvPr>
            <p:cNvSpPr/>
            <p:nvPr/>
          </p:nvSpPr>
          <p:spPr>
            <a:xfrm>
              <a:off x="-1168086" y="3014171"/>
              <a:ext cx="2749086" cy="398659"/>
            </a:xfrm>
            <a:custGeom>
              <a:avLst/>
              <a:gdLst>
                <a:gd name="csX0" fmla="*/ 20031 w 2749086"/>
                <a:gd name="csY0" fmla="*/ 0 h 398659"/>
                <a:gd name="csX1" fmla="*/ 0 w 2749086"/>
                <a:gd name="csY1" fmla="*/ 179299 h 398659"/>
                <a:gd name="csX2" fmla="*/ 2749087 w 2749086"/>
                <a:gd name="csY2" fmla="*/ 398659 h 398659"/>
                <a:gd name="csX3" fmla="*/ 20031 w 2749086"/>
                <a:gd name="csY3" fmla="*/ 0 h 3986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9086" h="398659">
                  <a:moveTo>
                    <a:pt x="20031" y="0"/>
                  </a:moveTo>
                  <a:cubicBezTo>
                    <a:pt x="11359" y="59603"/>
                    <a:pt x="4763" y="119451"/>
                    <a:pt x="0" y="179299"/>
                  </a:cubicBezTo>
                  <a:lnTo>
                    <a:pt x="2749087" y="398659"/>
                  </a:lnTo>
                  <a:lnTo>
                    <a:pt x="2003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045A9063-17D1-A1C7-2793-415682EAB784}"/>
                </a:ext>
              </a:extLst>
            </p:cNvPr>
            <p:cNvSpPr/>
            <p:nvPr/>
          </p:nvSpPr>
          <p:spPr>
            <a:xfrm>
              <a:off x="-1173338" y="3412830"/>
              <a:ext cx="2754338" cy="321223"/>
            </a:xfrm>
            <a:custGeom>
              <a:avLst/>
              <a:gdLst>
                <a:gd name="csX0" fmla="*/ 0 w 2754338"/>
                <a:gd name="csY0" fmla="*/ 141436 h 321223"/>
                <a:gd name="csX1" fmla="*/ 15267 w 2754338"/>
                <a:gd name="csY1" fmla="*/ 321224 h 321223"/>
                <a:gd name="csX2" fmla="*/ 2754339 w 2754338"/>
                <a:gd name="csY2" fmla="*/ 0 h 321223"/>
                <a:gd name="csX3" fmla="*/ 0 w 2754338"/>
                <a:gd name="csY3" fmla="*/ 141436 h 321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4338" h="321223">
                  <a:moveTo>
                    <a:pt x="0" y="141436"/>
                  </a:moveTo>
                  <a:cubicBezTo>
                    <a:pt x="3053" y="201528"/>
                    <a:pt x="8305" y="261498"/>
                    <a:pt x="15267" y="321224"/>
                  </a:cubicBezTo>
                  <a:lnTo>
                    <a:pt x="2754339" y="0"/>
                  </a:lnTo>
                  <a:lnTo>
                    <a:pt x="0" y="1414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09FFC969-FF3F-DBC8-FBF9-B13920F3646B}"/>
                </a:ext>
              </a:extLst>
            </p:cNvPr>
            <p:cNvSpPr/>
            <p:nvPr/>
          </p:nvSpPr>
          <p:spPr>
            <a:xfrm>
              <a:off x="-689915" y="1703506"/>
              <a:ext cx="2270915" cy="1709324"/>
            </a:xfrm>
            <a:custGeom>
              <a:avLst/>
              <a:gdLst>
                <a:gd name="csX0" fmla="*/ 107482 w 2270915"/>
                <a:gd name="csY0" fmla="*/ 0 h 1709324"/>
                <a:gd name="csX1" fmla="*/ 0 w 2270915"/>
                <a:gd name="csY1" fmla="*/ 144978 h 1709324"/>
                <a:gd name="csX2" fmla="*/ 2270916 w 2270915"/>
                <a:gd name="csY2" fmla="*/ 1709324 h 1709324"/>
                <a:gd name="csX3" fmla="*/ 107482 w 2270915"/>
                <a:gd name="csY3" fmla="*/ 122 h 1709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70915" h="1709324">
                  <a:moveTo>
                    <a:pt x="107482" y="0"/>
                  </a:moveTo>
                  <a:cubicBezTo>
                    <a:pt x="69863" y="47512"/>
                    <a:pt x="33954" y="95756"/>
                    <a:pt x="0" y="144978"/>
                  </a:cubicBezTo>
                  <a:lnTo>
                    <a:pt x="2270916" y="1709324"/>
                  </a:lnTo>
                  <a:lnTo>
                    <a:pt x="107482" y="12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E257A11A-4711-A48A-108B-3E1C722692EB}"/>
                </a:ext>
              </a:extLst>
            </p:cNvPr>
            <p:cNvSpPr/>
            <p:nvPr/>
          </p:nvSpPr>
          <p:spPr>
            <a:xfrm>
              <a:off x="-1176513" y="3193470"/>
              <a:ext cx="2757514" cy="219360"/>
            </a:xfrm>
            <a:custGeom>
              <a:avLst/>
              <a:gdLst>
                <a:gd name="csX0" fmla="*/ 8428 w 2757514"/>
                <a:gd name="csY0" fmla="*/ 0 h 219360"/>
                <a:gd name="csX1" fmla="*/ 0 w 2757514"/>
                <a:gd name="csY1" fmla="*/ 180276 h 219360"/>
                <a:gd name="csX2" fmla="*/ 2757514 w 2757514"/>
                <a:gd name="csY2" fmla="*/ 219360 h 219360"/>
                <a:gd name="csX3" fmla="*/ 8428 w 2757514"/>
                <a:gd name="csY3" fmla="*/ 0 h 219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57514" h="219360">
                  <a:moveTo>
                    <a:pt x="8428" y="0"/>
                  </a:moveTo>
                  <a:cubicBezTo>
                    <a:pt x="3664" y="59970"/>
                    <a:pt x="855" y="120184"/>
                    <a:pt x="0" y="180276"/>
                  </a:cubicBezTo>
                  <a:lnTo>
                    <a:pt x="2757514" y="219360"/>
                  </a:lnTo>
                  <a:lnTo>
                    <a:pt x="842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03F0DBF2-550F-54B0-3DAD-8E307C84AACC}"/>
                </a:ext>
              </a:extLst>
            </p:cNvPr>
            <p:cNvSpPr/>
            <p:nvPr/>
          </p:nvSpPr>
          <p:spPr>
            <a:xfrm>
              <a:off x="-874954" y="2000302"/>
              <a:ext cx="2455955" cy="1412528"/>
            </a:xfrm>
            <a:custGeom>
              <a:avLst/>
              <a:gdLst>
                <a:gd name="csX0" fmla="*/ 87451 w 2455955"/>
                <a:gd name="csY0" fmla="*/ 0 h 1412528"/>
                <a:gd name="csX1" fmla="*/ 0 w 2455955"/>
                <a:gd name="csY1" fmla="*/ 157803 h 1412528"/>
                <a:gd name="csX2" fmla="*/ 2455955 w 2455955"/>
                <a:gd name="csY2" fmla="*/ 1412528 h 1412528"/>
                <a:gd name="csX3" fmla="*/ 87451 w 2455955"/>
                <a:gd name="csY3" fmla="*/ 0 h 14125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55955" h="1412528">
                  <a:moveTo>
                    <a:pt x="87451" y="0"/>
                  </a:moveTo>
                  <a:cubicBezTo>
                    <a:pt x="56428" y="51909"/>
                    <a:pt x="27237" y="104550"/>
                    <a:pt x="0" y="157803"/>
                  </a:cubicBezTo>
                  <a:lnTo>
                    <a:pt x="2455955" y="1412528"/>
                  </a:lnTo>
                  <a:lnTo>
                    <a:pt x="8745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D67F002B-4ACC-D8A4-A4C7-E3211437BA53}"/>
                </a:ext>
              </a:extLst>
            </p:cNvPr>
            <p:cNvSpPr/>
            <p:nvPr/>
          </p:nvSpPr>
          <p:spPr>
            <a:xfrm>
              <a:off x="-787503" y="1848484"/>
              <a:ext cx="2368504" cy="1564346"/>
            </a:xfrm>
            <a:custGeom>
              <a:avLst/>
              <a:gdLst>
                <a:gd name="csX0" fmla="*/ 97588 w 2368504"/>
                <a:gd name="csY0" fmla="*/ 0 h 1564346"/>
                <a:gd name="csX1" fmla="*/ 0 w 2368504"/>
                <a:gd name="csY1" fmla="*/ 151818 h 1564346"/>
                <a:gd name="csX2" fmla="*/ 2368504 w 2368504"/>
                <a:gd name="csY2" fmla="*/ 1564346 h 1564346"/>
                <a:gd name="csX3" fmla="*/ 97588 w 2368504"/>
                <a:gd name="csY3" fmla="*/ 0 h 15643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68504" h="1564346">
                  <a:moveTo>
                    <a:pt x="97588" y="0"/>
                  </a:moveTo>
                  <a:cubicBezTo>
                    <a:pt x="63145" y="49832"/>
                    <a:pt x="30657" y="100398"/>
                    <a:pt x="0" y="151818"/>
                  </a:cubicBezTo>
                  <a:lnTo>
                    <a:pt x="2368504" y="1564346"/>
                  </a:lnTo>
                  <a:lnTo>
                    <a:pt x="97588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3371EA94-1B85-3181-9EB5-2F9E148295C5}"/>
                </a:ext>
              </a:extLst>
            </p:cNvPr>
            <p:cNvSpPr/>
            <p:nvPr/>
          </p:nvSpPr>
          <p:spPr>
            <a:xfrm>
              <a:off x="-1072818" y="2489343"/>
              <a:ext cx="2653818" cy="923486"/>
            </a:xfrm>
            <a:custGeom>
              <a:avLst/>
              <a:gdLst>
                <a:gd name="csX0" fmla="*/ 54840 w 2653818"/>
                <a:gd name="csY0" fmla="*/ 0 h 923486"/>
                <a:gd name="csX1" fmla="*/ 0 w 2653818"/>
                <a:gd name="csY1" fmla="*/ 171971 h 923486"/>
                <a:gd name="csX2" fmla="*/ 2653819 w 2653818"/>
                <a:gd name="csY2" fmla="*/ 923487 h 923486"/>
                <a:gd name="csX3" fmla="*/ 54840 w 2653818"/>
                <a:gd name="csY3" fmla="*/ 0 h 9234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53818" h="923486">
                  <a:moveTo>
                    <a:pt x="54840" y="0"/>
                  </a:moveTo>
                  <a:cubicBezTo>
                    <a:pt x="34687" y="56916"/>
                    <a:pt x="16366" y="114199"/>
                    <a:pt x="0" y="171971"/>
                  </a:cubicBezTo>
                  <a:lnTo>
                    <a:pt x="2653819" y="923487"/>
                  </a:lnTo>
                  <a:lnTo>
                    <a:pt x="54840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D89E1C8C-A71C-3A3D-D53A-11C440B21531}"/>
                </a:ext>
              </a:extLst>
            </p:cNvPr>
            <p:cNvSpPr/>
            <p:nvPr/>
          </p:nvSpPr>
          <p:spPr>
            <a:xfrm>
              <a:off x="-952145" y="2158104"/>
              <a:ext cx="2533146" cy="1254725"/>
            </a:xfrm>
            <a:custGeom>
              <a:avLst/>
              <a:gdLst>
                <a:gd name="csX0" fmla="*/ 77069 w 2533146"/>
                <a:gd name="csY0" fmla="*/ 0 h 1254725"/>
                <a:gd name="csX1" fmla="*/ 0 w 2533146"/>
                <a:gd name="csY1" fmla="*/ 163177 h 1254725"/>
                <a:gd name="csX2" fmla="*/ 2533146 w 2533146"/>
                <a:gd name="csY2" fmla="*/ 1254726 h 1254725"/>
                <a:gd name="csX3" fmla="*/ 77191 w 2533146"/>
                <a:gd name="csY3" fmla="*/ 0 h 125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33146" h="1254725">
                  <a:moveTo>
                    <a:pt x="77069" y="0"/>
                  </a:moveTo>
                  <a:cubicBezTo>
                    <a:pt x="49588" y="53741"/>
                    <a:pt x="23695" y="108214"/>
                    <a:pt x="0" y="163177"/>
                  </a:cubicBezTo>
                  <a:lnTo>
                    <a:pt x="2533146" y="1254726"/>
                  </a:lnTo>
                  <a:lnTo>
                    <a:pt x="77191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6BF8C49B-46EE-14CB-DF1C-CAD04E9961CC}"/>
                </a:ext>
              </a:extLst>
            </p:cNvPr>
            <p:cNvSpPr/>
            <p:nvPr/>
          </p:nvSpPr>
          <p:spPr>
            <a:xfrm>
              <a:off x="-1017978" y="2321281"/>
              <a:ext cx="2598978" cy="1091549"/>
            </a:xfrm>
            <a:custGeom>
              <a:avLst/>
              <a:gdLst>
                <a:gd name="csX0" fmla="*/ 65832 w 2598978"/>
                <a:gd name="csY0" fmla="*/ 0 h 1091549"/>
                <a:gd name="csX1" fmla="*/ 0 w 2598978"/>
                <a:gd name="csY1" fmla="*/ 168062 h 1091549"/>
                <a:gd name="csX2" fmla="*/ 2598979 w 2598978"/>
                <a:gd name="csY2" fmla="*/ 1091549 h 1091549"/>
                <a:gd name="csX3" fmla="*/ 65832 w 2598978"/>
                <a:gd name="csY3" fmla="*/ 0 h 109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8978" h="1091549">
                  <a:moveTo>
                    <a:pt x="65832" y="0"/>
                  </a:moveTo>
                  <a:cubicBezTo>
                    <a:pt x="41893" y="55451"/>
                    <a:pt x="20031" y="111512"/>
                    <a:pt x="0" y="168062"/>
                  </a:cubicBezTo>
                  <a:lnTo>
                    <a:pt x="2598979" y="1091549"/>
                  </a:lnTo>
                  <a:lnTo>
                    <a:pt x="65832" y="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85DF1CF1-7772-A600-EE49-DAEA95D6568E}"/>
                </a:ext>
              </a:extLst>
            </p:cNvPr>
            <p:cNvSpPr/>
            <p:nvPr/>
          </p:nvSpPr>
          <p:spPr>
            <a:xfrm>
              <a:off x="-396050" y="3412952"/>
              <a:ext cx="1977051" cy="2047036"/>
            </a:xfrm>
            <a:custGeom>
              <a:avLst/>
              <a:gdLst>
                <a:gd name="csX0" fmla="*/ 0 w 1977051"/>
                <a:gd name="csY0" fmla="*/ 1921722 h 2047036"/>
                <a:gd name="csX1" fmla="*/ 129833 w 1977051"/>
                <a:gd name="csY1" fmla="*/ 2047036 h 2047036"/>
                <a:gd name="csX2" fmla="*/ 1977051 w 1977051"/>
                <a:gd name="csY2" fmla="*/ 0 h 2047036"/>
                <a:gd name="csX3" fmla="*/ 0 w 1977051"/>
                <a:gd name="csY3" fmla="*/ 1921845 h 2047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77051" h="2047036">
                  <a:moveTo>
                    <a:pt x="0" y="1921722"/>
                  </a:moveTo>
                  <a:cubicBezTo>
                    <a:pt x="41649" y="1964471"/>
                    <a:pt x="84886" y="2006364"/>
                    <a:pt x="129833" y="2047036"/>
                  </a:cubicBezTo>
                  <a:lnTo>
                    <a:pt x="1977051" y="0"/>
                  </a:lnTo>
                  <a:lnTo>
                    <a:pt x="0" y="192184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292421C2-3EB1-20FB-3987-FEF8A6E01DBF}"/>
                </a:ext>
              </a:extLst>
            </p:cNvPr>
            <p:cNvSpPr/>
            <p:nvPr/>
          </p:nvSpPr>
          <p:spPr>
            <a:xfrm>
              <a:off x="-630555" y="3412830"/>
              <a:ext cx="2211434" cy="1788591"/>
            </a:xfrm>
            <a:custGeom>
              <a:avLst/>
              <a:gdLst>
                <a:gd name="csX0" fmla="*/ 122 w 2211434"/>
                <a:gd name="csY0" fmla="*/ 1647644 h 1788591"/>
                <a:gd name="csX1" fmla="*/ 112734 w 2211434"/>
                <a:gd name="csY1" fmla="*/ 1788592 h 1788591"/>
                <a:gd name="csX2" fmla="*/ 2211434 w 2211434"/>
                <a:gd name="csY2" fmla="*/ 0 h 1788591"/>
                <a:gd name="csX3" fmla="*/ 0 w 2211434"/>
                <a:gd name="csY3" fmla="*/ 1647644 h 1788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11434" h="1788591">
                  <a:moveTo>
                    <a:pt x="122" y="1647644"/>
                  </a:moveTo>
                  <a:cubicBezTo>
                    <a:pt x="35909" y="1695645"/>
                    <a:pt x="73405" y="1742668"/>
                    <a:pt x="112734" y="1788592"/>
                  </a:cubicBezTo>
                  <a:lnTo>
                    <a:pt x="2211434" y="0"/>
                  </a:lnTo>
                  <a:lnTo>
                    <a:pt x="0" y="164764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677F5FEE-5FBE-2546-E14D-55EEF337664D}"/>
                </a:ext>
              </a:extLst>
            </p:cNvPr>
            <p:cNvSpPr/>
            <p:nvPr/>
          </p:nvSpPr>
          <p:spPr>
            <a:xfrm>
              <a:off x="-733640" y="3412830"/>
              <a:ext cx="2314641" cy="1647644"/>
            </a:xfrm>
            <a:custGeom>
              <a:avLst/>
              <a:gdLst>
                <a:gd name="csX0" fmla="*/ 0 w 2314641"/>
                <a:gd name="csY0" fmla="*/ 1499613 h 1647644"/>
                <a:gd name="csX1" fmla="*/ 103207 w 2314641"/>
                <a:gd name="csY1" fmla="*/ 1647644 h 1647644"/>
                <a:gd name="csX2" fmla="*/ 2314641 w 2314641"/>
                <a:gd name="csY2" fmla="*/ 0 h 1647644"/>
                <a:gd name="csX3" fmla="*/ 0 w 2314641"/>
                <a:gd name="csY3" fmla="*/ 1499613 h 1647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314641" h="1647644">
                  <a:moveTo>
                    <a:pt x="0" y="1499613"/>
                  </a:moveTo>
                  <a:cubicBezTo>
                    <a:pt x="32611" y="1549812"/>
                    <a:pt x="67054" y="1599278"/>
                    <a:pt x="103207" y="1647644"/>
                  </a:cubicBezTo>
                  <a:lnTo>
                    <a:pt x="2314641" y="0"/>
                  </a:lnTo>
                  <a:lnTo>
                    <a:pt x="0" y="1499613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02100305-8981-0EA6-7C51-7B39B249BF33}"/>
                </a:ext>
              </a:extLst>
            </p:cNvPr>
            <p:cNvSpPr/>
            <p:nvPr/>
          </p:nvSpPr>
          <p:spPr>
            <a:xfrm>
              <a:off x="-266339" y="3412830"/>
              <a:ext cx="1847218" cy="2163434"/>
            </a:xfrm>
            <a:custGeom>
              <a:avLst/>
              <a:gdLst>
                <a:gd name="csX0" fmla="*/ 122 w 1847218"/>
                <a:gd name="csY0" fmla="*/ 2047036 h 2163434"/>
                <a:gd name="csX1" fmla="*/ 138016 w 1847218"/>
                <a:gd name="csY1" fmla="*/ 2163434 h 2163434"/>
                <a:gd name="csX2" fmla="*/ 1847218 w 1847218"/>
                <a:gd name="csY2" fmla="*/ 0 h 2163434"/>
                <a:gd name="csX3" fmla="*/ 0 w 1847218"/>
                <a:gd name="csY3" fmla="*/ 2047036 h 2163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7218" h="2163434">
                  <a:moveTo>
                    <a:pt x="122" y="2047036"/>
                  </a:moveTo>
                  <a:cubicBezTo>
                    <a:pt x="45069" y="2087586"/>
                    <a:pt x="91237" y="2126304"/>
                    <a:pt x="138016" y="2163434"/>
                  </a:cubicBezTo>
                  <a:lnTo>
                    <a:pt x="1847218" y="0"/>
                  </a:lnTo>
                  <a:lnTo>
                    <a:pt x="0" y="2047036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7A8BA4E2-4750-EADA-D08C-6F664B73D785}"/>
                </a:ext>
              </a:extLst>
            </p:cNvPr>
            <p:cNvSpPr/>
            <p:nvPr/>
          </p:nvSpPr>
          <p:spPr>
            <a:xfrm>
              <a:off x="-827076" y="3412708"/>
              <a:ext cx="2408076" cy="1499612"/>
            </a:xfrm>
            <a:custGeom>
              <a:avLst/>
              <a:gdLst>
                <a:gd name="csX0" fmla="*/ 0 w 2408076"/>
                <a:gd name="csY0" fmla="*/ 1345230 h 1499612"/>
                <a:gd name="csX1" fmla="*/ 93436 w 2408076"/>
                <a:gd name="csY1" fmla="*/ 1499613 h 1499612"/>
                <a:gd name="csX2" fmla="*/ 2408077 w 2408076"/>
                <a:gd name="csY2" fmla="*/ 0 h 1499612"/>
                <a:gd name="csX3" fmla="*/ 122 w 2408076"/>
                <a:gd name="csY3" fmla="*/ 1345230 h 1499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08076" h="1499612">
                  <a:moveTo>
                    <a:pt x="0" y="1345230"/>
                  </a:moveTo>
                  <a:cubicBezTo>
                    <a:pt x="29313" y="1397506"/>
                    <a:pt x="60458" y="1449048"/>
                    <a:pt x="93436" y="1499613"/>
                  </a:cubicBezTo>
                  <a:lnTo>
                    <a:pt x="2408077" y="0"/>
                  </a:lnTo>
                  <a:lnTo>
                    <a:pt x="122" y="1345230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532A516C-5B21-CFCA-16EF-25BF0C80EF6A}"/>
                </a:ext>
              </a:extLst>
            </p:cNvPr>
            <p:cNvSpPr/>
            <p:nvPr/>
          </p:nvSpPr>
          <p:spPr>
            <a:xfrm>
              <a:off x="-517822" y="3412708"/>
              <a:ext cx="2098822" cy="1921844"/>
            </a:xfrm>
            <a:custGeom>
              <a:avLst/>
              <a:gdLst>
                <a:gd name="csX0" fmla="*/ 0 w 2098822"/>
                <a:gd name="csY0" fmla="*/ 1788714 h 1921844"/>
                <a:gd name="csX1" fmla="*/ 121772 w 2098822"/>
                <a:gd name="csY1" fmla="*/ 1921845 h 1921844"/>
                <a:gd name="csX2" fmla="*/ 2098823 w 2098822"/>
                <a:gd name="csY2" fmla="*/ 0 h 1921844"/>
                <a:gd name="csX3" fmla="*/ 122 w 2098822"/>
                <a:gd name="csY3" fmla="*/ 1788592 h 1921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098822" h="1921844">
                  <a:moveTo>
                    <a:pt x="0" y="1788714"/>
                  </a:moveTo>
                  <a:cubicBezTo>
                    <a:pt x="38840" y="1834150"/>
                    <a:pt x="79512" y="1878486"/>
                    <a:pt x="121772" y="1921845"/>
                  </a:cubicBezTo>
                  <a:lnTo>
                    <a:pt x="2098823" y="0"/>
                  </a:lnTo>
                  <a:lnTo>
                    <a:pt x="122" y="1788592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EC66CF9F-272F-2B85-FC50-157007657FB0}"/>
                </a:ext>
              </a:extLst>
            </p:cNvPr>
            <p:cNvSpPr/>
            <p:nvPr/>
          </p:nvSpPr>
          <p:spPr>
            <a:xfrm>
              <a:off x="-1043138" y="3412708"/>
              <a:ext cx="2624017" cy="1019365"/>
            </a:xfrm>
            <a:custGeom>
              <a:avLst/>
              <a:gdLst>
                <a:gd name="csX0" fmla="*/ 0 w 2624017"/>
                <a:gd name="csY0" fmla="*/ 849594 h 1019365"/>
                <a:gd name="csX1" fmla="*/ 61191 w 2624017"/>
                <a:gd name="csY1" fmla="*/ 1019366 h 1019365"/>
                <a:gd name="csX2" fmla="*/ 2624017 w 2624017"/>
                <a:gd name="csY2" fmla="*/ 0 h 1019365"/>
                <a:gd name="csX3" fmla="*/ 0 w 2624017"/>
                <a:gd name="csY3" fmla="*/ 849471 h 10193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24017" h="1019365">
                  <a:moveTo>
                    <a:pt x="0" y="849594"/>
                  </a:moveTo>
                  <a:cubicBezTo>
                    <a:pt x="18443" y="906754"/>
                    <a:pt x="38962" y="963304"/>
                    <a:pt x="61191" y="1019366"/>
                  </a:cubicBezTo>
                  <a:lnTo>
                    <a:pt x="2624017" y="0"/>
                  </a:lnTo>
                  <a:lnTo>
                    <a:pt x="0" y="84947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66DFE63F-63FC-C86B-5E46-9832DCE50395}"/>
                </a:ext>
              </a:extLst>
            </p:cNvPr>
            <p:cNvSpPr/>
            <p:nvPr/>
          </p:nvSpPr>
          <p:spPr>
            <a:xfrm>
              <a:off x="-1092848" y="3412830"/>
              <a:ext cx="2673849" cy="849471"/>
            </a:xfrm>
            <a:custGeom>
              <a:avLst/>
              <a:gdLst>
                <a:gd name="csX0" fmla="*/ 0 w 2673849"/>
                <a:gd name="csY0" fmla="*/ 676035 h 849471"/>
                <a:gd name="csX1" fmla="*/ 49832 w 2673849"/>
                <a:gd name="csY1" fmla="*/ 849471 h 849471"/>
                <a:gd name="csX2" fmla="*/ 2673850 w 2673849"/>
                <a:gd name="csY2" fmla="*/ 0 h 849471"/>
                <a:gd name="csX3" fmla="*/ 0 w 2673849"/>
                <a:gd name="csY3" fmla="*/ 676035 h 8494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73849" h="849471">
                  <a:moveTo>
                    <a:pt x="0" y="676035"/>
                  </a:moveTo>
                  <a:cubicBezTo>
                    <a:pt x="14657" y="734295"/>
                    <a:pt x="31267" y="792189"/>
                    <a:pt x="49832" y="849471"/>
                  </a:cubicBezTo>
                  <a:lnTo>
                    <a:pt x="2673850" y="0"/>
                  </a:lnTo>
                  <a:lnTo>
                    <a:pt x="0" y="67603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45C6A71F-35AF-6CBD-FB52-F15D14C04E4B}"/>
                </a:ext>
              </a:extLst>
            </p:cNvPr>
            <p:cNvSpPr/>
            <p:nvPr/>
          </p:nvSpPr>
          <p:spPr>
            <a:xfrm>
              <a:off x="-1131200" y="3412830"/>
              <a:ext cx="2712200" cy="676035"/>
            </a:xfrm>
            <a:custGeom>
              <a:avLst/>
              <a:gdLst>
                <a:gd name="csX0" fmla="*/ 0 w 2712200"/>
                <a:gd name="csY0" fmla="*/ 499667 h 676035"/>
                <a:gd name="csX1" fmla="*/ 38351 w 2712200"/>
                <a:gd name="csY1" fmla="*/ 676035 h 676035"/>
                <a:gd name="csX2" fmla="*/ 2712201 w 2712200"/>
                <a:gd name="csY2" fmla="*/ 0 h 676035"/>
                <a:gd name="csX3" fmla="*/ 0 w 2712200"/>
                <a:gd name="csY3" fmla="*/ 499667 h 6760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12200" h="676035">
                  <a:moveTo>
                    <a:pt x="0" y="499667"/>
                  </a:moveTo>
                  <a:cubicBezTo>
                    <a:pt x="10870" y="558782"/>
                    <a:pt x="23573" y="617653"/>
                    <a:pt x="38351" y="676035"/>
                  </a:cubicBezTo>
                  <a:lnTo>
                    <a:pt x="2712201" y="0"/>
                  </a:lnTo>
                  <a:lnTo>
                    <a:pt x="0" y="499667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2F915EB3-5409-0509-BD4B-DA80D8F57155}"/>
                </a:ext>
              </a:extLst>
            </p:cNvPr>
            <p:cNvSpPr/>
            <p:nvPr/>
          </p:nvSpPr>
          <p:spPr>
            <a:xfrm>
              <a:off x="-909885" y="3412708"/>
              <a:ext cx="2490764" cy="1345230"/>
            </a:xfrm>
            <a:custGeom>
              <a:avLst/>
              <a:gdLst>
                <a:gd name="csX0" fmla="*/ 122 w 2490764"/>
                <a:gd name="csY0" fmla="*/ 1184863 h 1345230"/>
                <a:gd name="csX1" fmla="*/ 82810 w 2490764"/>
                <a:gd name="csY1" fmla="*/ 1345230 h 1345230"/>
                <a:gd name="csX2" fmla="*/ 2490764 w 2490764"/>
                <a:gd name="csY2" fmla="*/ 0 h 1345230"/>
                <a:gd name="csX3" fmla="*/ 0 w 2490764"/>
                <a:gd name="csY3" fmla="*/ 1184741 h 1345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90764" h="1345230">
                  <a:moveTo>
                    <a:pt x="122" y="1184863"/>
                  </a:moveTo>
                  <a:cubicBezTo>
                    <a:pt x="25893" y="1239092"/>
                    <a:pt x="53374" y="1292589"/>
                    <a:pt x="82810" y="1345230"/>
                  </a:cubicBezTo>
                  <a:lnTo>
                    <a:pt x="2490764" y="0"/>
                  </a:lnTo>
                  <a:lnTo>
                    <a:pt x="0" y="1184741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7337BEAE-86BC-8E9C-8A6B-275065FA0018}"/>
                </a:ext>
              </a:extLst>
            </p:cNvPr>
            <p:cNvSpPr/>
            <p:nvPr/>
          </p:nvSpPr>
          <p:spPr>
            <a:xfrm>
              <a:off x="-981825" y="3412830"/>
              <a:ext cx="2562825" cy="1184740"/>
            </a:xfrm>
            <a:custGeom>
              <a:avLst/>
              <a:gdLst>
                <a:gd name="csX0" fmla="*/ 0 w 2562825"/>
                <a:gd name="csY0" fmla="*/ 1019243 h 1184740"/>
                <a:gd name="csX1" fmla="*/ 72062 w 2562825"/>
                <a:gd name="csY1" fmla="*/ 1184741 h 1184740"/>
                <a:gd name="csX2" fmla="*/ 2562826 w 2562825"/>
                <a:gd name="csY2" fmla="*/ 0 h 1184740"/>
                <a:gd name="csX3" fmla="*/ 0 w 2562825"/>
                <a:gd name="csY3" fmla="*/ 1019365 h 1184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62825" h="1184740">
                  <a:moveTo>
                    <a:pt x="0" y="1019243"/>
                  </a:moveTo>
                  <a:cubicBezTo>
                    <a:pt x="22107" y="1075060"/>
                    <a:pt x="46168" y="1130267"/>
                    <a:pt x="72062" y="1184741"/>
                  </a:cubicBezTo>
                  <a:lnTo>
                    <a:pt x="2562826" y="0"/>
                  </a:lnTo>
                  <a:lnTo>
                    <a:pt x="0" y="1019365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6B6DABDD-64EA-090A-401E-C8845AD622CB}"/>
                </a:ext>
              </a:extLst>
            </p:cNvPr>
            <p:cNvSpPr/>
            <p:nvPr/>
          </p:nvSpPr>
          <p:spPr>
            <a:xfrm>
              <a:off x="-1158070" y="3412830"/>
              <a:ext cx="2739071" cy="499667"/>
            </a:xfrm>
            <a:custGeom>
              <a:avLst/>
              <a:gdLst>
                <a:gd name="csX0" fmla="*/ 0 w 2739071"/>
                <a:gd name="csY0" fmla="*/ 321224 h 499667"/>
                <a:gd name="csX1" fmla="*/ 26870 w 2739071"/>
                <a:gd name="csY1" fmla="*/ 499667 h 499667"/>
                <a:gd name="csX2" fmla="*/ 2739071 w 2739071"/>
                <a:gd name="csY2" fmla="*/ 0 h 499667"/>
                <a:gd name="csX3" fmla="*/ 0 w 2739071"/>
                <a:gd name="csY3" fmla="*/ 321224 h 499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39071" h="499667">
                  <a:moveTo>
                    <a:pt x="0" y="321224"/>
                  </a:moveTo>
                  <a:cubicBezTo>
                    <a:pt x="6962" y="380949"/>
                    <a:pt x="16000" y="440430"/>
                    <a:pt x="26870" y="499667"/>
                  </a:cubicBezTo>
                  <a:lnTo>
                    <a:pt x="2739071" y="0"/>
                  </a:lnTo>
                  <a:lnTo>
                    <a:pt x="0" y="321224"/>
                  </a:lnTo>
                  <a:close/>
                </a:path>
              </a:pathLst>
            </a:custGeom>
            <a:solidFill>
              <a:srgbClr val="F2F6D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" name="Freeform 106">
            <a:extLst>
              <a:ext uri="{FF2B5EF4-FFF2-40B4-BE49-F238E27FC236}">
                <a16:creationId xmlns:a16="http://schemas.microsoft.com/office/drawing/2014/main" id="{6FA3CCC2-7149-3490-CE1D-B8A40101F62E}"/>
              </a:ext>
            </a:extLst>
          </p:cNvPr>
          <p:cNvSpPr/>
          <p:nvPr/>
        </p:nvSpPr>
        <p:spPr>
          <a:xfrm>
            <a:off x="-1264697" y="3132767"/>
            <a:ext cx="5591364" cy="3013637"/>
          </a:xfrm>
          <a:custGeom>
            <a:avLst/>
            <a:gdLst>
              <a:gd name="csX0" fmla="*/ 5591365 w 5591364"/>
              <a:gd name="csY0" fmla="*/ 0 h 3013637"/>
              <a:gd name="csX1" fmla="*/ 2805515 w 5591364"/>
              <a:gd name="csY1" fmla="*/ 3013638 h 3013637"/>
              <a:gd name="csX2" fmla="*/ 0 w 5591364"/>
              <a:gd name="csY2" fmla="*/ 39329 h 3013637"/>
              <a:gd name="csX3" fmla="*/ 2805759 w 5591364"/>
              <a:gd name="csY3" fmla="*/ 247208 h 3013637"/>
              <a:gd name="csX4" fmla="*/ 5591365 w 5591364"/>
              <a:gd name="csY4" fmla="*/ 122 h 3013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91364" h="3013637">
                <a:moveTo>
                  <a:pt x="5591365" y="0"/>
                </a:moveTo>
                <a:cubicBezTo>
                  <a:pt x="5579396" y="1961417"/>
                  <a:pt x="4185066" y="3013882"/>
                  <a:pt x="2805515" y="3013638"/>
                </a:cubicBezTo>
                <a:cubicBezTo>
                  <a:pt x="1425964" y="3013394"/>
                  <a:pt x="11481" y="1999647"/>
                  <a:pt x="0" y="39329"/>
                </a:cubicBezTo>
                <a:cubicBezTo>
                  <a:pt x="931792" y="245131"/>
                  <a:pt x="1886791" y="245864"/>
                  <a:pt x="2805759" y="247208"/>
                </a:cubicBezTo>
                <a:cubicBezTo>
                  <a:pt x="3724727" y="248551"/>
                  <a:pt x="4657374" y="210933"/>
                  <a:pt x="5591365" y="122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8" name="Graphic 5">
            <a:extLst>
              <a:ext uri="{FF2B5EF4-FFF2-40B4-BE49-F238E27FC236}">
                <a16:creationId xmlns:a16="http://schemas.microsoft.com/office/drawing/2014/main" id="{A2ADA3B0-21CC-E8DA-6E94-97F88188191E}"/>
              </a:ext>
            </a:extLst>
          </p:cNvPr>
          <p:cNvGrpSpPr/>
          <p:nvPr/>
        </p:nvGrpSpPr>
        <p:grpSpPr>
          <a:xfrm>
            <a:off x="-1616089" y="222580"/>
            <a:ext cx="6314544" cy="7714981"/>
            <a:chOff x="-1616089" y="222580"/>
            <a:chExt cx="6314544" cy="7714981"/>
          </a:xfrm>
        </p:grpSpPr>
        <p:grpSp>
          <p:nvGrpSpPr>
            <p:cNvPr id="109" name="Graphic 5">
              <a:extLst>
                <a:ext uri="{FF2B5EF4-FFF2-40B4-BE49-F238E27FC236}">
                  <a16:creationId xmlns:a16="http://schemas.microsoft.com/office/drawing/2014/main" id="{9F23DD8A-FA3E-F140-3650-1E49C9F6E99A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  <a:solidFill>
              <a:srgbClr val="01253E"/>
            </a:solidFill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39307470-F746-99A1-D7DB-B050F58FECD6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3FFD5583-F552-D632-68EC-68522B25F34C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01253E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2" name="Graphic 5">
                <a:extLst>
                  <a:ext uri="{FF2B5EF4-FFF2-40B4-BE49-F238E27FC236}">
                    <a16:creationId xmlns:a16="http://schemas.microsoft.com/office/drawing/2014/main" id="{B8B07BA3-D4BB-99E5-D30A-FB4403025B31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53" cy="7546675"/>
                <a:chOff x="-1544393" y="356077"/>
                <a:chExt cx="6108253" cy="7546675"/>
              </a:xfrm>
              <a:solidFill>
                <a:srgbClr val="01253E"/>
              </a:solidFill>
            </p:grpSpPr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C7509953-B533-0994-426E-BAB1EFC82776}"/>
                    </a:ext>
                  </a:extLst>
                </p:cNvPr>
                <p:cNvSpPr/>
                <p:nvPr/>
              </p:nvSpPr>
              <p:spPr>
                <a:xfrm>
                  <a:off x="-680754" y="33449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5B320E73-F060-B43E-120F-13D34C3D1B8E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1B9F5832-B9E0-2920-0D87-244988F7F88A}"/>
                    </a:ext>
                  </a:extLst>
                </p:cNvPr>
                <p:cNvSpPr/>
                <p:nvPr/>
              </p:nvSpPr>
              <p:spPr>
                <a:xfrm>
                  <a:off x="-95468" y="35806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C08C2162-9C85-9607-52ED-9FE54658EAF0}"/>
                    </a:ext>
                  </a:extLst>
                </p:cNvPr>
                <p:cNvSpPr/>
                <p:nvPr/>
              </p:nvSpPr>
              <p:spPr>
                <a:xfrm>
                  <a:off x="-317882" y="3918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822E12C3-103E-4A0C-D559-933BC8A0A351}"/>
                    </a:ext>
                  </a:extLst>
                </p:cNvPr>
                <p:cNvSpPr/>
                <p:nvPr/>
              </p:nvSpPr>
              <p:spPr>
                <a:xfrm>
                  <a:off x="-352813" y="37379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C0A9FDA5-4C1C-0EA2-0CF7-921345B6C573}"/>
                    </a:ext>
                  </a:extLst>
                </p:cNvPr>
                <p:cNvSpPr/>
                <p:nvPr/>
              </p:nvSpPr>
              <p:spPr>
                <a:xfrm>
                  <a:off x="299160" y="39514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536D0932-421A-870B-86C8-01823CECE7D7}"/>
                    </a:ext>
                  </a:extLst>
                </p:cNvPr>
                <p:cNvSpPr/>
                <p:nvPr/>
              </p:nvSpPr>
              <p:spPr>
                <a:xfrm>
                  <a:off x="-67498" y="42232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A79DADA6-8BCB-C9A0-D496-ECA44E1DA4CF}"/>
                    </a:ext>
                  </a:extLst>
                </p:cNvPr>
                <p:cNvSpPr/>
                <p:nvPr/>
              </p:nvSpPr>
              <p:spPr>
                <a:xfrm>
                  <a:off x="-173270" y="374138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C6FE4D1F-F497-6217-97EC-389C2A787AB1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881CDFC0-F8B1-DF35-833C-A0D975A71716}"/>
                    </a:ext>
                  </a:extLst>
                </p:cNvPr>
                <p:cNvSpPr/>
                <p:nvPr/>
              </p:nvSpPr>
              <p:spPr>
                <a:xfrm>
                  <a:off x="-950557" y="3862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D892C592-0B38-422E-E1E5-53767D9A31C0}"/>
                    </a:ext>
                  </a:extLst>
                </p:cNvPr>
                <p:cNvSpPr/>
                <p:nvPr/>
              </p:nvSpPr>
              <p:spPr>
                <a:xfrm>
                  <a:off x="-1097123" y="38439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ED23182F-1583-19A8-4B4F-BE451D1700E5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4686B095-4D42-0E2E-667A-D9D77C88C6A8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25936F40-9294-CE1D-2D6D-B679110AD080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E45D09CE-CF8C-C4BC-8DDB-2BA504267216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FD5F7E29-BFFC-AADA-A83C-5D1DE5F1BF9E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E33AA4C7-9569-7301-8BAD-206A9858E996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8285CB08-4A7F-2F3B-47AB-136E72FCC87D}"/>
                    </a:ext>
                  </a:extLst>
                </p:cNvPr>
                <p:cNvSpPr/>
                <p:nvPr/>
              </p:nvSpPr>
              <p:spPr>
                <a:xfrm>
                  <a:off x="-433180" y="49350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0549CBB0-7145-0671-11FB-5B4C86CD174A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873927E3-E4EF-36F1-0540-DEF0EFB60AAC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58360090-3125-0EFC-E8F0-51AD7915DDD6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ECB576B0-0A2D-03B4-6818-EA90A2AEA480}"/>
                    </a:ext>
                  </a:extLst>
                </p:cNvPr>
                <p:cNvSpPr/>
                <p:nvPr/>
              </p:nvSpPr>
              <p:spPr>
                <a:xfrm>
                  <a:off x="741056" y="56207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391CC477-DE6E-CE7C-BFD8-A8F81FBEA832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E0C9382F-CC6D-97F2-99D1-966F42F95AED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F4320D41-0ECC-C5AB-AB31-B9031933002F}"/>
                    </a:ext>
                  </a:extLst>
                </p:cNvPr>
                <p:cNvSpPr/>
                <p:nvPr/>
              </p:nvSpPr>
              <p:spPr>
                <a:xfrm>
                  <a:off x="-19620" y="53510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94325ECB-E516-3886-5D1D-93B8D3AE3C82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B480340A-F18F-BEF9-A54C-36317314DFD1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695B9362-C13F-D236-81E1-5F92689D9539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54C16FF5-E689-F21A-5AAD-D62864551E54}"/>
                    </a:ext>
                  </a:extLst>
                </p:cNvPr>
                <p:cNvSpPr/>
                <p:nvPr/>
              </p:nvSpPr>
              <p:spPr>
                <a:xfrm>
                  <a:off x="-757701" y="50789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1D82BB20-BB92-A8B8-0D75-29EDA00D4F6E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F00F1148-37DE-443B-C62B-711B5BF215E1}"/>
                    </a:ext>
                  </a:extLst>
                </p:cNvPr>
                <p:cNvSpPr/>
                <p:nvPr/>
              </p:nvSpPr>
              <p:spPr>
                <a:xfrm>
                  <a:off x="-1158925" y="43342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7470AB0D-A98B-A68D-D600-3D3EF3C3E9B1}"/>
                    </a:ext>
                  </a:extLst>
                </p:cNvPr>
                <p:cNvSpPr/>
                <p:nvPr/>
              </p:nvSpPr>
              <p:spPr>
                <a:xfrm>
                  <a:off x="-733029" y="528374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Oval 144">
                  <a:extLst>
                    <a:ext uri="{FF2B5EF4-FFF2-40B4-BE49-F238E27FC236}">
                      <a16:creationId xmlns:a16="http://schemas.microsoft.com/office/drawing/2014/main" id="{121B4A02-1024-4D7A-EF66-FC67111696AE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0BBC3EC7-5EC4-FA2F-3A06-DC5EC197DDFE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Oval 146">
                  <a:extLst>
                    <a:ext uri="{FF2B5EF4-FFF2-40B4-BE49-F238E27FC236}">
                      <a16:creationId xmlns:a16="http://schemas.microsoft.com/office/drawing/2014/main" id="{E82E01D3-73E5-ED68-D706-50AF5C08EC1F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32E28BBD-8815-7B4F-20A3-8A6A85EECB0A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C5354CFC-5A72-4A23-D7FF-1CD5EC450013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5558D7B6-177A-1058-74B8-C6A5BC5730C2}"/>
                    </a:ext>
                  </a:extLst>
                </p:cNvPr>
                <p:cNvSpPr/>
                <p:nvPr/>
              </p:nvSpPr>
              <p:spPr>
                <a:xfrm>
                  <a:off x="919988" y="65151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FC362490-17EF-7FC0-FD2E-C978017FC508}"/>
                    </a:ext>
                  </a:extLst>
                </p:cNvPr>
                <p:cNvSpPr/>
                <p:nvPr/>
              </p:nvSpPr>
              <p:spPr>
                <a:xfrm>
                  <a:off x="451832" y="61871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Oval 151">
                  <a:extLst>
                    <a:ext uri="{FF2B5EF4-FFF2-40B4-BE49-F238E27FC236}">
                      <a16:creationId xmlns:a16="http://schemas.microsoft.com/office/drawing/2014/main" id="{B5D280D1-1CE7-3EBC-1C26-2845C0EA43C4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Oval 152">
                  <a:extLst>
                    <a:ext uri="{FF2B5EF4-FFF2-40B4-BE49-F238E27FC236}">
                      <a16:creationId xmlns:a16="http://schemas.microsoft.com/office/drawing/2014/main" id="{3820B832-A37C-963F-E49E-53449B0B510E}"/>
                    </a:ext>
                  </a:extLst>
                </p:cNvPr>
                <p:cNvSpPr/>
                <p:nvPr/>
              </p:nvSpPr>
              <p:spPr>
                <a:xfrm>
                  <a:off x="120960" y="61773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1BCF439D-C44A-E395-C3E7-2C4B4265CAFF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3690572B-985C-F52A-22E8-930257E053F0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55F92E0D-9E47-0051-8AC1-C864E800C6B9}"/>
                    </a:ext>
                  </a:extLst>
                </p:cNvPr>
                <p:cNvSpPr/>
                <p:nvPr/>
              </p:nvSpPr>
              <p:spPr>
                <a:xfrm>
                  <a:off x="-248263" y="542346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Oval 156">
                  <a:extLst>
                    <a:ext uri="{FF2B5EF4-FFF2-40B4-BE49-F238E27FC236}">
                      <a16:creationId xmlns:a16="http://schemas.microsoft.com/office/drawing/2014/main" id="{74915E33-9641-CA46-2921-E3D3E3DA61FF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BF8EF617-FF91-4D1E-B814-DEFFDE6AFADE}"/>
                    </a:ext>
                  </a:extLst>
                </p:cNvPr>
                <p:cNvSpPr/>
                <p:nvPr/>
              </p:nvSpPr>
              <p:spPr>
                <a:xfrm>
                  <a:off x="-293332" y="563574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05CDD4B0-9E56-75E3-1167-D9121061D908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5B8A038D-BC31-C83F-0005-6A024D2D0BC5}"/>
                    </a:ext>
                  </a:extLst>
                </p:cNvPr>
                <p:cNvSpPr/>
                <p:nvPr/>
              </p:nvSpPr>
              <p:spPr>
                <a:xfrm>
                  <a:off x="407252" y="38624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C51BC065-A047-EC05-6B9F-EF76952953B2}"/>
                    </a:ext>
                  </a:extLst>
                </p:cNvPr>
                <p:cNvSpPr/>
                <p:nvPr/>
              </p:nvSpPr>
              <p:spPr>
                <a:xfrm>
                  <a:off x="583864" y="357063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Oval 161">
                  <a:extLst>
                    <a:ext uri="{FF2B5EF4-FFF2-40B4-BE49-F238E27FC236}">
                      <a16:creationId xmlns:a16="http://schemas.microsoft.com/office/drawing/2014/main" id="{47FD4582-26AC-528C-017A-A808981AC594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6DA4E9EA-405D-C30D-4C4A-A2E4000EFCD6}"/>
                    </a:ext>
                  </a:extLst>
                </p:cNvPr>
                <p:cNvSpPr/>
                <p:nvPr/>
              </p:nvSpPr>
              <p:spPr>
                <a:xfrm>
                  <a:off x="562978" y="36842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A86EEA47-56F0-EF54-0DD3-7D56B61C6786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56FC1AD5-3CC1-A386-7318-A7A1A3BC9050}"/>
                    </a:ext>
                  </a:extLst>
                </p:cNvPr>
                <p:cNvSpPr/>
                <p:nvPr/>
              </p:nvSpPr>
              <p:spPr>
                <a:xfrm>
                  <a:off x="988996" y="38108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B5CE812B-AD15-698A-A998-C63C497F54F1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4BE4DF2D-1E7D-7963-0107-3E446A489AE9}"/>
                    </a:ext>
                  </a:extLst>
                </p:cNvPr>
                <p:cNvSpPr/>
                <p:nvPr/>
              </p:nvSpPr>
              <p:spPr>
                <a:xfrm>
                  <a:off x="263129" y="34781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068BEF87-9933-1C60-9297-919C4D52472B}"/>
                    </a:ext>
                  </a:extLst>
                </p:cNvPr>
                <p:cNvSpPr/>
                <p:nvPr/>
              </p:nvSpPr>
              <p:spPr>
                <a:xfrm>
                  <a:off x="-224690" y="40828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59629762-042F-6AEF-53BB-8F5E5C05D093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0" name="Oval 169">
                  <a:extLst>
                    <a:ext uri="{FF2B5EF4-FFF2-40B4-BE49-F238E27FC236}">
                      <a16:creationId xmlns:a16="http://schemas.microsoft.com/office/drawing/2014/main" id="{9FA44EE9-2EE6-B5BF-37C4-7FE259D244EA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1BE69D71-278B-47F1-C02C-9F325F90280E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AD4E2D91-EDF4-55ED-9203-896C0B578B7E}"/>
                    </a:ext>
                  </a:extLst>
                </p:cNvPr>
                <p:cNvSpPr/>
                <p:nvPr/>
              </p:nvSpPr>
              <p:spPr>
                <a:xfrm>
                  <a:off x="1301426" y="48470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B690565E-1911-DF5C-00E7-AC9F055A51DA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Oval 173">
                  <a:extLst>
                    <a:ext uri="{FF2B5EF4-FFF2-40B4-BE49-F238E27FC236}">
                      <a16:creationId xmlns:a16="http://schemas.microsoft.com/office/drawing/2014/main" id="{21EE6641-0AF5-3AFE-1041-1894185BFAEF}"/>
                    </a:ext>
                  </a:extLst>
                </p:cNvPr>
                <p:cNvSpPr/>
                <p:nvPr/>
              </p:nvSpPr>
              <p:spPr>
                <a:xfrm>
                  <a:off x="2650931" y="4728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9495DF32-EFD2-E1FB-A422-BB5A83F9B4B0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1576AA88-A594-D802-61D7-9CE46A13D39C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Oval 176">
                  <a:extLst>
                    <a:ext uri="{FF2B5EF4-FFF2-40B4-BE49-F238E27FC236}">
                      <a16:creationId xmlns:a16="http://schemas.microsoft.com/office/drawing/2014/main" id="{A796C76F-C34F-15DE-707A-4B1686FA02C1}"/>
                    </a:ext>
                  </a:extLst>
                </p:cNvPr>
                <p:cNvSpPr/>
                <p:nvPr/>
              </p:nvSpPr>
              <p:spPr>
                <a:xfrm>
                  <a:off x="2210012" y="40968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Oval 177">
                  <a:extLst>
                    <a:ext uri="{FF2B5EF4-FFF2-40B4-BE49-F238E27FC236}">
                      <a16:creationId xmlns:a16="http://schemas.microsoft.com/office/drawing/2014/main" id="{C49DB62D-E50E-C249-405B-C8A599586FA1}"/>
                    </a:ext>
                  </a:extLst>
                </p:cNvPr>
                <p:cNvSpPr/>
                <p:nvPr/>
              </p:nvSpPr>
              <p:spPr>
                <a:xfrm>
                  <a:off x="2749985" y="37965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Oval 178">
                  <a:extLst>
                    <a:ext uri="{FF2B5EF4-FFF2-40B4-BE49-F238E27FC236}">
                      <a16:creationId xmlns:a16="http://schemas.microsoft.com/office/drawing/2014/main" id="{24E0D409-A411-25A4-EA84-1F209226EDA3}"/>
                    </a:ext>
                  </a:extLst>
                </p:cNvPr>
                <p:cNvSpPr/>
                <p:nvPr/>
              </p:nvSpPr>
              <p:spPr>
                <a:xfrm>
                  <a:off x="2038163" y="4342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026E3D7B-7967-296D-552B-C2CA14CE024F}"/>
                    </a:ext>
                  </a:extLst>
                </p:cNvPr>
                <p:cNvSpPr/>
                <p:nvPr/>
              </p:nvSpPr>
              <p:spPr>
                <a:xfrm>
                  <a:off x="2441952" y="3503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C32C1AE3-005F-4DDB-F391-5EF7AF2FBDB8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94F16BE0-68DD-C7ED-F4D2-6320803FCDCB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408A4C9A-7609-DAF2-7464-2CA663AB58F5}"/>
                    </a:ext>
                  </a:extLst>
                </p:cNvPr>
                <p:cNvSpPr/>
                <p:nvPr/>
              </p:nvSpPr>
              <p:spPr>
                <a:xfrm>
                  <a:off x="2087996" y="5131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DF9E3110-CC44-1874-1501-46674CB138D8}"/>
                    </a:ext>
                  </a:extLst>
                </p:cNvPr>
                <p:cNvSpPr/>
                <p:nvPr/>
              </p:nvSpPr>
              <p:spPr>
                <a:xfrm>
                  <a:off x="2898383" y="46356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E003C235-5C7A-361E-DF24-A38D8195B716}"/>
                    </a:ext>
                  </a:extLst>
                </p:cNvPr>
                <p:cNvSpPr/>
                <p:nvPr/>
              </p:nvSpPr>
              <p:spPr>
                <a:xfrm>
                  <a:off x="2202073" y="548930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75FE6D37-7505-1CCC-F4AE-1EF5DB1117E6}"/>
                    </a:ext>
                  </a:extLst>
                </p:cNvPr>
                <p:cNvSpPr/>
                <p:nvPr/>
              </p:nvSpPr>
              <p:spPr>
                <a:xfrm>
                  <a:off x="1848116" y="439701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FE36C98E-5F86-4ED1-1849-B9B990A6517C}"/>
                    </a:ext>
                  </a:extLst>
                </p:cNvPr>
                <p:cNvSpPr/>
                <p:nvPr/>
              </p:nvSpPr>
              <p:spPr>
                <a:xfrm>
                  <a:off x="1679932" y="49976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0691D5E2-6F34-2083-3619-0F7E93D45076}"/>
                    </a:ext>
                  </a:extLst>
                </p:cNvPr>
                <p:cNvSpPr/>
                <p:nvPr/>
              </p:nvSpPr>
              <p:spPr>
                <a:xfrm>
                  <a:off x="1232540" y="53097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F3AB0548-D476-7AF5-B3BA-CCC1CDF49A16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84A479CA-0B9A-CB0F-0F0E-F990853FF120}"/>
                    </a:ext>
                  </a:extLst>
                </p:cNvPr>
                <p:cNvSpPr/>
                <p:nvPr/>
              </p:nvSpPr>
              <p:spPr>
                <a:xfrm>
                  <a:off x="381359" y="45001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3CCB2F81-DF66-8BAD-A863-BD7D7D809DCF}"/>
                    </a:ext>
                  </a:extLst>
                </p:cNvPr>
                <p:cNvSpPr/>
                <p:nvPr/>
              </p:nvSpPr>
              <p:spPr>
                <a:xfrm>
                  <a:off x="1444572" y="50671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EC5EB744-EA35-1321-35F8-7E8D4B318AC5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Oval 192">
                  <a:extLst>
                    <a:ext uri="{FF2B5EF4-FFF2-40B4-BE49-F238E27FC236}">
                      <a16:creationId xmlns:a16="http://schemas.microsoft.com/office/drawing/2014/main" id="{37686A71-45F7-4CDA-979D-6102080E6FCD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6C524478-6A74-1E46-E446-FC462EDB5EBA}"/>
                    </a:ext>
                  </a:extLst>
                </p:cNvPr>
                <p:cNvSpPr/>
                <p:nvPr/>
              </p:nvSpPr>
              <p:spPr>
                <a:xfrm>
                  <a:off x="1845551" y="66747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Oval 194">
                  <a:extLst>
                    <a:ext uri="{FF2B5EF4-FFF2-40B4-BE49-F238E27FC236}">
                      <a16:creationId xmlns:a16="http://schemas.microsoft.com/office/drawing/2014/main" id="{E149D49E-DABF-189C-73FB-5AEEAC5597A6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344611B5-3031-E190-2023-B26666B69E07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F29204C7-BD2D-0620-6F7A-6751620B135D}"/>
                    </a:ext>
                  </a:extLst>
                </p:cNvPr>
                <p:cNvSpPr/>
                <p:nvPr/>
              </p:nvSpPr>
              <p:spPr>
                <a:xfrm>
                  <a:off x="914370" y="63987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F2812FBE-FD68-3A52-F12B-2AF69A774434}"/>
                    </a:ext>
                  </a:extLst>
                </p:cNvPr>
                <p:cNvSpPr/>
                <p:nvPr/>
              </p:nvSpPr>
              <p:spPr>
                <a:xfrm>
                  <a:off x="409695" y="72951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3A125FB2-3ECE-2AD9-9304-FF5F3D021608}"/>
                    </a:ext>
                  </a:extLst>
                </p:cNvPr>
                <p:cNvSpPr/>
                <p:nvPr/>
              </p:nvSpPr>
              <p:spPr>
                <a:xfrm>
                  <a:off x="560413" y="64425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E8C07304-3C8E-01DC-59ED-15EA3D1260DB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0C639F77-226E-4484-F9E8-165EF70DF520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ECC91C57-AEEA-FF2B-C14B-C5CF8215166E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Oval 202">
                  <a:extLst>
                    <a:ext uri="{FF2B5EF4-FFF2-40B4-BE49-F238E27FC236}">
                      <a16:creationId xmlns:a16="http://schemas.microsoft.com/office/drawing/2014/main" id="{66C7CF60-5AB8-3EFD-6A56-0803CFFC88F7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0DB2CD35-855E-67F3-B81A-2D9522A01E1A}"/>
                    </a:ext>
                  </a:extLst>
                </p:cNvPr>
                <p:cNvSpPr/>
                <p:nvPr/>
              </p:nvSpPr>
              <p:spPr>
                <a:xfrm>
                  <a:off x="-360874" y="76173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Oval 204">
                  <a:extLst>
                    <a:ext uri="{FF2B5EF4-FFF2-40B4-BE49-F238E27FC236}">
                      <a16:creationId xmlns:a16="http://schemas.microsoft.com/office/drawing/2014/main" id="{93E62EA2-D272-FBCB-5D18-A7E830A53729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Oval 205">
                  <a:extLst>
                    <a:ext uri="{FF2B5EF4-FFF2-40B4-BE49-F238E27FC236}">
                      <a16:creationId xmlns:a16="http://schemas.microsoft.com/office/drawing/2014/main" id="{62A94AE7-4B98-492E-21B2-F6C455D7AB51}"/>
                    </a:ext>
                  </a:extLst>
                </p:cNvPr>
                <p:cNvSpPr/>
                <p:nvPr/>
              </p:nvSpPr>
              <p:spPr>
                <a:xfrm>
                  <a:off x="23494" y="71299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Oval 206">
                  <a:extLst>
                    <a:ext uri="{FF2B5EF4-FFF2-40B4-BE49-F238E27FC236}">
                      <a16:creationId xmlns:a16="http://schemas.microsoft.com/office/drawing/2014/main" id="{56E1730E-E530-7CBA-0BFF-DE2150CA708E}"/>
                    </a:ext>
                  </a:extLst>
                </p:cNvPr>
                <p:cNvSpPr/>
                <p:nvPr/>
              </p:nvSpPr>
              <p:spPr>
                <a:xfrm>
                  <a:off x="-237026" y="69228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D46CC239-21A5-B735-BE02-4B71B65C5EE3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Oval 208">
                  <a:extLst>
                    <a:ext uri="{FF2B5EF4-FFF2-40B4-BE49-F238E27FC236}">
                      <a16:creationId xmlns:a16="http://schemas.microsoft.com/office/drawing/2014/main" id="{734C1C57-DA08-AF96-037E-352274255A95}"/>
                    </a:ext>
                  </a:extLst>
                </p:cNvPr>
                <p:cNvSpPr/>
                <p:nvPr/>
              </p:nvSpPr>
              <p:spPr>
                <a:xfrm>
                  <a:off x="-90949" y="73032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" name="Oval 209">
                  <a:extLst>
                    <a:ext uri="{FF2B5EF4-FFF2-40B4-BE49-F238E27FC236}">
                      <a16:creationId xmlns:a16="http://schemas.microsoft.com/office/drawing/2014/main" id="{17D6A0CE-9CFB-DB0C-9A7D-2FD1F5BE39AB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Oval 210">
                  <a:extLst>
                    <a:ext uri="{FF2B5EF4-FFF2-40B4-BE49-F238E27FC236}">
                      <a16:creationId xmlns:a16="http://schemas.microsoft.com/office/drawing/2014/main" id="{822E93B3-BE8F-4D93-7965-65A48912994A}"/>
                    </a:ext>
                  </a:extLst>
                </p:cNvPr>
                <p:cNvSpPr/>
                <p:nvPr/>
              </p:nvSpPr>
              <p:spPr>
                <a:xfrm>
                  <a:off x="771712" y="770745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Oval 211">
                  <a:extLst>
                    <a:ext uri="{FF2B5EF4-FFF2-40B4-BE49-F238E27FC236}">
                      <a16:creationId xmlns:a16="http://schemas.microsoft.com/office/drawing/2014/main" id="{3A1E65B4-3FEE-50BF-A2CF-5A959EE743B0}"/>
                    </a:ext>
                  </a:extLst>
                </p:cNvPr>
                <p:cNvSpPr/>
                <p:nvPr/>
              </p:nvSpPr>
              <p:spPr>
                <a:xfrm>
                  <a:off x="469542" y="78080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2FC242CC-D7C6-39E8-E441-6DCE674C2268}"/>
                    </a:ext>
                  </a:extLst>
                </p:cNvPr>
                <p:cNvSpPr/>
                <p:nvPr/>
              </p:nvSpPr>
              <p:spPr>
                <a:xfrm>
                  <a:off x="338977" y="75111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Oval 213">
                  <a:extLst>
                    <a:ext uri="{FF2B5EF4-FFF2-40B4-BE49-F238E27FC236}">
                      <a16:creationId xmlns:a16="http://schemas.microsoft.com/office/drawing/2014/main" id="{4E58DA04-D008-7000-A7FA-5D3BCC6E944E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808115B4-2C83-CCDD-996C-A630C78B70F7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" name="Oval 215">
                  <a:extLst>
                    <a:ext uri="{FF2B5EF4-FFF2-40B4-BE49-F238E27FC236}">
                      <a16:creationId xmlns:a16="http://schemas.microsoft.com/office/drawing/2014/main" id="{2D2FCA18-325A-974C-5AD1-545905412E98}"/>
                    </a:ext>
                  </a:extLst>
                </p:cNvPr>
                <p:cNvSpPr/>
                <p:nvPr/>
              </p:nvSpPr>
              <p:spPr>
                <a:xfrm>
                  <a:off x="929515" y="747197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CBCB509C-C0B7-5CC5-002D-4C45158AA809}"/>
                    </a:ext>
                  </a:extLst>
                </p:cNvPr>
                <p:cNvSpPr/>
                <p:nvPr/>
              </p:nvSpPr>
              <p:spPr>
                <a:xfrm>
                  <a:off x="1439808" y="70917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Oval 217">
                  <a:extLst>
                    <a:ext uri="{FF2B5EF4-FFF2-40B4-BE49-F238E27FC236}">
                      <a16:creationId xmlns:a16="http://schemas.microsoft.com/office/drawing/2014/main" id="{C179940C-1BA8-4E92-AD83-998D70CA6310}"/>
                    </a:ext>
                  </a:extLst>
                </p:cNvPr>
                <p:cNvSpPr/>
                <p:nvPr/>
              </p:nvSpPr>
              <p:spPr>
                <a:xfrm>
                  <a:off x="1948636" y="76362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9" name="Oval 218">
                  <a:extLst>
                    <a:ext uri="{FF2B5EF4-FFF2-40B4-BE49-F238E27FC236}">
                      <a16:creationId xmlns:a16="http://schemas.microsoft.com/office/drawing/2014/main" id="{C0E775B3-B58A-B4A1-E365-1C3FEC197A34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0" name="Oval 219">
                  <a:extLst>
                    <a:ext uri="{FF2B5EF4-FFF2-40B4-BE49-F238E27FC236}">
                      <a16:creationId xmlns:a16="http://schemas.microsoft.com/office/drawing/2014/main" id="{CF05AD15-BED0-1FC7-9C4D-27F503CAD4C8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C7CC1117-195F-A4A0-DC9F-6D5BB10C5CA0}"/>
                    </a:ext>
                  </a:extLst>
                </p:cNvPr>
                <p:cNvSpPr/>
                <p:nvPr/>
              </p:nvSpPr>
              <p:spPr>
                <a:xfrm>
                  <a:off x="1776421" y="7635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BEA40F9C-50F0-B38C-D363-2A5DC9FA699E}"/>
                    </a:ext>
                  </a:extLst>
                </p:cNvPr>
                <p:cNvSpPr/>
                <p:nvPr/>
              </p:nvSpPr>
              <p:spPr>
                <a:xfrm>
                  <a:off x="1989552" y="728766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70B30D43-FC05-D6FA-08AC-AA8ED79B768C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575EF1B9-A1E3-BDB7-DDBA-83C0B197E622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7A7695A8-81C9-BCD4-C014-4A27216CC42F}"/>
                    </a:ext>
                  </a:extLst>
                </p:cNvPr>
                <p:cNvSpPr/>
                <p:nvPr/>
              </p:nvSpPr>
              <p:spPr>
                <a:xfrm>
                  <a:off x="3276156" y="7699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6EA0EC7B-6FCE-9C3B-BDC1-0312E644C589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F1E44C60-C027-0EFB-1B1B-D2BC396F4F5E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AEFF7FA1-2DA8-9A8A-BAAC-2AD3801F9F3D}"/>
                    </a:ext>
                  </a:extLst>
                </p:cNvPr>
                <p:cNvSpPr/>
                <p:nvPr/>
              </p:nvSpPr>
              <p:spPr>
                <a:xfrm>
                  <a:off x="2057705" y="77105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2F22F842-DBED-A5E7-038A-FA5C1AF43EA7}"/>
                    </a:ext>
                  </a:extLst>
                </p:cNvPr>
                <p:cNvSpPr/>
                <p:nvPr/>
              </p:nvSpPr>
              <p:spPr>
                <a:xfrm>
                  <a:off x="1611412" y="773139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0" name="Oval 229">
                  <a:extLst>
                    <a:ext uri="{FF2B5EF4-FFF2-40B4-BE49-F238E27FC236}">
                      <a16:creationId xmlns:a16="http://schemas.microsoft.com/office/drawing/2014/main" id="{0246A9C2-CAC6-9234-797F-3714B1CE2467}"/>
                    </a:ext>
                  </a:extLst>
                </p:cNvPr>
                <p:cNvSpPr/>
                <p:nvPr/>
              </p:nvSpPr>
              <p:spPr>
                <a:xfrm>
                  <a:off x="740079" y="72543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1" name="Oval 230">
                  <a:extLst>
                    <a:ext uri="{FF2B5EF4-FFF2-40B4-BE49-F238E27FC236}">
                      <a16:creationId xmlns:a16="http://schemas.microsoft.com/office/drawing/2014/main" id="{8DA4A28F-B3A5-541A-9D12-72F93DAE34B7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2" name="Oval 231">
                  <a:extLst>
                    <a:ext uri="{FF2B5EF4-FFF2-40B4-BE49-F238E27FC236}">
                      <a16:creationId xmlns:a16="http://schemas.microsoft.com/office/drawing/2014/main" id="{E9260C1E-4213-1564-5DD2-9B0A84EA5585}"/>
                    </a:ext>
                  </a:extLst>
                </p:cNvPr>
                <p:cNvSpPr/>
                <p:nvPr/>
              </p:nvSpPr>
              <p:spPr>
                <a:xfrm>
                  <a:off x="1236448" y="67484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3" name="Oval 232">
                  <a:extLst>
                    <a:ext uri="{FF2B5EF4-FFF2-40B4-BE49-F238E27FC236}">
                      <a16:creationId xmlns:a16="http://schemas.microsoft.com/office/drawing/2014/main" id="{D99C8CD4-41E4-2052-2352-19ECE52F4567}"/>
                    </a:ext>
                  </a:extLst>
                </p:cNvPr>
                <p:cNvSpPr/>
                <p:nvPr/>
              </p:nvSpPr>
              <p:spPr>
                <a:xfrm>
                  <a:off x="1741123" y="68443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4" name="Oval 233">
                  <a:extLst>
                    <a:ext uri="{FF2B5EF4-FFF2-40B4-BE49-F238E27FC236}">
                      <a16:creationId xmlns:a16="http://schemas.microsoft.com/office/drawing/2014/main" id="{AC49A62B-CD10-AF6D-8C2E-ECA39B6D9A8B}"/>
                    </a:ext>
                  </a:extLst>
                </p:cNvPr>
                <p:cNvSpPr/>
                <p:nvPr/>
              </p:nvSpPr>
              <p:spPr>
                <a:xfrm>
                  <a:off x="1260876" y="682353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" name="Oval 234">
                  <a:extLst>
                    <a:ext uri="{FF2B5EF4-FFF2-40B4-BE49-F238E27FC236}">
                      <a16:creationId xmlns:a16="http://schemas.microsoft.com/office/drawing/2014/main" id="{9E4BAE2E-A3F2-D58F-762D-89476D2A76C5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" name="Oval 235">
                  <a:extLst>
                    <a:ext uri="{FF2B5EF4-FFF2-40B4-BE49-F238E27FC236}">
                      <a16:creationId xmlns:a16="http://schemas.microsoft.com/office/drawing/2014/main" id="{7B51AE4F-0DAF-D5C6-B19F-8656AD583C1A}"/>
                    </a:ext>
                  </a:extLst>
                </p:cNvPr>
                <p:cNvSpPr/>
                <p:nvPr/>
              </p:nvSpPr>
              <p:spPr>
                <a:xfrm>
                  <a:off x="2274012" y="69914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F5FE42C8-75E3-960E-67D4-96259BF7D0DD}"/>
                    </a:ext>
                  </a:extLst>
                </p:cNvPr>
                <p:cNvSpPr/>
                <p:nvPr/>
              </p:nvSpPr>
              <p:spPr>
                <a:xfrm>
                  <a:off x="1176723" y="575983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" name="Oval 237">
                  <a:extLst>
                    <a:ext uri="{FF2B5EF4-FFF2-40B4-BE49-F238E27FC236}">
                      <a16:creationId xmlns:a16="http://schemas.microsoft.com/office/drawing/2014/main" id="{EB38C007-4B6D-176C-0CCF-D5479BD760C6}"/>
                    </a:ext>
                  </a:extLst>
                </p:cNvPr>
                <p:cNvSpPr/>
                <p:nvPr/>
              </p:nvSpPr>
              <p:spPr>
                <a:xfrm>
                  <a:off x="2653862" y="623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" name="Oval 238">
                  <a:extLst>
                    <a:ext uri="{FF2B5EF4-FFF2-40B4-BE49-F238E27FC236}">
                      <a16:creationId xmlns:a16="http://schemas.microsoft.com/office/drawing/2014/main" id="{E446AE67-C812-9F88-3332-FF6F81555B46}"/>
                    </a:ext>
                  </a:extLst>
                </p:cNvPr>
                <p:cNvSpPr/>
                <p:nvPr/>
              </p:nvSpPr>
              <p:spPr>
                <a:xfrm>
                  <a:off x="2245310" y="6663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0" name="Oval 239">
                  <a:extLst>
                    <a:ext uri="{FF2B5EF4-FFF2-40B4-BE49-F238E27FC236}">
                      <a16:creationId xmlns:a16="http://schemas.microsoft.com/office/drawing/2014/main" id="{C5F0B945-5598-80FA-A5F2-9FDF767F093C}"/>
                    </a:ext>
                  </a:extLst>
                </p:cNvPr>
                <p:cNvSpPr/>
                <p:nvPr/>
              </p:nvSpPr>
              <p:spPr>
                <a:xfrm>
                  <a:off x="2446838" y="581699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id="{E5D465EF-925B-1728-6157-D18E9AD3D764}"/>
                    </a:ext>
                  </a:extLst>
                </p:cNvPr>
                <p:cNvSpPr/>
                <p:nvPr/>
              </p:nvSpPr>
              <p:spPr>
                <a:xfrm>
                  <a:off x="2094225" y="568924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2" name="Oval 241">
                  <a:extLst>
                    <a:ext uri="{FF2B5EF4-FFF2-40B4-BE49-F238E27FC236}">
                      <a16:creationId xmlns:a16="http://schemas.microsoft.com/office/drawing/2014/main" id="{4B1561EA-A69C-C393-4CDE-F401CB01DF84}"/>
                    </a:ext>
                  </a:extLst>
                </p:cNvPr>
                <p:cNvSpPr/>
                <p:nvPr/>
              </p:nvSpPr>
              <p:spPr>
                <a:xfrm>
                  <a:off x="1541427" y="65418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3" name="Oval 242">
                  <a:extLst>
                    <a:ext uri="{FF2B5EF4-FFF2-40B4-BE49-F238E27FC236}">
                      <a16:creationId xmlns:a16="http://schemas.microsoft.com/office/drawing/2014/main" id="{916671BB-4972-6BA8-A7B6-60D8E2B3E8D3}"/>
                    </a:ext>
                  </a:extLst>
                </p:cNvPr>
                <p:cNvSpPr/>
                <p:nvPr/>
              </p:nvSpPr>
              <p:spPr>
                <a:xfrm>
                  <a:off x="2240546" y="521351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4" name="Oval 243">
                  <a:extLst>
                    <a:ext uri="{FF2B5EF4-FFF2-40B4-BE49-F238E27FC236}">
                      <a16:creationId xmlns:a16="http://schemas.microsoft.com/office/drawing/2014/main" id="{CF6C2FB0-255C-6EAB-6B50-BE39D5433AD5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5" name="Oval 244">
                  <a:extLst>
                    <a:ext uri="{FF2B5EF4-FFF2-40B4-BE49-F238E27FC236}">
                      <a16:creationId xmlns:a16="http://schemas.microsoft.com/office/drawing/2014/main" id="{3AA8C523-475F-1692-3221-F9DAC46B7C6F}"/>
                    </a:ext>
                  </a:extLst>
                </p:cNvPr>
                <p:cNvSpPr/>
                <p:nvPr/>
              </p:nvSpPr>
              <p:spPr>
                <a:xfrm>
                  <a:off x="3402569" y="513778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7F0319F4-A08A-96C3-3974-E0A689BDAC4F}"/>
                    </a:ext>
                  </a:extLst>
                </p:cNvPr>
                <p:cNvSpPr/>
                <p:nvPr/>
              </p:nvSpPr>
              <p:spPr>
                <a:xfrm>
                  <a:off x="3682021" y="491879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7" name="Oval 246">
                  <a:extLst>
                    <a:ext uri="{FF2B5EF4-FFF2-40B4-BE49-F238E27FC236}">
                      <a16:creationId xmlns:a16="http://schemas.microsoft.com/office/drawing/2014/main" id="{87C0FFBD-0D84-17F4-AC57-2CA91B2A802A}"/>
                    </a:ext>
                  </a:extLst>
                </p:cNvPr>
                <p:cNvSpPr/>
                <p:nvPr/>
              </p:nvSpPr>
              <p:spPr>
                <a:xfrm>
                  <a:off x="3748587" y="487995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76CC1DF3-0468-A6E3-2D93-9BB24C6A9881}"/>
                    </a:ext>
                  </a:extLst>
                </p:cNvPr>
                <p:cNvSpPr/>
                <p:nvPr/>
              </p:nvSpPr>
              <p:spPr>
                <a:xfrm>
                  <a:off x="3036032" y="55420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9" name="Oval 248">
                  <a:extLst>
                    <a:ext uri="{FF2B5EF4-FFF2-40B4-BE49-F238E27FC236}">
                      <a16:creationId xmlns:a16="http://schemas.microsoft.com/office/drawing/2014/main" id="{98A2C39F-BC35-247B-44F8-2AB74DCD8A5B}"/>
                    </a:ext>
                  </a:extLst>
                </p:cNvPr>
                <p:cNvSpPr/>
                <p:nvPr/>
              </p:nvSpPr>
              <p:spPr>
                <a:xfrm>
                  <a:off x="2685007" y="588600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94D21C6C-4C9A-D32D-254A-1A39DC3DF5B8}"/>
                    </a:ext>
                  </a:extLst>
                </p:cNvPr>
                <p:cNvSpPr/>
                <p:nvPr/>
              </p:nvSpPr>
              <p:spPr>
                <a:xfrm>
                  <a:off x="3249530" y="48282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1" name="Oval 250">
                  <a:extLst>
                    <a:ext uri="{FF2B5EF4-FFF2-40B4-BE49-F238E27FC236}">
                      <a16:creationId xmlns:a16="http://schemas.microsoft.com/office/drawing/2014/main" id="{0554D705-2EBA-A4EF-A965-7CB9812A0930}"/>
                    </a:ext>
                  </a:extLst>
                </p:cNvPr>
                <p:cNvSpPr/>
                <p:nvPr/>
              </p:nvSpPr>
              <p:spPr>
                <a:xfrm>
                  <a:off x="3395730" y="47887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2" name="Oval 251">
                  <a:extLst>
                    <a:ext uri="{FF2B5EF4-FFF2-40B4-BE49-F238E27FC236}">
                      <a16:creationId xmlns:a16="http://schemas.microsoft.com/office/drawing/2014/main" id="{9DCB095A-C7C8-010D-E615-A848C5C909E3}"/>
                    </a:ext>
                  </a:extLst>
                </p:cNvPr>
                <p:cNvSpPr/>
                <p:nvPr/>
              </p:nvSpPr>
              <p:spPr>
                <a:xfrm>
                  <a:off x="2535754" y="565773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742A3245-747F-7954-DB41-BE43263149B4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993FF2FA-E41D-815C-5DCD-72589A1322F2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DA99D41B-2237-A3B3-8BC4-1D5EA81A2C08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" name="Oval 255">
                  <a:extLst>
                    <a:ext uri="{FF2B5EF4-FFF2-40B4-BE49-F238E27FC236}">
                      <a16:creationId xmlns:a16="http://schemas.microsoft.com/office/drawing/2014/main" id="{9BEA2FB8-8C4A-D58E-9633-654F7F47B480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7" name="Oval 256">
                  <a:extLst>
                    <a:ext uri="{FF2B5EF4-FFF2-40B4-BE49-F238E27FC236}">
                      <a16:creationId xmlns:a16="http://schemas.microsoft.com/office/drawing/2014/main" id="{D2506CDC-B4F8-3E30-E22E-FB147083BF45}"/>
                    </a:ext>
                  </a:extLst>
                </p:cNvPr>
                <p:cNvSpPr/>
                <p:nvPr/>
              </p:nvSpPr>
              <p:spPr>
                <a:xfrm>
                  <a:off x="2333982" y="595513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8" name="Oval 257">
                  <a:extLst>
                    <a:ext uri="{FF2B5EF4-FFF2-40B4-BE49-F238E27FC236}">
                      <a16:creationId xmlns:a16="http://schemas.microsoft.com/office/drawing/2014/main" id="{03DDC654-26E3-C479-C97B-80F170747054}"/>
                    </a:ext>
                  </a:extLst>
                </p:cNvPr>
                <p:cNvSpPr/>
                <p:nvPr/>
              </p:nvSpPr>
              <p:spPr>
                <a:xfrm>
                  <a:off x="1956697" y="596246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9" name="Oval 258">
                  <a:extLst>
                    <a:ext uri="{FF2B5EF4-FFF2-40B4-BE49-F238E27FC236}">
                      <a16:creationId xmlns:a16="http://schemas.microsoft.com/office/drawing/2014/main" id="{6BEA1BC6-02C0-72E0-EA89-4037DC0A551A}"/>
                    </a:ext>
                  </a:extLst>
                </p:cNvPr>
                <p:cNvSpPr/>
                <p:nvPr/>
              </p:nvSpPr>
              <p:spPr>
                <a:xfrm>
                  <a:off x="2575083" y="481974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50EA8066-7859-C255-0FF1-CF921C964EDB}"/>
                    </a:ext>
                  </a:extLst>
                </p:cNvPr>
                <p:cNvSpPr/>
                <p:nvPr/>
              </p:nvSpPr>
              <p:spPr>
                <a:xfrm>
                  <a:off x="1387900" y="60251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1" name="Oval 260">
                  <a:extLst>
                    <a:ext uri="{FF2B5EF4-FFF2-40B4-BE49-F238E27FC236}">
                      <a16:creationId xmlns:a16="http://schemas.microsoft.com/office/drawing/2014/main" id="{4BC3252F-8C24-6EEF-EAD2-F6E0EAE3A1FD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2" name="Oval 261">
                  <a:extLst>
                    <a:ext uri="{FF2B5EF4-FFF2-40B4-BE49-F238E27FC236}">
                      <a16:creationId xmlns:a16="http://schemas.microsoft.com/office/drawing/2014/main" id="{351886A6-4C77-C70B-CFF8-6DC92C649F64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5598CF93-48FC-6604-F4F5-B562EB015921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id="{E1334051-F3A6-BE7C-99DE-8CEF471B2B6A}"/>
                    </a:ext>
                  </a:extLst>
                </p:cNvPr>
                <p:cNvSpPr/>
                <p:nvPr/>
              </p:nvSpPr>
              <p:spPr>
                <a:xfrm>
                  <a:off x="3465470" y="367848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5" name="Oval 264">
                  <a:extLst>
                    <a:ext uri="{FF2B5EF4-FFF2-40B4-BE49-F238E27FC236}">
                      <a16:creationId xmlns:a16="http://schemas.microsoft.com/office/drawing/2014/main" id="{C115804E-F15B-2BD8-90F6-3A9E4C9C317F}"/>
                    </a:ext>
                  </a:extLst>
                </p:cNvPr>
                <p:cNvSpPr/>
                <p:nvPr/>
              </p:nvSpPr>
              <p:spPr>
                <a:xfrm>
                  <a:off x="3311821" y="352971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" name="Oval 265">
                  <a:extLst>
                    <a:ext uri="{FF2B5EF4-FFF2-40B4-BE49-F238E27FC236}">
                      <a16:creationId xmlns:a16="http://schemas.microsoft.com/office/drawing/2014/main" id="{54944AD6-A929-2CFB-D70A-CE92D6512EEA}"/>
                    </a:ext>
                  </a:extLst>
                </p:cNvPr>
                <p:cNvSpPr/>
                <p:nvPr/>
              </p:nvSpPr>
              <p:spPr>
                <a:xfrm>
                  <a:off x="3055208" y="36444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" name="Oval 266">
                  <a:extLst>
                    <a:ext uri="{FF2B5EF4-FFF2-40B4-BE49-F238E27FC236}">
                      <a16:creationId xmlns:a16="http://schemas.microsoft.com/office/drawing/2014/main" id="{E050F3AB-0951-DEB4-E78D-1E67ED4030CD}"/>
                    </a:ext>
                  </a:extLst>
                </p:cNvPr>
                <p:cNvSpPr/>
                <p:nvPr/>
              </p:nvSpPr>
              <p:spPr>
                <a:xfrm>
                  <a:off x="3226080" y="369435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" name="Oval 267">
                  <a:extLst>
                    <a:ext uri="{FF2B5EF4-FFF2-40B4-BE49-F238E27FC236}">
                      <a16:creationId xmlns:a16="http://schemas.microsoft.com/office/drawing/2014/main" id="{100FB00D-4AA1-B3AB-BB68-6BB061DE92C9}"/>
                    </a:ext>
                  </a:extLst>
                </p:cNvPr>
                <p:cNvSpPr/>
                <p:nvPr/>
              </p:nvSpPr>
              <p:spPr>
                <a:xfrm>
                  <a:off x="3553776" y="344507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3D4F890D-8ED9-09C5-9983-D5BE266EAC27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F7BF46B1-5088-118A-EF81-ADD4D6E04866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D0E3F5A7-4B71-5D6A-B833-F9DC39A602CD}"/>
                    </a:ext>
                  </a:extLst>
                </p:cNvPr>
                <p:cNvSpPr/>
                <p:nvPr/>
              </p:nvSpPr>
              <p:spPr>
                <a:xfrm>
                  <a:off x="1654649" y="400007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" name="Oval 271">
                  <a:extLst>
                    <a:ext uri="{FF2B5EF4-FFF2-40B4-BE49-F238E27FC236}">
                      <a16:creationId xmlns:a16="http://schemas.microsoft.com/office/drawing/2014/main" id="{846A4164-F325-D802-0D32-FF2A19A2E254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5CFA4877-9757-088E-5DFC-A3185263B1EE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A82A6962-1C82-FCED-BEEB-899DF7038202}"/>
                    </a:ext>
                  </a:extLst>
                </p:cNvPr>
                <p:cNvSpPr/>
                <p:nvPr/>
              </p:nvSpPr>
              <p:spPr>
                <a:xfrm>
                  <a:off x="4016436" y="402388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5" name="Oval 274">
                  <a:extLst>
                    <a:ext uri="{FF2B5EF4-FFF2-40B4-BE49-F238E27FC236}">
                      <a16:creationId xmlns:a16="http://schemas.microsoft.com/office/drawing/2014/main" id="{5291BE54-1510-F7F0-F324-1ED088363EB5}"/>
                    </a:ext>
                  </a:extLst>
                </p:cNvPr>
                <p:cNvSpPr/>
                <p:nvPr/>
              </p:nvSpPr>
              <p:spPr>
                <a:xfrm>
                  <a:off x="4478851" y="35708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6" name="Oval 275">
                  <a:extLst>
                    <a:ext uri="{FF2B5EF4-FFF2-40B4-BE49-F238E27FC236}">
                      <a16:creationId xmlns:a16="http://schemas.microsoft.com/office/drawing/2014/main" id="{58F4204E-48AB-3BB6-8E18-9372B23197FC}"/>
                    </a:ext>
                  </a:extLst>
                </p:cNvPr>
                <p:cNvSpPr/>
                <p:nvPr/>
              </p:nvSpPr>
              <p:spPr>
                <a:xfrm>
                  <a:off x="4321171" y="446382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4A94B630-AC0E-1BF9-8056-612F1C321F63}"/>
                    </a:ext>
                  </a:extLst>
                </p:cNvPr>
                <p:cNvSpPr/>
                <p:nvPr/>
              </p:nvSpPr>
              <p:spPr>
                <a:xfrm>
                  <a:off x="4122940" y="46688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71A8FCD8-3106-45A0-D657-A1431C54B820}"/>
                    </a:ext>
                  </a:extLst>
                </p:cNvPr>
                <p:cNvSpPr/>
                <p:nvPr/>
              </p:nvSpPr>
              <p:spPr>
                <a:xfrm>
                  <a:off x="3885626" y="488874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9" name="Oval 278">
                  <a:extLst>
                    <a:ext uri="{FF2B5EF4-FFF2-40B4-BE49-F238E27FC236}">
                      <a16:creationId xmlns:a16="http://schemas.microsoft.com/office/drawing/2014/main" id="{21B0890A-3E7F-A59E-33FC-63464BCE4D23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0" name="Oval 279">
                  <a:extLst>
                    <a:ext uri="{FF2B5EF4-FFF2-40B4-BE49-F238E27FC236}">
                      <a16:creationId xmlns:a16="http://schemas.microsoft.com/office/drawing/2014/main" id="{FDFB11B8-C35F-112D-A044-664CEE472FDC}"/>
                    </a:ext>
                  </a:extLst>
                </p:cNvPr>
                <p:cNvSpPr/>
                <p:nvPr/>
              </p:nvSpPr>
              <p:spPr>
                <a:xfrm>
                  <a:off x="3599456" y="552472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1" name="Oval 280">
                  <a:extLst>
                    <a:ext uri="{FF2B5EF4-FFF2-40B4-BE49-F238E27FC236}">
                      <a16:creationId xmlns:a16="http://schemas.microsoft.com/office/drawing/2014/main" id="{43D75F54-755B-E2ED-4B4F-9C969058E7B1}"/>
                    </a:ext>
                  </a:extLst>
                </p:cNvPr>
                <p:cNvSpPr/>
                <p:nvPr/>
              </p:nvSpPr>
              <p:spPr>
                <a:xfrm>
                  <a:off x="3326355" y="562646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9EB50824-FBB2-B5B8-CAC4-91ED43E23720}"/>
                    </a:ext>
                  </a:extLst>
                </p:cNvPr>
                <p:cNvSpPr/>
                <p:nvPr/>
              </p:nvSpPr>
              <p:spPr>
                <a:xfrm>
                  <a:off x="3331729" y="57974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3" name="Oval 282">
                  <a:extLst>
                    <a:ext uri="{FF2B5EF4-FFF2-40B4-BE49-F238E27FC236}">
                      <a16:creationId xmlns:a16="http://schemas.microsoft.com/office/drawing/2014/main" id="{B3AB4476-63E8-2006-9071-D06585AE4217}"/>
                    </a:ext>
                  </a:extLst>
                </p:cNvPr>
                <p:cNvSpPr/>
                <p:nvPr/>
              </p:nvSpPr>
              <p:spPr>
                <a:xfrm>
                  <a:off x="3038720" y="593388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4" name="Oval 283">
                  <a:extLst>
                    <a:ext uri="{FF2B5EF4-FFF2-40B4-BE49-F238E27FC236}">
                      <a16:creationId xmlns:a16="http://schemas.microsoft.com/office/drawing/2014/main" id="{2140ECB1-2777-D8CD-1065-708556FA2133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id="{3F62D0BC-12D0-5231-79B1-A540155F497F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" name="Oval 285">
                  <a:extLst>
                    <a:ext uri="{FF2B5EF4-FFF2-40B4-BE49-F238E27FC236}">
                      <a16:creationId xmlns:a16="http://schemas.microsoft.com/office/drawing/2014/main" id="{5B514E1F-26E0-DBD5-A58E-731124AB179A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" name="Oval 286">
                  <a:extLst>
                    <a:ext uri="{FF2B5EF4-FFF2-40B4-BE49-F238E27FC236}">
                      <a16:creationId xmlns:a16="http://schemas.microsoft.com/office/drawing/2014/main" id="{3573BDB1-A4F9-3CA6-D698-4812AAFE7D8F}"/>
                    </a:ext>
                  </a:extLst>
                </p:cNvPr>
                <p:cNvSpPr/>
                <p:nvPr/>
              </p:nvSpPr>
              <p:spPr>
                <a:xfrm>
                  <a:off x="4440255" y="233361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0AB95733-BF9C-A69F-DF78-E473D48AA717}"/>
                    </a:ext>
                  </a:extLst>
                </p:cNvPr>
                <p:cNvSpPr/>
                <p:nvPr/>
              </p:nvSpPr>
              <p:spPr>
                <a:xfrm>
                  <a:off x="4247033" y="21223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25B62F80-A38E-1340-8A12-17582A1326FC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3E1F30E0-A63E-CBCD-A214-A27917B698BC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A2B0B20D-FD3A-EA6B-7945-F3500AEBE73E}"/>
                    </a:ext>
                  </a:extLst>
                </p:cNvPr>
                <p:cNvSpPr/>
                <p:nvPr/>
              </p:nvSpPr>
              <p:spPr>
                <a:xfrm>
                  <a:off x="3947916" y="18015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C253016F-8E9B-ED1D-4211-5D11ECB0CEEB}"/>
                    </a:ext>
                  </a:extLst>
                </p:cNvPr>
                <p:cNvSpPr/>
                <p:nvPr/>
              </p:nvSpPr>
              <p:spPr>
                <a:xfrm>
                  <a:off x="3653685" y="14659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60BB5774-5E22-41D6-3AAC-DB0EB91D44F7}"/>
                    </a:ext>
                  </a:extLst>
                </p:cNvPr>
                <p:cNvSpPr/>
                <p:nvPr/>
              </p:nvSpPr>
              <p:spPr>
                <a:xfrm>
                  <a:off x="3903214" y="14523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4" name="Oval 293">
                  <a:extLst>
                    <a:ext uri="{FF2B5EF4-FFF2-40B4-BE49-F238E27FC236}">
                      <a16:creationId xmlns:a16="http://schemas.microsoft.com/office/drawing/2014/main" id="{901A062E-8AF6-B6FB-1CD4-3905FBD48907}"/>
                    </a:ext>
                  </a:extLst>
                </p:cNvPr>
                <p:cNvSpPr/>
                <p:nvPr/>
              </p:nvSpPr>
              <p:spPr>
                <a:xfrm>
                  <a:off x="3717686" y="124280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id="{BC765D48-E57B-3E68-2021-D99E4DA1B769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98AA6260-5C98-CE12-6D89-65578B1938CD}"/>
                    </a:ext>
                  </a:extLst>
                </p:cNvPr>
                <p:cNvSpPr/>
                <p:nvPr/>
              </p:nvSpPr>
              <p:spPr>
                <a:xfrm>
                  <a:off x="2800428" y="68890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90E556DF-6B91-BC45-0EB5-BEFB478AE607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6622343E-7D0A-27A7-0EED-A424ADD05531}"/>
                    </a:ext>
                  </a:extLst>
                </p:cNvPr>
                <p:cNvSpPr/>
                <p:nvPr/>
              </p:nvSpPr>
              <p:spPr>
                <a:xfrm>
                  <a:off x="1843109" y="41531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id="{B508A86F-D8F9-ECF7-B40E-90ACDAB47289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139EFC5F-D111-9562-7481-3A76AB51F8ED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1" name="Oval 300">
                  <a:extLst>
                    <a:ext uri="{FF2B5EF4-FFF2-40B4-BE49-F238E27FC236}">
                      <a16:creationId xmlns:a16="http://schemas.microsoft.com/office/drawing/2014/main" id="{D43A7256-9E02-2E34-0788-DBFB00F7C7EC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FCCBCB6B-2605-A5B6-83DF-D9EFDBD45267}"/>
                    </a:ext>
                  </a:extLst>
                </p:cNvPr>
                <p:cNvSpPr/>
                <p:nvPr/>
              </p:nvSpPr>
              <p:spPr>
                <a:xfrm>
                  <a:off x="80166" y="7160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3" name="Oval 302">
                  <a:extLst>
                    <a:ext uri="{FF2B5EF4-FFF2-40B4-BE49-F238E27FC236}">
                      <a16:creationId xmlns:a16="http://schemas.microsoft.com/office/drawing/2014/main" id="{83DFD7A9-30E3-9C76-0B62-B265C5D6AB0F}"/>
                    </a:ext>
                  </a:extLst>
                </p:cNvPr>
                <p:cNvSpPr/>
                <p:nvPr/>
              </p:nvSpPr>
              <p:spPr>
                <a:xfrm>
                  <a:off x="397237" y="55430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A5142109-A1CE-B9A2-5FA7-89F639AB8E64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1A25CA48-2BBD-E116-0B6F-127F5016315F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91CB32DD-CB86-895D-C9CD-6C426E5B849B}"/>
                    </a:ext>
                  </a:extLst>
                </p:cNvPr>
                <p:cNvSpPr/>
                <p:nvPr/>
              </p:nvSpPr>
              <p:spPr>
                <a:xfrm>
                  <a:off x="-315927" y="112225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id="{D4D07A2A-95F3-0250-FDA5-EFCA5990C730}"/>
                    </a:ext>
                  </a:extLst>
                </p:cNvPr>
                <p:cNvSpPr/>
                <p:nvPr/>
              </p:nvSpPr>
              <p:spPr>
                <a:xfrm>
                  <a:off x="-625059" y="143748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8" name="Oval 307">
                  <a:extLst>
                    <a:ext uri="{FF2B5EF4-FFF2-40B4-BE49-F238E27FC236}">
                      <a16:creationId xmlns:a16="http://schemas.microsoft.com/office/drawing/2014/main" id="{B02217D3-138A-4699-4ECB-F812884311CF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9" name="Oval 308">
                  <a:extLst>
                    <a:ext uri="{FF2B5EF4-FFF2-40B4-BE49-F238E27FC236}">
                      <a16:creationId xmlns:a16="http://schemas.microsoft.com/office/drawing/2014/main" id="{333D20E7-6F5C-680E-8E77-6AFFE4F7BB96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" name="Oval 309">
                  <a:extLst>
                    <a:ext uri="{FF2B5EF4-FFF2-40B4-BE49-F238E27FC236}">
                      <a16:creationId xmlns:a16="http://schemas.microsoft.com/office/drawing/2014/main" id="{586B93BD-EBFE-75F2-881B-FD73B9FF7EDA}"/>
                    </a:ext>
                  </a:extLst>
                </p:cNvPr>
                <p:cNvSpPr/>
                <p:nvPr/>
              </p:nvSpPr>
              <p:spPr>
                <a:xfrm>
                  <a:off x="-1300728" y="234998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1" name="Oval 310">
                  <a:extLst>
                    <a:ext uri="{FF2B5EF4-FFF2-40B4-BE49-F238E27FC236}">
                      <a16:creationId xmlns:a16="http://schemas.microsoft.com/office/drawing/2014/main" id="{7295DD32-DFD0-9F3E-834A-2B741B5DE0AE}"/>
                    </a:ext>
                  </a:extLst>
                </p:cNvPr>
                <p:cNvSpPr/>
                <p:nvPr/>
              </p:nvSpPr>
              <p:spPr>
                <a:xfrm>
                  <a:off x="-1308911" y="2806047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2" name="Oval 311">
                  <a:extLst>
                    <a:ext uri="{FF2B5EF4-FFF2-40B4-BE49-F238E27FC236}">
                      <a16:creationId xmlns:a16="http://schemas.microsoft.com/office/drawing/2014/main" id="{AFFE3485-47FA-44CD-463C-17E5E14048BE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E0DECB02-D0A9-9538-7713-4427FAE42527}"/>
                    </a:ext>
                  </a:extLst>
                </p:cNvPr>
                <p:cNvSpPr/>
                <p:nvPr/>
              </p:nvSpPr>
              <p:spPr>
                <a:xfrm>
                  <a:off x="-1428240" y="349710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14" name="Graphic 5">
                <a:extLst>
                  <a:ext uri="{FF2B5EF4-FFF2-40B4-BE49-F238E27FC236}">
                    <a16:creationId xmlns:a16="http://schemas.microsoft.com/office/drawing/2014/main" id="{AF247FAF-6A8A-3721-A068-F516B7171244}"/>
                  </a:ext>
                </a:extLst>
              </p:cNvPr>
              <p:cNvGrpSpPr/>
              <p:nvPr/>
            </p:nvGrpSpPr>
            <p:grpSpPr>
              <a:xfrm>
                <a:off x="2454166" y="6616881"/>
                <a:ext cx="622049" cy="678599"/>
                <a:chOff x="2454166" y="6616881"/>
                <a:chExt cx="622049" cy="678599"/>
              </a:xfrm>
              <a:solidFill>
                <a:srgbClr val="01253E"/>
              </a:solidFill>
            </p:grpSpPr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87C47542-CFFD-3BF5-6FF6-08632061F1DE}"/>
                    </a:ext>
                  </a:extLst>
                </p:cNvPr>
                <p:cNvSpPr/>
                <p:nvPr/>
              </p:nvSpPr>
              <p:spPr>
                <a:xfrm>
                  <a:off x="2454166" y="6797890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id="{3A1B10E0-B728-81AB-3186-478B9AC274D1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BD695352-85F1-B3C2-DDED-7F5D39013B26}"/>
                    </a:ext>
                  </a:extLst>
                </p:cNvPr>
                <p:cNvSpPr/>
                <p:nvPr/>
              </p:nvSpPr>
              <p:spPr>
                <a:xfrm>
                  <a:off x="2689649" y="706354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010352A2-983B-484F-0396-E2BC5F67E7F7}"/>
                    </a:ext>
                  </a:extLst>
                </p:cNvPr>
                <p:cNvSpPr/>
                <p:nvPr/>
              </p:nvSpPr>
              <p:spPr>
                <a:xfrm>
                  <a:off x="2749496" y="7182503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7F3EA320-94D3-0A43-C0E1-A8D7C3D493E8}"/>
                    </a:ext>
                  </a:extLst>
                </p:cNvPr>
                <p:cNvSpPr/>
                <p:nvPr/>
              </p:nvSpPr>
              <p:spPr>
                <a:xfrm>
                  <a:off x="2854291" y="7265924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2356B8E3-9592-04DB-DC4F-2DAEDC978905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id="{4B0964F4-3D8C-19BB-2536-CEBE05691F85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57" cy="29557"/>
                </a:xfrm>
                <a:prstGeom prst="ellipse">
                  <a:avLst/>
                </a:prstGeom>
                <a:solidFill>
                  <a:srgbClr val="01253E"/>
                </a:solidFill>
                <a:ln w="12202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22" name="Graphic 5">
              <a:extLst>
                <a:ext uri="{FF2B5EF4-FFF2-40B4-BE49-F238E27FC236}">
                  <a16:creationId xmlns:a16="http://schemas.microsoft.com/office/drawing/2014/main" id="{A4BF7314-A896-453B-89B5-011C51053C47}"/>
                </a:ext>
              </a:extLst>
            </p:cNvPr>
            <p:cNvGrpSpPr/>
            <p:nvPr/>
          </p:nvGrpSpPr>
          <p:grpSpPr>
            <a:xfrm>
              <a:off x="-1616089" y="222580"/>
              <a:ext cx="6314544" cy="7714981"/>
              <a:chOff x="-1616089" y="222580"/>
              <a:chExt cx="6314544" cy="7714981"/>
            </a:xfrm>
          </p:grpSpPr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8FCD5925-3B28-29BB-1AAE-8AE7404EF138}"/>
                  </a:ext>
                </a:extLst>
              </p:cNvPr>
              <p:cNvSpPr/>
              <p:nvPr/>
            </p:nvSpPr>
            <p:spPr>
              <a:xfrm>
                <a:off x="-1616089" y="222580"/>
                <a:ext cx="6314544" cy="6314545"/>
              </a:xfrm>
              <a:custGeom>
                <a:avLst/>
                <a:gdLst>
                  <a:gd name="csX0" fmla="*/ 3157273 w 6314544"/>
                  <a:gd name="csY0" fmla="*/ 0 h 6314545"/>
                  <a:gd name="csX1" fmla="*/ 0 w 6314544"/>
                  <a:gd name="csY1" fmla="*/ 3157273 h 6314545"/>
                  <a:gd name="csX2" fmla="*/ 3157273 w 6314544"/>
                  <a:gd name="csY2" fmla="*/ 6314545 h 6314545"/>
                  <a:gd name="csX3" fmla="*/ 6314545 w 6314544"/>
                  <a:gd name="csY3" fmla="*/ 3157273 h 6314545"/>
                  <a:gd name="csX4" fmla="*/ 3157273 w 6314544"/>
                  <a:gd name="csY4" fmla="*/ 0 h 6314545"/>
                  <a:gd name="csX5" fmla="*/ 5738297 w 6314544"/>
                  <a:gd name="csY5" fmla="*/ 3288693 h 6314545"/>
                  <a:gd name="csX6" fmla="*/ 5738297 w 6314544"/>
                  <a:gd name="csY6" fmla="*/ 3288693 h 6314545"/>
                  <a:gd name="csX7" fmla="*/ 5737442 w 6314544"/>
                  <a:gd name="csY7" fmla="*/ 3288693 h 6314545"/>
                  <a:gd name="csX8" fmla="*/ 5596495 w 6314544"/>
                  <a:gd name="csY8" fmla="*/ 3189761 h 6314545"/>
                  <a:gd name="csX9" fmla="*/ 5557411 w 6314544"/>
                  <a:gd name="csY9" fmla="*/ 3058219 h 6314545"/>
                  <a:gd name="csX10" fmla="*/ 5449807 w 6314544"/>
                  <a:gd name="csY10" fmla="*/ 2997394 h 6314545"/>
                  <a:gd name="csX11" fmla="*/ 3157273 w 6314544"/>
                  <a:gd name="csY11" fmla="*/ 3157273 h 6314545"/>
                  <a:gd name="csX12" fmla="*/ 864738 w 6314544"/>
                  <a:gd name="csY12" fmla="*/ 2997394 h 6314545"/>
                  <a:gd name="csX13" fmla="*/ 757135 w 6314544"/>
                  <a:gd name="csY13" fmla="*/ 3058219 h 6314545"/>
                  <a:gd name="csX14" fmla="*/ 718051 w 6314544"/>
                  <a:gd name="csY14" fmla="*/ 3189761 h 6314545"/>
                  <a:gd name="csX15" fmla="*/ 577103 w 6314544"/>
                  <a:gd name="csY15" fmla="*/ 3288693 h 6314545"/>
                  <a:gd name="csX16" fmla="*/ 576248 w 6314544"/>
                  <a:gd name="csY16" fmla="*/ 3288693 h 6314545"/>
                  <a:gd name="csX17" fmla="*/ 576248 w 6314544"/>
                  <a:gd name="csY17" fmla="*/ 3288693 h 6314545"/>
                  <a:gd name="csX18" fmla="*/ 455942 w 6314544"/>
                  <a:gd name="csY18" fmla="*/ 3163380 h 6314545"/>
                  <a:gd name="csX19" fmla="*/ 3157273 w 6314544"/>
                  <a:gd name="csY19" fmla="*/ 439942 h 6314545"/>
                  <a:gd name="csX20" fmla="*/ 5858603 w 6314544"/>
                  <a:gd name="csY20" fmla="*/ 3163380 h 6314545"/>
                  <a:gd name="csX21" fmla="*/ 5738297 w 6314544"/>
                  <a:gd name="csY21" fmla="*/ 3288693 h 63145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14544" h="6314545">
                    <a:moveTo>
                      <a:pt x="3157273" y="0"/>
                    </a:moveTo>
                    <a:cubicBezTo>
                      <a:pt x="1413506" y="0"/>
                      <a:pt x="0" y="1413505"/>
                      <a:pt x="0" y="3157273"/>
                    </a:cubicBezTo>
                    <a:cubicBezTo>
                      <a:pt x="0" y="4901040"/>
                      <a:pt x="1413506" y="6314545"/>
                      <a:pt x="3157273" y="6314545"/>
                    </a:cubicBezTo>
                    <a:cubicBezTo>
                      <a:pt x="4901040" y="6314545"/>
                      <a:pt x="6314545" y="4901040"/>
                      <a:pt x="6314545" y="3157273"/>
                    </a:cubicBezTo>
                    <a:cubicBezTo>
                      <a:pt x="6314545" y="1413505"/>
                      <a:pt x="4900918" y="0"/>
                      <a:pt x="3157273" y="0"/>
                    </a:cubicBezTo>
                    <a:close/>
                    <a:moveTo>
                      <a:pt x="5738297" y="3288693"/>
                    </a:moveTo>
                    <a:lnTo>
                      <a:pt x="5738297" y="3288693"/>
                    </a:lnTo>
                    <a:cubicBezTo>
                      <a:pt x="5738297" y="3288693"/>
                      <a:pt x="5737687" y="3288693"/>
                      <a:pt x="5737442" y="3288693"/>
                    </a:cubicBezTo>
                    <a:cubicBezTo>
                      <a:pt x="5671244" y="3288693"/>
                      <a:pt x="5615426" y="3253273"/>
                      <a:pt x="5596495" y="3189761"/>
                    </a:cubicBezTo>
                    <a:lnTo>
                      <a:pt x="5557411" y="3058219"/>
                    </a:lnTo>
                    <a:cubicBezTo>
                      <a:pt x="5537014" y="3018157"/>
                      <a:pt x="5494631" y="2994218"/>
                      <a:pt x="5449807" y="2997394"/>
                    </a:cubicBezTo>
                    <a:lnTo>
                      <a:pt x="3157273" y="3157273"/>
                    </a:lnTo>
                    <a:lnTo>
                      <a:pt x="864738" y="2997394"/>
                    </a:lnTo>
                    <a:cubicBezTo>
                      <a:pt x="819914" y="2994218"/>
                      <a:pt x="777532" y="3018157"/>
                      <a:pt x="757135" y="3058219"/>
                    </a:cubicBezTo>
                    <a:lnTo>
                      <a:pt x="718051" y="3189761"/>
                    </a:lnTo>
                    <a:cubicBezTo>
                      <a:pt x="699119" y="3253273"/>
                      <a:pt x="643302" y="3288571"/>
                      <a:pt x="577103" y="3288693"/>
                    </a:cubicBezTo>
                    <a:cubicBezTo>
                      <a:pt x="576859" y="3288693"/>
                      <a:pt x="576492" y="3288693"/>
                      <a:pt x="576248" y="3288693"/>
                    </a:cubicBezTo>
                    <a:lnTo>
                      <a:pt x="576248" y="3288693"/>
                    </a:lnTo>
                    <a:cubicBezTo>
                      <a:pt x="507851" y="3288693"/>
                      <a:pt x="453011" y="3231777"/>
                      <a:pt x="455942" y="3163380"/>
                    </a:cubicBezTo>
                    <a:cubicBezTo>
                      <a:pt x="520553" y="1713721"/>
                      <a:pt x="1698332" y="439942"/>
                      <a:pt x="3157273" y="439942"/>
                    </a:cubicBezTo>
                    <a:cubicBezTo>
                      <a:pt x="4616214" y="439942"/>
                      <a:pt x="5793992" y="1713721"/>
                      <a:pt x="5858603" y="3163380"/>
                    </a:cubicBezTo>
                    <a:cubicBezTo>
                      <a:pt x="5861657" y="3231655"/>
                      <a:pt x="5806694" y="3288693"/>
                      <a:pt x="5738297" y="3288693"/>
                    </a:cubicBez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F0555F32-9028-77A6-ECFE-8F4E5DB3252B}"/>
                  </a:ext>
                </a:extLst>
              </p:cNvPr>
              <p:cNvSpPr/>
              <p:nvPr/>
            </p:nvSpPr>
            <p:spPr>
              <a:xfrm>
                <a:off x="-579071" y="5658829"/>
                <a:ext cx="4151906" cy="2278732"/>
              </a:xfrm>
              <a:custGeom>
                <a:avLst/>
                <a:gdLst>
                  <a:gd name="csX0" fmla="*/ 3364600 w 4151906"/>
                  <a:gd name="csY0" fmla="*/ 78657 h 2278732"/>
                  <a:gd name="csX1" fmla="*/ 3250156 w 4151906"/>
                  <a:gd name="csY1" fmla="*/ 0 h 2278732"/>
                  <a:gd name="csX2" fmla="*/ 901805 w 4151906"/>
                  <a:gd name="csY2" fmla="*/ 0 h 2278732"/>
                  <a:gd name="csX3" fmla="*/ 787361 w 4151906"/>
                  <a:gd name="csY3" fmla="*/ 78657 h 2278732"/>
                  <a:gd name="csX4" fmla="*/ 8242 w 4151906"/>
                  <a:gd name="csY4" fmla="*/ 2112380 h 2278732"/>
                  <a:gd name="csX5" fmla="*/ 122685 w 4151906"/>
                  <a:gd name="csY5" fmla="*/ 2278732 h 2278732"/>
                  <a:gd name="csX6" fmla="*/ 4029276 w 4151906"/>
                  <a:gd name="csY6" fmla="*/ 2278732 h 2278732"/>
                  <a:gd name="csX7" fmla="*/ 4143719 w 4151906"/>
                  <a:gd name="csY7" fmla="*/ 2112380 h 2278732"/>
                  <a:gd name="csX8" fmla="*/ 3364600 w 4151906"/>
                  <a:gd name="csY8" fmla="*/ 78657 h 22787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151906" h="2278732">
                    <a:moveTo>
                      <a:pt x="3364600" y="78657"/>
                    </a:moveTo>
                    <a:cubicBezTo>
                      <a:pt x="3346401" y="31267"/>
                      <a:pt x="3300966" y="0"/>
                      <a:pt x="3250156" y="0"/>
                    </a:cubicBezTo>
                    <a:lnTo>
                      <a:pt x="901805" y="0"/>
                    </a:lnTo>
                    <a:cubicBezTo>
                      <a:pt x="851118" y="0"/>
                      <a:pt x="805560" y="31267"/>
                      <a:pt x="787361" y="78657"/>
                    </a:cubicBezTo>
                    <a:lnTo>
                      <a:pt x="8242" y="2112380"/>
                    </a:lnTo>
                    <a:cubicBezTo>
                      <a:pt x="-22537" y="2192625"/>
                      <a:pt x="36700" y="2278732"/>
                      <a:pt x="122685" y="2278732"/>
                    </a:cubicBezTo>
                    <a:lnTo>
                      <a:pt x="4029276" y="2278732"/>
                    </a:lnTo>
                    <a:cubicBezTo>
                      <a:pt x="4115139" y="2278732"/>
                      <a:pt x="4174376" y="2192625"/>
                      <a:pt x="4143719" y="2112380"/>
                    </a:cubicBezTo>
                    <a:lnTo>
                      <a:pt x="3364600" y="78657"/>
                    </a:lnTo>
                    <a:close/>
                  </a:path>
                </a:pathLst>
              </a:custGeom>
              <a:solidFill>
                <a:srgbClr val="150F28"/>
              </a:solidFill>
              <a:ln w="122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25" name="Graphic 5">
                <a:extLst>
                  <a:ext uri="{FF2B5EF4-FFF2-40B4-BE49-F238E27FC236}">
                    <a16:creationId xmlns:a16="http://schemas.microsoft.com/office/drawing/2014/main" id="{9A719881-B592-C61D-015E-74D1D94CF890}"/>
                  </a:ext>
                </a:extLst>
              </p:cNvPr>
              <p:cNvGrpSpPr/>
              <p:nvPr/>
            </p:nvGrpSpPr>
            <p:grpSpPr>
              <a:xfrm>
                <a:off x="-1544393" y="356077"/>
                <a:ext cx="6108214" cy="7546636"/>
                <a:chOff x="-1544393" y="356077"/>
                <a:chExt cx="6108214" cy="7546636"/>
              </a:xfrm>
            </p:grpSpPr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BE091BFA-E4FE-0598-77B9-D9306F767C70}"/>
                    </a:ext>
                  </a:extLst>
                </p:cNvPr>
                <p:cNvSpPr/>
                <p:nvPr/>
              </p:nvSpPr>
              <p:spPr>
                <a:xfrm>
                  <a:off x="-680876" y="33447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63E8FBA2-0AE5-DFCB-FB48-6B789AD6BC4A}"/>
                    </a:ext>
                  </a:extLst>
                </p:cNvPr>
                <p:cNvSpPr/>
                <p:nvPr/>
              </p:nvSpPr>
              <p:spPr>
                <a:xfrm>
                  <a:off x="-602219" y="33540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474F1F90-0901-F328-A241-4A4444728FA7}"/>
                    </a:ext>
                  </a:extLst>
                </p:cNvPr>
                <p:cNvSpPr/>
                <p:nvPr/>
              </p:nvSpPr>
              <p:spPr>
                <a:xfrm>
                  <a:off x="-95468" y="35805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9" name="Oval 328">
                  <a:extLst>
                    <a:ext uri="{FF2B5EF4-FFF2-40B4-BE49-F238E27FC236}">
                      <a16:creationId xmlns:a16="http://schemas.microsoft.com/office/drawing/2014/main" id="{C54FF9A5-7F66-6C40-A83A-D5CBC302101E}"/>
                    </a:ext>
                  </a:extLst>
                </p:cNvPr>
                <p:cNvSpPr/>
                <p:nvPr/>
              </p:nvSpPr>
              <p:spPr>
                <a:xfrm>
                  <a:off x="-318004" y="3918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0" name="Oval 329">
                  <a:extLst>
                    <a:ext uri="{FF2B5EF4-FFF2-40B4-BE49-F238E27FC236}">
                      <a16:creationId xmlns:a16="http://schemas.microsoft.com/office/drawing/2014/main" id="{37EA613E-FCC1-9233-F0CC-0F9FC4C2380B}"/>
                    </a:ext>
                  </a:extLst>
                </p:cNvPr>
                <p:cNvSpPr/>
                <p:nvPr/>
              </p:nvSpPr>
              <p:spPr>
                <a:xfrm>
                  <a:off x="-352935" y="37378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1" name="Oval 330">
                  <a:extLst>
                    <a:ext uri="{FF2B5EF4-FFF2-40B4-BE49-F238E27FC236}">
                      <a16:creationId xmlns:a16="http://schemas.microsoft.com/office/drawing/2014/main" id="{F5167040-13C2-14F2-5797-6D91733D195C}"/>
                    </a:ext>
                  </a:extLst>
                </p:cNvPr>
                <p:cNvSpPr/>
                <p:nvPr/>
              </p:nvSpPr>
              <p:spPr>
                <a:xfrm>
                  <a:off x="299038" y="395133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" name="Oval 331">
                  <a:extLst>
                    <a:ext uri="{FF2B5EF4-FFF2-40B4-BE49-F238E27FC236}">
                      <a16:creationId xmlns:a16="http://schemas.microsoft.com/office/drawing/2014/main" id="{EA085A7D-9472-D0A7-4283-6EFB9B736C6D}"/>
                    </a:ext>
                  </a:extLst>
                </p:cNvPr>
                <p:cNvSpPr/>
                <p:nvPr/>
              </p:nvSpPr>
              <p:spPr>
                <a:xfrm>
                  <a:off x="-67620" y="422321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D797B09B-514B-8E85-0E0F-0459D0C19C5F}"/>
                    </a:ext>
                  </a:extLst>
                </p:cNvPr>
                <p:cNvSpPr/>
                <p:nvPr/>
              </p:nvSpPr>
              <p:spPr>
                <a:xfrm>
                  <a:off x="-173270" y="37412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3D493EF8-7F6D-2CC4-F3EF-F39781B7391E}"/>
                    </a:ext>
                  </a:extLst>
                </p:cNvPr>
                <p:cNvSpPr/>
                <p:nvPr/>
              </p:nvSpPr>
              <p:spPr>
                <a:xfrm>
                  <a:off x="-801182" y="41903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5" name="Oval 334">
                  <a:extLst>
                    <a:ext uri="{FF2B5EF4-FFF2-40B4-BE49-F238E27FC236}">
                      <a16:creationId xmlns:a16="http://schemas.microsoft.com/office/drawing/2014/main" id="{65DC1570-53C8-E6BD-163E-412BB4C83C65}"/>
                    </a:ext>
                  </a:extLst>
                </p:cNvPr>
                <p:cNvSpPr/>
                <p:nvPr/>
              </p:nvSpPr>
              <p:spPr>
                <a:xfrm>
                  <a:off x="-950680" y="38622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294BD8E8-2D22-1177-310B-7961B50F908B}"/>
                    </a:ext>
                  </a:extLst>
                </p:cNvPr>
                <p:cNvSpPr/>
                <p:nvPr/>
              </p:nvSpPr>
              <p:spPr>
                <a:xfrm>
                  <a:off x="-1097245" y="38439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67250CF1-8299-3E16-D781-57F6E70B339A}"/>
                    </a:ext>
                  </a:extLst>
                </p:cNvPr>
                <p:cNvSpPr/>
                <p:nvPr/>
              </p:nvSpPr>
              <p:spPr>
                <a:xfrm>
                  <a:off x="-1178101" y="39037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D881C2F7-574B-F02A-AAE7-7CE7A0DD5A58}"/>
                    </a:ext>
                  </a:extLst>
                </p:cNvPr>
                <p:cNvSpPr/>
                <p:nvPr/>
              </p:nvSpPr>
              <p:spPr>
                <a:xfrm>
                  <a:off x="-1241613" y="39775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0E9C0469-2E71-77DA-05AC-500FDD456684}"/>
                    </a:ext>
                  </a:extLst>
                </p:cNvPr>
                <p:cNvSpPr/>
                <p:nvPr/>
              </p:nvSpPr>
              <p:spPr>
                <a:xfrm>
                  <a:off x="-877885" y="44458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428F3774-D7D4-B016-595F-4AD03517E3DA}"/>
                    </a:ext>
                  </a:extLst>
                </p:cNvPr>
                <p:cNvSpPr/>
                <p:nvPr/>
              </p:nvSpPr>
              <p:spPr>
                <a:xfrm>
                  <a:off x="-231652" y="450462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8533785E-EEB5-8324-15B8-865F00DA3FE7}"/>
                    </a:ext>
                  </a:extLst>
                </p:cNvPr>
                <p:cNvSpPr/>
                <p:nvPr/>
              </p:nvSpPr>
              <p:spPr>
                <a:xfrm>
                  <a:off x="-402279" y="476563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2" name="Oval 341">
                  <a:extLst>
                    <a:ext uri="{FF2B5EF4-FFF2-40B4-BE49-F238E27FC236}">
                      <a16:creationId xmlns:a16="http://schemas.microsoft.com/office/drawing/2014/main" id="{5F771572-A042-1AAC-69AF-08D5433D0012}"/>
                    </a:ext>
                  </a:extLst>
                </p:cNvPr>
                <p:cNvSpPr/>
                <p:nvPr/>
              </p:nvSpPr>
              <p:spPr>
                <a:xfrm>
                  <a:off x="17020" y="44524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3" name="Oval 342">
                  <a:extLst>
                    <a:ext uri="{FF2B5EF4-FFF2-40B4-BE49-F238E27FC236}">
                      <a16:creationId xmlns:a16="http://schemas.microsoft.com/office/drawing/2014/main" id="{28D90E21-5A65-883E-AD47-C331C5B51AE2}"/>
                    </a:ext>
                  </a:extLst>
                </p:cNvPr>
                <p:cNvSpPr/>
                <p:nvPr/>
              </p:nvSpPr>
              <p:spPr>
                <a:xfrm>
                  <a:off x="-433302" y="49350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4" name="Oval 343">
                  <a:extLst>
                    <a:ext uri="{FF2B5EF4-FFF2-40B4-BE49-F238E27FC236}">
                      <a16:creationId xmlns:a16="http://schemas.microsoft.com/office/drawing/2014/main" id="{ADF69D32-1C18-1889-AEE6-676D2FECC8F9}"/>
                    </a:ext>
                  </a:extLst>
                </p:cNvPr>
                <p:cNvSpPr/>
                <p:nvPr/>
              </p:nvSpPr>
              <p:spPr>
                <a:xfrm>
                  <a:off x="-178033" y="430602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id="{70A1DC26-2D6D-5075-0037-4C34AC8E638B}"/>
                    </a:ext>
                  </a:extLst>
                </p:cNvPr>
                <p:cNvSpPr/>
                <p:nvPr/>
              </p:nvSpPr>
              <p:spPr>
                <a:xfrm>
                  <a:off x="141724" y="5413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6" name="Oval 345">
                  <a:extLst>
                    <a:ext uri="{FF2B5EF4-FFF2-40B4-BE49-F238E27FC236}">
                      <a16:creationId xmlns:a16="http://schemas.microsoft.com/office/drawing/2014/main" id="{0C7B6694-8493-259A-3952-A675D05B7FF3}"/>
                    </a:ext>
                  </a:extLst>
                </p:cNvPr>
                <p:cNvSpPr/>
                <p:nvPr/>
              </p:nvSpPr>
              <p:spPr>
                <a:xfrm>
                  <a:off x="647742" y="48417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25853887-A886-CB4D-CEC9-B13FE8E0CBF3}"/>
                    </a:ext>
                  </a:extLst>
                </p:cNvPr>
                <p:cNvSpPr/>
                <p:nvPr/>
              </p:nvSpPr>
              <p:spPr>
                <a:xfrm>
                  <a:off x="740934" y="562060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82B595B7-3DAA-D256-FA5D-C8AECB3006DB}"/>
                    </a:ext>
                  </a:extLst>
                </p:cNvPr>
                <p:cNvSpPr/>
                <p:nvPr/>
              </p:nvSpPr>
              <p:spPr>
                <a:xfrm>
                  <a:off x="156014" y="50284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9" name="Oval 348">
                  <a:extLst>
                    <a:ext uri="{FF2B5EF4-FFF2-40B4-BE49-F238E27FC236}">
                      <a16:creationId xmlns:a16="http://schemas.microsoft.com/office/drawing/2014/main" id="{46C4CAB9-3F6D-D7E4-6FC2-664A635D1F58}"/>
                    </a:ext>
                  </a:extLst>
                </p:cNvPr>
                <p:cNvSpPr/>
                <p:nvPr/>
              </p:nvSpPr>
              <p:spPr>
                <a:xfrm>
                  <a:off x="284869" y="48056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id="{59D79496-0B9B-062E-87A4-C703549B0AD0}"/>
                    </a:ext>
                  </a:extLst>
                </p:cNvPr>
                <p:cNvSpPr/>
                <p:nvPr/>
              </p:nvSpPr>
              <p:spPr>
                <a:xfrm>
                  <a:off x="-19620" y="53509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1" name="Oval 350">
                  <a:extLst>
                    <a:ext uri="{FF2B5EF4-FFF2-40B4-BE49-F238E27FC236}">
                      <a16:creationId xmlns:a16="http://schemas.microsoft.com/office/drawing/2014/main" id="{A3FEEC3B-D979-BCEA-E938-BB735E602F81}"/>
                    </a:ext>
                  </a:extLst>
                </p:cNvPr>
                <p:cNvSpPr/>
                <p:nvPr/>
              </p:nvSpPr>
              <p:spPr>
                <a:xfrm>
                  <a:off x="-13513" y="54420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2" name="Oval 351">
                  <a:extLst>
                    <a:ext uri="{FF2B5EF4-FFF2-40B4-BE49-F238E27FC236}">
                      <a16:creationId xmlns:a16="http://schemas.microsoft.com/office/drawing/2014/main" id="{7842AA3C-7234-4213-F494-B1AC4F9C49CE}"/>
                    </a:ext>
                  </a:extLst>
                </p:cNvPr>
                <p:cNvSpPr/>
                <p:nvPr/>
              </p:nvSpPr>
              <p:spPr>
                <a:xfrm>
                  <a:off x="-439287" y="53209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3" name="Oval 352">
                  <a:extLst>
                    <a:ext uri="{FF2B5EF4-FFF2-40B4-BE49-F238E27FC236}">
                      <a16:creationId xmlns:a16="http://schemas.microsoft.com/office/drawing/2014/main" id="{32444E55-4D3B-B7B5-41EF-0646B90B9A3E}"/>
                    </a:ext>
                  </a:extLst>
                </p:cNvPr>
                <p:cNvSpPr/>
                <p:nvPr/>
              </p:nvSpPr>
              <p:spPr>
                <a:xfrm>
                  <a:off x="-847839" y="47685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41BEAC06-F19B-8FCA-BC19-BE4C7963E3F1}"/>
                    </a:ext>
                  </a:extLst>
                </p:cNvPr>
                <p:cNvSpPr/>
                <p:nvPr/>
              </p:nvSpPr>
              <p:spPr>
                <a:xfrm>
                  <a:off x="-757823" y="5078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5" name="Oval 354">
                  <a:extLst>
                    <a:ext uri="{FF2B5EF4-FFF2-40B4-BE49-F238E27FC236}">
                      <a16:creationId xmlns:a16="http://schemas.microsoft.com/office/drawing/2014/main" id="{F5C3D135-8490-298F-560C-D8EF6999F503}"/>
                    </a:ext>
                  </a:extLst>
                </p:cNvPr>
                <p:cNvSpPr/>
                <p:nvPr/>
              </p:nvSpPr>
              <p:spPr>
                <a:xfrm>
                  <a:off x="-1157704" y="467415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0D05B4E3-3274-9557-C30D-839FCA5E3043}"/>
                    </a:ext>
                  </a:extLst>
                </p:cNvPr>
                <p:cNvSpPr/>
                <p:nvPr/>
              </p:nvSpPr>
              <p:spPr>
                <a:xfrm>
                  <a:off x="-1158925" y="43341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D5F29FAC-9FD0-1A97-0CA3-BF43623C3836}"/>
                    </a:ext>
                  </a:extLst>
                </p:cNvPr>
                <p:cNvSpPr/>
                <p:nvPr/>
              </p:nvSpPr>
              <p:spPr>
                <a:xfrm>
                  <a:off x="-733029" y="52836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" name="Oval 357">
                  <a:extLst>
                    <a:ext uri="{FF2B5EF4-FFF2-40B4-BE49-F238E27FC236}">
                      <a16:creationId xmlns:a16="http://schemas.microsoft.com/office/drawing/2014/main" id="{79A3D6B5-B520-27E9-63AC-DDB7AA7E07DB}"/>
                    </a:ext>
                  </a:extLst>
                </p:cNvPr>
                <p:cNvSpPr/>
                <p:nvPr/>
              </p:nvSpPr>
              <p:spPr>
                <a:xfrm>
                  <a:off x="-555562" y="537070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" name="Oval 358">
                  <a:extLst>
                    <a:ext uri="{FF2B5EF4-FFF2-40B4-BE49-F238E27FC236}">
                      <a16:creationId xmlns:a16="http://schemas.microsoft.com/office/drawing/2014/main" id="{35D4A20E-A66F-0190-8346-2F60E1861E6A}"/>
                    </a:ext>
                  </a:extLst>
                </p:cNvPr>
                <p:cNvSpPr/>
                <p:nvPr/>
              </p:nvSpPr>
              <p:spPr>
                <a:xfrm>
                  <a:off x="267159" y="54785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0" name="Oval 359">
                  <a:extLst>
                    <a:ext uri="{FF2B5EF4-FFF2-40B4-BE49-F238E27FC236}">
                      <a16:creationId xmlns:a16="http://schemas.microsoft.com/office/drawing/2014/main" id="{1560D701-0CD5-7C05-4439-74B86067AF0F}"/>
                    </a:ext>
                  </a:extLst>
                </p:cNvPr>
                <p:cNvSpPr/>
                <p:nvPr/>
              </p:nvSpPr>
              <p:spPr>
                <a:xfrm>
                  <a:off x="1195776" y="6122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1" name="Oval 360">
                  <a:extLst>
                    <a:ext uri="{FF2B5EF4-FFF2-40B4-BE49-F238E27FC236}">
                      <a16:creationId xmlns:a16="http://schemas.microsoft.com/office/drawing/2014/main" id="{68D18F52-7FC2-2E94-39D8-049CDFA3D1F9}"/>
                    </a:ext>
                  </a:extLst>
                </p:cNvPr>
                <p:cNvSpPr/>
                <p:nvPr/>
              </p:nvSpPr>
              <p:spPr>
                <a:xfrm>
                  <a:off x="667162" y="646396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2" name="Oval 361">
                  <a:extLst>
                    <a:ext uri="{FF2B5EF4-FFF2-40B4-BE49-F238E27FC236}">
                      <a16:creationId xmlns:a16="http://schemas.microsoft.com/office/drawing/2014/main" id="{10589BEC-0685-C76E-511C-167ABF458F0E}"/>
                    </a:ext>
                  </a:extLst>
                </p:cNvPr>
                <p:cNvSpPr/>
                <p:nvPr/>
              </p:nvSpPr>
              <p:spPr>
                <a:xfrm>
                  <a:off x="971042" y="571489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2507D4BF-F993-2135-D49D-FC8A04F3F6FF}"/>
                    </a:ext>
                  </a:extLst>
                </p:cNvPr>
                <p:cNvSpPr/>
                <p:nvPr/>
              </p:nvSpPr>
              <p:spPr>
                <a:xfrm>
                  <a:off x="919988" y="65150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4" name="Oval 363">
                  <a:extLst>
                    <a:ext uri="{FF2B5EF4-FFF2-40B4-BE49-F238E27FC236}">
                      <a16:creationId xmlns:a16="http://schemas.microsoft.com/office/drawing/2014/main" id="{C5EDE2C5-3639-0679-4BCF-B2AC1AAAC474}"/>
                    </a:ext>
                  </a:extLst>
                </p:cNvPr>
                <p:cNvSpPr/>
                <p:nvPr/>
              </p:nvSpPr>
              <p:spPr>
                <a:xfrm>
                  <a:off x="451710" y="61871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5" name="Oval 364">
                  <a:extLst>
                    <a:ext uri="{FF2B5EF4-FFF2-40B4-BE49-F238E27FC236}">
                      <a16:creationId xmlns:a16="http://schemas.microsoft.com/office/drawing/2014/main" id="{3C5E7B62-5BFB-385B-D3F3-5728A4A251B8}"/>
                    </a:ext>
                  </a:extLst>
                </p:cNvPr>
                <p:cNvSpPr/>
                <p:nvPr/>
              </p:nvSpPr>
              <p:spPr>
                <a:xfrm>
                  <a:off x="424962" y="58554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F7462FD5-F011-F2CA-90B4-DCD709F1A422}"/>
                    </a:ext>
                  </a:extLst>
                </p:cNvPr>
                <p:cNvSpPr/>
                <p:nvPr/>
              </p:nvSpPr>
              <p:spPr>
                <a:xfrm>
                  <a:off x="120960" y="61771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6A9E2D68-8283-F36F-AD73-9DE03F9BF3AF}"/>
                    </a:ext>
                  </a:extLst>
                </p:cNvPr>
                <p:cNvSpPr/>
                <p:nvPr/>
              </p:nvSpPr>
              <p:spPr>
                <a:xfrm>
                  <a:off x="355221" y="53399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896CCBA1-7DD7-252B-634F-0545483A20B7}"/>
                    </a:ext>
                  </a:extLst>
                </p:cNvPr>
                <p:cNvSpPr/>
                <p:nvPr/>
              </p:nvSpPr>
              <p:spPr>
                <a:xfrm>
                  <a:off x="-39895" y="577913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B55B8A5B-FBEB-4EB7-72A8-7E9979864D22}"/>
                    </a:ext>
                  </a:extLst>
                </p:cNvPr>
                <p:cNvSpPr/>
                <p:nvPr/>
              </p:nvSpPr>
              <p:spPr>
                <a:xfrm>
                  <a:off x="-248385" y="542346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0" name="Oval 369">
                  <a:extLst>
                    <a:ext uri="{FF2B5EF4-FFF2-40B4-BE49-F238E27FC236}">
                      <a16:creationId xmlns:a16="http://schemas.microsoft.com/office/drawing/2014/main" id="{C84582DC-3C6A-5BF6-1D6B-758842F47017}"/>
                    </a:ext>
                  </a:extLst>
                </p:cNvPr>
                <p:cNvSpPr/>
                <p:nvPr/>
              </p:nvSpPr>
              <p:spPr>
                <a:xfrm>
                  <a:off x="-139682" y="55024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B52D975C-3981-DB76-22BC-5E7AD7813F31}"/>
                    </a:ext>
                  </a:extLst>
                </p:cNvPr>
                <p:cNvSpPr/>
                <p:nvPr/>
              </p:nvSpPr>
              <p:spPr>
                <a:xfrm>
                  <a:off x="-293454" y="563574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2" name="Oval 371">
                  <a:extLst>
                    <a:ext uri="{FF2B5EF4-FFF2-40B4-BE49-F238E27FC236}">
                      <a16:creationId xmlns:a16="http://schemas.microsoft.com/office/drawing/2014/main" id="{4714ECFE-A5C2-6A26-A5C9-9F8817A4E618}"/>
                    </a:ext>
                  </a:extLst>
                </p:cNvPr>
                <p:cNvSpPr/>
                <p:nvPr/>
              </p:nvSpPr>
              <p:spPr>
                <a:xfrm>
                  <a:off x="222945" y="393643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F4116DF4-6846-522C-5C80-00A6C95DE1A6}"/>
                    </a:ext>
                  </a:extLst>
                </p:cNvPr>
                <p:cNvSpPr/>
                <p:nvPr/>
              </p:nvSpPr>
              <p:spPr>
                <a:xfrm>
                  <a:off x="407130" y="38624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4" name="Oval 373">
                  <a:extLst>
                    <a:ext uri="{FF2B5EF4-FFF2-40B4-BE49-F238E27FC236}">
                      <a16:creationId xmlns:a16="http://schemas.microsoft.com/office/drawing/2014/main" id="{1118D93B-6B99-4F1F-3DBA-6D7DAE366C48}"/>
                    </a:ext>
                  </a:extLst>
                </p:cNvPr>
                <p:cNvSpPr/>
                <p:nvPr/>
              </p:nvSpPr>
              <p:spPr>
                <a:xfrm>
                  <a:off x="583742" y="3570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ECEE62A8-9A19-A5FB-7DC5-F1E92854A09B}"/>
                    </a:ext>
                  </a:extLst>
                </p:cNvPr>
                <p:cNvSpPr/>
                <p:nvPr/>
              </p:nvSpPr>
              <p:spPr>
                <a:xfrm>
                  <a:off x="714918" y="40996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6" name="Oval 375">
                  <a:extLst>
                    <a:ext uri="{FF2B5EF4-FFF2-40B4-BE49-F238E27FC236}">
                      <a16:creationId xmlns:a16="http://schemas.microsoft.com/office/drawing/2014/main" id="{55CE0F9A-440E-3DBA-6308-F9E462E34FDF}"/>
                    </a:ext>
                  </a:extLst>
                </p:cNvPr>
                <p:cNvSpPr/>
                <p:nvPr/>
              </p:nvSpPr>
              <p:spPr>
                <a:xfrm>
                  <a:off x="562856" y="368422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7D5B0A8E-5838-3DB2-CA71-23D6A09EECAB}"/>
                    </a:ext>
                  </a:extLst>
                </p:cNvPr>
                <p:cNvSpPr/>
                <p:nvPr/>
              </p:nvSpPr>
              <p:spPr>
                <a:xfrm>
                  <a:off x="831682" y="35501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" name="Oval 377">
                  <a:extLst>
                    <a:ext uri="{FF2B5EF4-FFF2-40B4-BE49-F238E27FC236}">
                      <a16:creationId xmlns:a16="http://schemas.microsoft.com/office/drawing/2014/main" id="{9DE713F3-0487-EAE1-2B21-B853A14A942D}"/>
                    </a:ext>
                  </a:extLst>
                </p:cNvPr>
                <p:cNvSpPr/>
                <p:nvPr/>
              </p:nvSpPr>
              <p:spPr>
                <a:xfrm>
                  <a:off x="988874" y="38108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1EBC5B08-3FB1-AAE3-F8EE-BAE47822C8E2}"/>
                    </a:ext>
                  </a:extLst>
                </p:cNvPr>
                <p:cNvSpPr/>
                <p:nvPr/>
              </p:nvSpPr>
              <p:spPr>
                <a:xfrm>
                  <a:off x="936599" y="354119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" name="Oval 379">
                  <a:extLst>
                    <a:ext uri="{FF2B5EF4-FFF2-40B4-BE49-F238E27FC236}">
                      <a16:creationId xmlns:a16="http://schemas.microsoft.com/office/drawing/2014/main" id="{F387B962-5060-EF03-853C-F20ED22C0877}"/>
                    </a:ext>
                  </a:extLst>
                </p:cNvPr>
                <p:cNvSpPr/>
                <p:nvPr/>
              </p:nvSpPr>
              <p:spPr>
                <a:xfrm>
                  <a:off x="263007" y="34781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" name="Oval 380">
                  <a:extLst>
                    <a:ext uri="{FF2B5EF4-FFF2-40B4-BE49-F238E27FC236}">
                      <a16:creationId xmlns:a16="http://schemas.microsoft.com/office/drawing/2014/main" id="{4B21B64C-B758-E567-B12E-7C512CD9D5ED}"/>
                    </a:ext>
                  </a:extLst>
                </p:cNvPr>
                <p:cNvSpPr/>
                <p:nvPr/>
              </p:nvSpPr>
              <p:spPr>
                <a:xfrm>
                  <a:off x="-224812" y="40828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2" name="Oval 381">
                  <a:extLst>
                    <a:ext uri="{FF2B5EF4-FFF2-40B4-BE49-F238E27FC236}">
                      <a16:creationId xmlns:a16="http://schemas.microsoft.com/office/drawing/2014/main" id="{2C0B9E70-4A31-E61D-2617-23EAF7AE3B14}"/>
                    </a:ext>
                  </a:extLst>
                </p:cNvPr>
                <p:cNvSpPr/>
                <p:nvPr/>
              </p:nvSpPr>
              <p:spPr>
                <a:xfrm>
                  <a:off x="1044691" y="43800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3" name="Oval 382">
                  <a:extLst>
                    <a:ext uri="{FF2B5EF4-FFF2-40B4-BE49-F238E27FC236}">
                      <a16:creationId xmlns:a16="http://schemas.microsoft.com/office/drawing/2014/main" id="{3E55DF97-3D76-46A0-177A-94AADEBA918C}"/>
                    </a:ext>
                  </a:extLst>
                </p:cNvPr>
                <p:cNvSpPr/>
                <p:nvPr/>
              </p:nvSpPr>
              <p:spPr>
                <a:xfrm>
                  <a:off x="578856" y="4520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384BFE3F-32BE-E86C-1371-92BD0BBDADE3}"/>
                    </a:ext>
                  </a:extLst>
                </p:cNvPr>
                <p:cNvSpPr/>
                <p:nvPr/>
              </p:nvSpPr>
              <p:spPr>
                <a:xfrm>
                  <a:off x="1682131" y="450950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5" name="Oval 384">
                  <a:extLst>
                    <a:ext uri="{FF2B5EF4-FFF2-40B4-BE49-F238E27FC236}">
                      <a16:creationId xmlns:a16="http://schemas.microsoft.com/office/drawing/2014/main" id="{37DD64D9-3943-341C-B85D-74068D2F9F21}"/>
                    </a:ext>
                  </a:extLst>
                </p:cNvPr>
                <p:cNvSpPr/>
                <p:nvPr/>
              </p:nvSpPr>
              <p:spPr>
                <a:xfrm>
                  <a:off x="1301304" y="48470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4B72A0D2-6923-46DB-17AA-55858F70AC20}"/>
                    </a:ext>
                  </a:extLst>
                </p:cNvPr>
                <p:cNvSpPr/>
                <p:nvPr/>
              </p:nvSpPr>
              <p:spPr>
                <a:xfrm>
                  <a:off x="2823878" y="43959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7" name="Oval 386">
                  <a:extLst>
                    <a:ext uri="{FF2B5EF4-FFF2-40B4-BE49-F238E27FC236}">
                      <a16:creationId xmlns:a16="http://schemas.microsoft.com/office/drawing/2014/main" id="{3515D375-0176-D8A8-FE6B-B6DBC2514457}"/>
                    </a:ext>
                  </a:extLst>
                </p:cNvPr>
                <p:cNvSpPr/>
                <p:nvPr/>
              </p:nvSpPr>
              <p:spPr>
                <a:xfrm>
                  <a:off x="2650931" y="47283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58D64AD7-E32D-B3A0-1649-3675D8984963}"/>
                    </a:ext>
                  </a:extLst>
                </p:cNvPr>
                <p:cNvSpPr/>
                <p:nvPr/>
              </p:nvSpPr>
              <p:spPr>
                <a:xfrm>
                  <a:off x="2322501" y="39783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B86D1FA4-B421-39A8-0405-BE952A962830}"/>
                    </a:ext>
                  </a:extLst>
                </p:cNvPr>
                <p:cNvSpPr/>
                <p:nvPr/>
              </p:nvSpPr>
              <p:spPr>
                <a:xfrm>
                  <a:off x="2671816" y="463922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A3F0F9B8-AC67-CEE0-EF93-6BC923487CFB}"/>
                    </a:ext>
                  </a:extLst>
                </p:cNvPr>
                <p:cNvSpPr/>
                <p:nvPr/>
              </p:nvSpPr>
              <p:spPr>
                <a:xfrm>
                  <a:off x="2209890" y="40966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C834CEDD-701E-B9C1-D362-428EBED87093}"/>
                    </a:ext>
                  </a:extLst>
                </p:cNvPr>
                <p:cNvSpPr/>
                <p:nvPr/>
              </p:nvSpPr>
              <p:spPr>
                <a:xfrm>
                  <a:off x="2749863" y="37965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" name="Oval 391">
                  <a:extLst>
                    <a:ext uri="{FF2B5EF4-FFF2-40B4-BE49-F238E27FC236}">
                      <a16:creationId xmlns:a16="http://schemas.microsoft.com/office/drawing/2014/main" id="{798ED7DB-893E-6DB5-8ADA-01B0D840F72B}"/>
                    </a:ext>
                  </a:extLst>
                </p:cNvPr>
                <p:cNvSpPr/>
                <p:nvPr/>
              </p:nvSpPr>
              <p:spPr>
                <a:xfrm>
                  <a:off x="2038041" y="4342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3" name="Oval 392">
                  <a:extLst>
                    <a:ext uri="{FF2B5EF4-FFF2-40B4-BE49-F238E27FC236}">
                      <a16:creationId xmlns:a16="http://schemas.microsoft.com/office/drawing/2014/main" id="{C95BCF53-5C25-7EB0-11DF-86CF45711049}"/>
                    </a:ext>
                  </a:extLst>
                </p:cNvPr>
                <p:cNvSpPr/>
                <p:nvPr/>
              </p:nvSpPr>
              <p:spPr>
                <a:xfrm>
                  <a:off x="2441952" y="3503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4" name="Oval 393">
                  <a:extLst>
                    <a:ext uri="{FF2B5EF4-FFF2-40B4-BE49-F238E27FC236}">
                      <a16:creationId xmlns:a16="http://schemas.microsoft.com/office/drawing/2014/main" id="{3CAA4602-B58A-7FB8-23D6-24BBBD943E12}"/>
                    </a:ext>
                  </a:extLst>
                </p:cNvPr>
                <p:cNvSpPr/>
                <p:nvPr/>
              </p:nvSpPr>
              <p:spPr>
                <a:xfrm>
                  <a:off x="2010804" y="45544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C2A673BD-E687-35D9-0AEB-E44F2B4C8CF5}"/>
                    </a:ext>
                  </a:extLst>
                </p:cNvPr>
                <p:cNvSpPr/>
                <p:nvPr/>
              </p:nvSpPr>
              <p:spPr>
                <a:xfrm>
                  <a:off x="1153761" y="45203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6" name="Oval 395">
                  <a:extLst>
                    <a:ext uri="{FF2B5EF4-FFF2-40B4-BE49-F238E27FC236}">
                      <a16:creationId xmlns:a16="http://schemas.microsoft.com/office/drawing/2014/main" id="{130F0A9B-E310-C8C7-C860-E8F7662089E2}"/>
                    </a:ext>
                  </a:extLst>
                </p:cNvPr>
                <p:cNvSpPr/>
                <p:nvPr/>
              </p:nvSpPr>
              <p:spPr>
                <a:xfrm>
                  <a:off x="2087874" y="5131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6A0A3916-145B-994C-8F80-0B2F4F89507B}"/>
                    </a:ext>
                  </a:extLst>
                </p:cNvPr>
                <p:cNvSpPr/>
                <p:nvPr/>
              </p:nvSpPr>
              <p:spPr>
                <a:xfrm>
                  <a:off x="2898383" y="463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8" name="Oval 397">
                  <a:extLst>
                    <a:ext uri="{FF2B5EF4-FFF2-40B4-BE49-F238E27FC236}">
                      <a16:creationId xmlns:a16="http://schemas.microsoft.com/office/drawing/2014/main" id="{93C97E36-4208-A754-9AEC-340CB4779C80}"/>
                    </a:ext>
                  </a:extLst>
                </p:cNvPr>
                <p:cNvSpPr/>
                <p:nvPr/>
              </p:nvSpPr>
              <p:spPr>
                <a:xfrm>
                  <a:off x="2202073" y="5489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" name="Oval 398">
                  <a:extLst>
                    <a:ext uri="{FF2B5EF4-FFF2-40B4-BE49-F238E27FC236}">
                      <a16:creationId xmlns:a16="http://schemas.microsoft.com/office/drawing/2014/main" id="{7943EB48-B39B-1546-AC12-5F4BC80F7A77}"/>
                    </a:ext>
                  </a:extLst>
                </p:cNvPr>
                <p:cNvSpPr/>
                <p:nvPr/>
              </p:nvSpPr>
              <p:spPr>
                <a:xfrm>
                  <a:off x="1847994" y="43970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" name="Oval 399">
                  <a:extLst>
                    <a:ext uri="{FF2B5EF4-FFF2-40B4-BE49-F238E27FC236}">
                      <a16:creationId xmlns:a16="http://schemas.microsoft.com/office/drawing/2014/main" id="{6FB7CD5A-6295-F608-0BB3-16E3200C8A2A}"/>
                    </a:ext>
                  </a:extLst>
                </p:cNvPr>
                <p:cNvSpPr/>
                <p:nvPr/>
              </p:nvSpPr>
              <p:spPr>
                <a:xfrm>
                  <a:off x="1679810" y="49976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1" name="Oval 400">
                  <a:extLst>
                    <a:ext uri="{FF2B5EF4-FFF2-40B4-BE49-F238E27FC236}">
                      <a16:creationId xmlns:a16="http://schemas.microsoft.com/office/drawing/2014/main" id="{5B2C1B3E-A28F-74FD-4D66-5955D828D5AA}"/>
                    </a:ext>
                  </a:extLst>
                </p:cNvPr>
                <p:cNvSpPr/>
                <p:nvPr/>
              </p:nvSpPr>
              <p:spPr>
                <a:xfrm>
                  <a:off x="1232418" y="53097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2" name="Oval 401">
                  <a:extLst>
                    <a:ext uri="{FF2B5EF4-FFF2-40B4-BE49-F238E27FC236}">
                      <a16:creationId xmlns:a16="http://schemas.microsoft.com/office/drawing/2014/main" id="{4BCCCE5B-E2FF-6B0A-8E8F-3B457857EC96}"/>
                    </a:ext>
                  </a:extLst>
                </p:cNvPr>
                <p:cNvSpPr/>
                <p:nvPr/>
              </p:nvSpPr>
              <p:spPr>
                <a:xfrm>
                  <a:off x="1139593" y="517540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3" name="Oval 402">
                  <a:extLst>
                    <a:ext uri="{FF2B5EF4-FFF2-40B4-BE49-F238E27FC236}">
                      <a16:creationId xmlns:a16="http://schemas.microsoft.com/office/drawing/2014/main" id="{D333CC53-D6A1-4D80-A6A3-98EE7DFDF6EF}"/>
                    </a:ext>
                  </a:extLst>
                </p:cNvPr>
                <p:cNvSpPr/>
                <p:nvPr/>
              </p:nvSpPr>
              <p:spPr>
                <a:xfrm>
                  <a:off x="381359" y="44999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4" name="Oval 403">
                  <a:extLst>
                    <a:ext uri="{FF2B5EF4-FFF2-40B4-BE49-F238E27FC236}">
                      <a16:creationId xmlns:a16="http://schemas.microsoft.com/office/drawing/2014/main" id="{6C43275B-1A38-50EA-51C2-1B88FACF39FB}"/>
                    </a:ext>
                  </a:extLst>
                </p:cNvPr>
                <p:cNvSpPr/>
                <p:nvPr/>
              </p:nvSpPr>
              <p:spPr>
                <a:xfrm>
                  <a:off x="1444450" y="5067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5" name="Oval 404">
                  <a:extLst>
                    <a:ext uri="{FF2B5EF4-FFF2-40B4-BE49-F238E27FC236}">
                      <a16:creationId xmlns:a16="http://schemas.microsoft.com/office/drawing/2014/main" id="{795CA7E1-6E21-B8E2-BDBB-75C934A24057}"/>
                    </a:ext>
                  </a:extLst>
                </p:cNvPr>
                <p:cNvSpPr/>
                <p:nvPr/>
              </p:nvSpPr>
              <p:spPr>
                <a:xfrm>
                  <a:off x="1220692" y="56190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6" name="Oval 405">
                  <a:extLst>
                    <a:ext uri="{FF2B5EF4-FFF2-40B4-BE49-F238E27FC236}">
                      <a16:creationId xmlns:a16="http://schemas.microsoft.com/office/drawing/2014/main" id="{BF45693E-0DE7-AD80-AB0F-A702CCD14B59}"/>
                    </a:ext>
                  </a:extLst>
                </p:cNvPr>
                <p:cNvSpPr/>
                <p:nvPr/>
              </p:nvSpPr>
              <p:spPr>
                <a:xfrm>
                  <a:off x="1359808" y="54328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28CAA693-F0EA-5EB9-2997-CF116F22F9C9}"/>
                    </a:ext>
                  </a:extLst>
                </p:cNvPr>
                <p:cNvSpPr/>
                <p:nvPr/>
              </p:nvSpPr>
              <p:spPr>
                <a:xfrm>
                  <a:off x="1845551" y="667465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8" name="Oval 407">
                  <a:extLst>
                    <a:ext uri="{FF2B5EF4-FFF2-40B4-BE49-F238E27FC236}">
                      <a16:creationId xmlns:a16="http://schemas.microsoft.com/office/drawing/2014/main" id="{DC52119F-7669-D1DD-B2A4-F8DD31226583}"/>
                    </a:ext>
                  </a:extLst>
                </p:cNvPr>
                <p:cNvSpPr/>
                <p:nvPr/>
              </p:nvSpPr>
              <p:spPr>
                <a:xfrm>
                  <a:off x="1519687" y="69427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6FB658CF-AA36-C529-5D86-C760B2614E49}"/>
                    </a:ext>
                  </a:extLst>
                </p:cNvPr>
                <p:cNvSpPr/>
                <p:nvPr/>
              </p:nvSpPr>
              <p:spPr>
                <a:xfrm>
                  <a:off x="574215" y="704827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0" name="Oval 409">
                  <a:extLst>
                    <a:ext uri="{FF2B5EF4-FFF2-40B4-BE49-F238E27FC236}">
                      <a16:creationId xmlns:a16="http://schemas.microsoft.com/office/drawing/2014/main" id="{08912267-A02A-C42A-DE4B-19CBE348E6D2}"/>
                    </a:ext>
                  </a:extLst>
                </p:cNvPr>
                <p:cNvSpPr/>
                <p:nvPr/>
              </p:nvSpPr>
              <p:spPr>
                <a:xfrm>
                  <a:off x="914248" y="63987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" name="Oval 410">
                  <a:extLst>
                    <a:ext uri="{FF2B5EF4-FFF2-40B4-BE49-F238E27FC236}">
                      <a16:creationId xmlns:a16="http://schemas.microsoft.com/office/drawing/2014/main" id="{97035220-4EEE-5103-0147-597BC86B0F84}"/>
                    </a:ext>
                  </a:extLst>
                </p:cNvPr>
                <p:cNvSpPr/>
                <p:nvPr/>
              </p:nvSpPr>
              <p:spPr>
                <a:xfrm>
                  <a:off x="409695" y="72949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" name="Oval 411">
                  <a:extLst>
                    <a:ext uri="{FF2B5EF4-FFF2-40B4-BE49-F238E27FC236}">
                      <a16:creationId xmlns:a16="http://schemas.microsoft.com/office/drawing/2014/main" id="{16A41C2C-6405-0FBF-7722-CDDD5DE52767}"/>
                    </a:ext>
                  </a:extLst>
                </p:cNvPr>
                <p:cNvSpPr/>
                <p:nvPr/>
              </p:nvSpPr>
              <p:spPr>
                <a:xfrm>
                  <a:off x="560291" y="64425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" name="Oval 412">
                  <a:extLst>
                    <a:ext uri="{FF2B5EF4-FFF2-40B4-BE49-F238E27FC236}">
                      <a16:creationId xmlns:a16="http://schemas.microsoft.com/office/drawing/2014/main" id="{4C9C7915-B6D3-0CD3-5054-4015C0E6E27C}"/>
                    </a:ext>
                  </a:extLst>
                </p:cNvPr>
                <p:cNvSpPr/>
                <p:nvPr/>
              </p:nvSpPr>
              <p:spPr>
                <a:xfrm>
                  <a:off x="764384" y="65710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" name="Oval 413">
                  <a:extLst>
                    <a:ext uri="{FF2B5EF4-FFF2-40B4-BE49-F238E27FC236}">
                      <a16:creationId xmlns:a16="http://schemas.microsoft.com/office/drawing/2014/main" id="{6407C2D5-A8AD-8389-0C1A-72425CFD7D2E}"/>
                    </a:ext>
                  </a:extLst>
                </p:cNvPr>
                <p:cNvSpPr/>
                <p:nvPr/>
              </p:nvSpPr>
              <p:spPr>
                <a:xfrm>
                  <a:off x="188136" y="67189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5" name="Oval 414">
                  <a:extLst>
                    <a:ext uri="{FF2B5EF4-FFF2-40B4-BE49-F238E27FC236}">
                      <a16:creationId xmlns:a16="http://schemas.microsoft.com/office/drawing/2014/main" id="{AAD9B8C6-7664-BAA0-02B0-43D0806685F0}"/>
                    </a:ext>
                  </a:extLst>
                </p:cNvPr>
                <p:cNvSpPr/>
                <p:nvPr/>
              </p:nvSpPr>
              <p:spPr>
                <a:xfrm>
                  <a:off x="272167" y="65356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6" name="Oval 415">
                  <a:extLst>
                    <a:ext uri="{FF2B5EF4-FFF2-40B4-BE49-F238E27FC236}">
                      <a16:creationId xmlns:a16="http://schemas.microsoft.com/office/drawing/2014/main" id="{1A96A7AE-7E10-4405-D467-A7D9C1A37BBB}"/>
                    </a:ext>
                  </a:extLst>
                </p:cNvPr>
                <p:cNvSpPr/>
                <p:nvPr/>
              </p:nvSpPr>
              <p:spPr>
                <a:xfrm>
                  <a:off x="-266339" y="73295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7" name="Oval 416">
                  <a:extLst>
                    <a:ext uri="{FF2B5EF4-FFF2-40B4-BE49-F238E27FC236}">
                      <a16:creationId xmlns:a16="http://schemas.microsoft.com/office/drawing/2014/main" id="{72CD2E25-25E3-3AC0-3BFB-DDDA8433027F}"/>
                    </a:ext>
                  </a:extLst>
                </p:cNvPr>
                <p:cNvSpPr/>
                <p:nvPr/>
              </p:nvSpPr>
              <p:spPr>
                <a:xfrm>
                  <a:off x="-360874" y="761719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8" name="Oval 417">
                  <a:extLst>
                    <a:ext uri="{FF2B5EF4-FFF2-40B4-BE49-F238E27FC236}">
                      <a16:creationId xmlns:a16="http://schemas.microsoft.com/office/drawing/2014/main" id="{166620D5-7326-1D0D-CE22-45CA35AFBA22}"/>
                    </a:ext>
                  </a:extLst>
                </p:cNvPr>
                <p:cNvSpPr/>
                <p:nvPr/>
              </p:nvSpPr>
              <p:spPr>
                <a:xfrm>
                  <a:off x="106792" y="6860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9" name="Oval 418">
                  <a:extLst>
                    <a:ext uri="{FF2B5EF4-FFF2-40B4-BE49-F238E27FC236}">
                      <a16:creationId xmlns:a16="http://schemas.microsoft.com/office/drawing/2014/main" id="{8E631C98-C79D-A1BF-5C8E-D6618F3437F4}"/>
                    </a:ext>
                  </a:extLst>
                </p:cNvPr>
                <p:cNvSpPr/>
                <p:nvPr/>
              </p:nvSpPr>
              <p:spPr>
                <a:xfrm>
                  <a:off x="23372" y="71299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" name="Oval 419">
                  <a:extLst>
                    <a:ext uri="{FF2B5EF4-FFF2-40B4-BE49-F238E27FC236}">
                      <a16:creationId xmlns:a16="http://schemas.microsoft.com/office/drawing/2014/main" id="{6C95EA3E-7562-4525-CB3A-09875379AF83}"/>
                    </a:ext>
                  </a:extLst>
                </p:cNvPr>
                <p:cNvSpPr/>
                <p:nvPr/>
              </p:nvSpPr>
              <p:spPr>
                <a:xfrm>
                  <a:off x="-237148" y="69227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1" name="Oval 420">
                  <a:extLst>
                    <a:ext uri="{FF2B5EF4-FFF2-40B4-BE49-F238E27FC236}">
                      <a16:creationId xmlns:a16="http://schemas.microsoft.com/office/drawing/2014/main" id="{0AAA2FD4-EDA9-124A-B1E1-020C08204E1A}"/>
                    </a:ext>
                  </a:extLst>
                </p:cNvPr>
                <p:cNvSpPr/>
                <p:nvPr/>
              </p:nvSpPr>
              <p:spPr>
                <a:xfrm>
                  <a:off x="-75437" y="69407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2" name="Oval 421">
                  <a:extLst>
                    <a:ext uri="{FF2B5EF4-FFF2-40B4-BE49-F238E27FC236}">
                      <a16:creationId xmlns:a16="http://schemas.microsoft.com/office/drawing/2014/main" id="{31F8B335-064C-5DF9-D418-B2D309F8C0F6}"/>
                    </a:ext>
                  </a:extLst>
                </p:cNvPr>
                <p:cNvSpPr/>
                <p:nvPr/>
              </p:nvSpPr>
              <p:spPr>
                <a:xfrm>
                  <a:off x="-90949" y="73031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3" name="Oval 422">
                  <a:extLst>
                    <a:ext uri="{FF2B5EF4-FFF2-40B4-BE49-F238E27FC236}">
                      <a16:creationId xmlns:a16="http://schemas.microsoft.com/office/drawing/2014/main" id="{8DDBDFBA-CDAE-0911-D173-40E0900205BC}"/>
                    </a:ext>
                  </a:extLst>
                </p:cNvPr>
                <p:cNvSpPr/>
                <p:nvPr/>
              </p:nvSpPr>
              <p:spPr>
                <a:xfrm>
                  <a:off x="169815" y="762525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4" name="Oval 423">
                  <a:extLst>
                    <a:ext uri="{FF2B5EF4-FFF2-40B4-BE49-F238E27FC236}">
                      <a16:creationId xmlns:a16="http://schemas.microsoft.com/office/drawing/2014/main" id="{6846810D-BF4C-62C3-1327-79A2FFFF1D10}"/>
                    </a:ext>
                  </a:extLst>
                </p:cNvPr>
                <p:cNvSpPr/>
                <p:nvPr/>
              </p:nvSpPr>
              <p:spPr>
                <a:xfrm>
                  <a:off x="771712" y="770733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" name="Oval 424">
                  <a:extLst>
                    <a:ext uri="{FF2B5EF4-FFF2-40B4-BE49-F238E27FC236}">
                      <a16:creationId xmlns:a16="http://schemas.microsoft.com/office/drawing/2014/main" id="{F3E0E04B-3677-3B9B-CE31-8428C1464CCB}"/>
                    </a:ext>
                  </a:extLst>
                </p:cNvPr>
                <p:cNvSpPr/>
                <p:nvPr/>
              </p:nvSpPr>
              <p:spPr>
                <a:xfrm>
                  <a:off x="469420" y="78080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" name="Oval 425">
                  <a:extLst>
                    <a:ext uri="{FF2B5EF4-FFF2-40B4-BE49-F238E27FC236}">
                      <a16:creationId xmlns:a16="http://schemas.microsoft.com/office/drawing/2014/main" id="{FFE3668C-3006-9A4C-536C-A1E7657AE6E2}"/>
                    </a:ext>
                  </a:extLst>
                </p:cNvPr>
                <p:cNvSpPr/>
                <p:nvPr/>
              </p:nvSpPr>
              <p:spPr>
                <a:xfrm>
                  <a:off x="338855" y="75110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7" name="Oval 426">
                  <a:extLst>
                    <a:ext uri="{FF2B5EF4-FFF2-40B4-BE49-F238E27FC236}">
                      <a16:creationId xmlns:a16="http://schemas.microsoft.com/office/drawing/2014/main" id="{FF3A6119-C9B3-4C7F-72AB-A0ECD5DD8B28}"/>
                    </a:ext>
                  </a:extLst>
                </p:cNvPr>
                <p:cNvSpPr/>
                <p:nvPr/>
              </p:nvSpPr>
              <p:spPr>
                <a:xfrm>
                  <a:off x="131220" y="787246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8" name="Oval 427">
                  <a:extLst>
                    <a:ext uri="{FF2B5EF4-FFF2-40B4-BE49-F238E27FC236}">
                      <a16:creationId xmlns:a16="http://schemas.microsoft.com/office/drawing/2014/main" id="{0590EDC4-9AC0-B67C-7ACC-D2AF71E79C78}"/>
                    </a:ext>
                  </a:extLst>
                </p:cNvPr>
                <p:cNvSpPr/>
                <p:nvPr/>
              </p:nvSpPr>
              <p:spPr>
                <a:xfrm>
                  <a:off x="-10460" y="7873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9" name="Oval 428">
                  <a:extLst>
                    <a:ext uri="{FF2B5EF4-FFF2-40B4-BE49-F238E27FC236}">
                      <a16:creationId xmlns:a16="http://schemas.microsoft.com/office/drawing/2014/main" id="{012A25B3-D955-6361-6A2A-8684E0CD249D}"/>
                    </a:ext>
                  </a:extLst>
                </p:cNvPr>
                <p:cNvSpPr/>
                <p:nvPr/>
              </p:nvSpPr>
              <p:spPr>
                <a:xfrm>
                  <a:off x="929515" y="747184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" name="Oval 429">
                  <a:extLst>
                    <a:ext uri="{FF2B5EF4-FFF2-40B4-BE49-F238E27FC236}">
                      <a16:creationId xmlns:a16="http://schemas.microsoft.com/office/drawing/2014/main" id="{86E5659B-14D0-9B14-EDFA-D90F497A4E51}"/>
                    </a:ext>
                  </a:extLst>
                </p:cNvPr>
                <p:cNvSpPr/>
                <p:nvPr/>
              </p:nvSpPr>
              <p:spPr>
                <a:xfrm>
                  <a:off x="1439686" y="70916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1" name="Oval 430">
                  <a:extLst>
                    <a:ext uri="{FF2B5EF4-FFF2-40B4-BE49-F238E27FC236}">
                      <a16:creationId xmlns:a16="http://schemas.microsoft.com/office/drawing/2014/main" id="{D420EAA9-921D-084F-5220-808FC34A7AAE}"/>
                    </a:ext>
                  </a:extLst>
                </p:cNvPr>
                <p:cNvSpPr/>
                <p:nvPr/>
              </p:nvSpPr>
              <p:spPr>
                <a:xfrm>
                  <a:off x="1948514" y="76362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2" name="Oval 431">
                  <a:extLst>
                    <a:ext uri="{FF2B5EF4-FFF2-40B4-BE49-F238E27FC236}">
                      <a16:creationId xmlns:a16="http://schemas.microsoft.com/office/drawing/2014/main" id="{39B6D570-00CC-48C9-64A9-DF20CCAB06FA}"/>
                    </a:ext>
                  </a:extLst>
                </p:cNvPr>
                <p:cNvSpPr/>
                <p:nvPr/>
              </p:nvSpPr>
              <p:spPr>
                <a:xfrm>
                  <a:off x="1464358" y="751704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3" name="Oval 432">
                  <a:extLst>
                    <a:ext uri="{FF2B5EF4-FFF2-40B4-BE49-F238E27FC236}">
                      <a16:creationId xmlns:a16="http://schemas.microsoft.com/office/drawing/2014/main" id="{C0367819-8E13-BC22-045C-70598AE1DE8F}"/>
                    </a:ext>
                  </a:extLst>
                </p:cNvPr>
                <p:cNvSpPr/>
                <p:nvPr/>
              </p:nvSpPr>
              <p:spPr>
                <a:xfrm>
                  <a:off x="2750962" y="742042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4" name="Oval 433">
                  <a:extLst>
                    <a:ext uri="{FF2B5EF4-FFF2-40B4-BE49-F238E27FC236}">
                      <a16:creationId xmlns:a16="http://schemas.microsoft.com/office/drawing/2014/main" id="{9AC330A1-9B28-BE69-A7A8-E4F24F3346D4}"/>
                    </a:ext>
                  </a:extLst>
                </p:cNvPr>
                <p:cNvSpPr/>
                <p:nvPr/>
              </p:nvSpPr>
              <p:spPr>
                <a:xfrm>
                  <a:off x="1776299" y="7635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5" name="Oval 434">
                  <a:extLst>
                    <a:ext uri="{FF2B5EF4-FFF2-40B4-BE49-F238E27FC236}">
                      <a16:creationId xmlns:a16="http://schemas.microsoft.com/office/drawing/2014/main" id="{FA51FDB9-F81B-1D75-9BDC-DDD563D26B26}"/>
                    </a:ext>
                  </a:extLst>
                </p:cNvPr>
                <p:cNvSpPr/>
                <p:nvPr/>
              </p:nvSpPr>
              <p:spPr>
                <a:xfrm>
                  <a:off x="1989552" y="728754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6" name="Oval 435">
                  <a:extLst>
                    <a:ext uri="{FF2B5EF4-FFF2-40B4-BE49-F238E27FC236}">
                      <a16:creationId xmlns:a16="http://schemas.microsoft.com/office/drawing/2014/main" id="{BA0C91FA-AB59-3A28-2957-D2429AE4AC82}"/>
                    </a:ext>
                  </a:extLst>
                </p:cNvPr>
                <p:cNvSpPr/>
                <p:nvPr/>
              </p:nvSpPr>
              <p:spPr>
                <a:xfrm>
                  <a:off x="3043239" y="75538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7" name="Oval 436">
                  <a:extLst>
                    <a:ext uri="{FF2B5EF4-FFF2-40B4-BE49-F238E27FC236}">
                      <a16:creationId xmlns:a16="http://schemas.microsoft.com/office/drawing/2014/main" id="{3088C534-E9EC-A954-029E-B49F0E872969}"/>
                    </a:ext>
                  </a:extLst>
                </p:cNvPr>
                <p:cNvSpPr/>
                <p:nvPr/>
              </p:nvSpPr>
              <p:spPr>
                <a:xfrm>
                  <a:off x="3294843" y="779808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8" name="Oval 437">
                  <a:extLst>
                    <a:ext uri="{FF2B5EF4-FFF2-40B4-BE49-F238E27FC236}">
                      <a16:creationId xmlns:a16="http://schemas.microsoft.com/office/drawing/2014/main" id="{2B177A73-9B2F-A61B-1F07-8BD7067F8B04}"/>
                    </a:ext>
                  </a:extLst>
                </p:cNvPr>
                <p:cNvSpPr/>
                <p:nvPr/>
              </p:nvSpPr>
              <p:spPr>
                <a:xfrm>
                  <a:off x="3276156" y="769975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9" name="Oval 438">
                  <a:extLst>
                    <a:ext uri="{FF2B5EF4-FFF2-40B4-BE49-F238E27FC236}">
                      <a16:creationId xmlns:a16="http://schemas.microsoft.com/office/drawing/2014/main" id="{8A0E99A3-2727-2451-AEE2-913955841DEC}"/>
                    </a:ext>
                  </a:extLst>
                </p:cNvPr>
                <p:cNvSpPr/>
                <p:nvPr/>
              </p:nvSpPr>
              <p:spPr>
                <a:xfrm>
                  <a:off x="3107972" y="76831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" name="Oval 439">
                  <a:extLst>
                    <a:ext uri="{FF2B5EF4-FFF2-40B4-BE49-F238E27FC236}">
                      <a16:creationId xmlns:a16="http://schemas.microsoft.com/office/drawing/2014/main" id="{AC52DFAD-1677-06B8-242C-9CAF4566139C}"/>
                    </a:ext>
                  </a:extLst>
                </p:cNvPr>
                <p:cNvSpPr/>
                <p:nvPr/>
              </p:nvSpPr>
              <p:spPr>
                <a:xfrm>
                  <a:off x="2642381" y="78196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" name="Oval 440">
                  <a:extLst>
                    <a:ext uri="{FF2B5EF4-FFF2-40B4-BE49-F238E27FC236}">
                      <a16:creationId xmlns:a16="http://schemas.microsoft.com/office/drawing/2014/main" id="{1C26D9D3-7367-64CD-2C71-3C7040C5A690}"/>
                    </a:ext>
                  </a:extLst>
                </p:cNvPr>
                <p:cNvSpPr/>
                <p:nvPr/>
              </p:nvSpPr>
              <p:spPr>
                <a:xfrm>
                  <a:off x="2057705" y="77103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" name="Oval 441">
                  <a:extLst>
                    <a:ext uri="{FF2B5EF4-FFF2-40B4-BE49-F238E27FC236}">
                      <a16:creationId xmlns:a16="http://schemas.microsoft.com/office/drawing/2014/main" id="{A3893E72-A58D-C1E0-506F-ED9AC1E0B570}"/>
                    </a:ext>
                  </a:extLst>
                </p:cNvPr>
                <p:cNvSpPr/>
                <p:nvPr/>
              </p:nvSpPr>
              <p:spPr>
                <a:xfrm>
                  <a:off x="1611290" y="77313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" name="Oval 442">
                  <a:extLst>
                    <a:ext uri="{FF2B5EF4-FFF2-40B4-BE49-F238E27FC236}">
                      <a16:creationId xmlns:a16="http://schemas.microsoft.com/office/drawing/2014/main" id="{50F0D69E-D0F4-E8D8-C955-8FA95FD3C7BB}"/>
                    </a:ext>
                  </a:extLst>
                </p:cNvPr>
                <p:cNvSpPr/>
                <p:nvPr/>
              </p:nvSpPr>
              <p:spPr>
                <a:xfrm>
                  <a:off x="740079" y="725419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4" name="Oval 443">
                  <a:extLst>
                    <a:ext uri="{FF2B5EF4-FFF2-40B4-BE49-F238E27FC236}">
                      <a16:creationId xmlns:a16="http://schemas.microsoft.com/office/drawing/2014/main" id="{2F95C59A-D037-56D5-E873-CDA38FB1800E}"/>
                    </a:ext>
                  </a:extLst>
                </p:cNvPr>
                <p:cNvSpPr/>
                <p:nvPr/>
              </p:nvSpPr>
              <p:spPr>
                <a:xfrm>
                  <a:off x="1279929" y="70885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5" name="Oval 444">
                  <a:extLst>
                    <a:ext uri="{FF2B5EF4-FFF2-40B4-BE49-F238E27FC236}">
                      <a16:creationId xmlns:a16="http://schemas.microsoft.com/office/drawing/2014/main" id="{57DCF077-C76E-27A9-9892-D0C51AA0A2DF}"/>
                    </a:ext>
                  </a:extLst>
                </p:cNvPr>
                <p:cNvSpPr/>
                <p:nvPr/>
              </p:nvSpPr>
              <p:spPr>
                <a:xfrm>
                  <a:off x="1236448" y="67483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6" name="Oval 445">
                  <a:extLst>
                    <a:ext uri="{FF2B5EF4-FFF2-40B4-BE49-F238E27FC236}">
                      <a16:creationId xmlns:a16="http://schemas.microsoft.com/office/drawing/2014/main" id="{8DC25FB2-CC44-6355-E6D8-E209AD9FB509}"/>
                    </a:ext>
                  </a:extLst>
                </p:cNvPr>
                <p:cNvSpPr/>
                <p:nvPr/>
              </p:nvSpPr>
              <p:spPr>
                <a:xfrm>
                  <a:off x="1741001" y="684430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7" name="Oval 446">
                  <a:extLst>
                    <a:ext uri="{FF2B5EF4-FFF2-40B4-BE49-F238E27FC236}">
                      <a16:creationId xmlns:a16="http://schemas.microsoft.com/office/drawing/2014/main" id="{902591A1-DDEA-FADA-9D86-C5FD578ACBFB}"/>
                    </a:ext>
                  </a:extLst>
                </p:cNvPr>
                <p:cNvSpPr/>
                <p:nvPr/>
              </p:nvSpPr>
              <p:spPr>
                <a:xfrm>
                  <a:off x="1260754" y="682353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8" name="Oval 447">
                  <a:extLst>
                    <a:ext uri="{FF2B5EF4-FFF2-40B4-BE49-F238E27FC236}">
                      <a16:creationId xmlns:a16="http://schemas.microsoft.com/office/drawing/2014/main" id="{D0239923-DD96-02DB-49FA-954657D02219}"/>
                    </a:ext>
                  </a:extLst>
                </p:cNvPr>
                <p:cNvSpPr/>
                <p:nvPr/>
              </p:nvSpPr>
              <p:spPr>
                <a:xfrm>
                  <a:off x="2497647" y="609327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9" name="Oval 448">
                  <a:extLst>
                    <a:ext uri="{FF2B5EF4-FFF2-40B4-BE49-F238E27FC236}">
                      <a16:creationId xmlns:a16="http://schemas.microsoft.com/office/drawing/2014/main" id="{DC7A3671-E954-50D2-A741-7A6159EBC51E}"/>
                    </a:ext>
                  </a:extLst>
                </p:cNvPr>
                <p:cNvSpPr/>
                <p:nvPr/>
              </p:nvSpPr>
              <p:spPr>
                <a:xfrm>
                  <a:off x="2274012" y="69913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0" name="Oval 449">
                  <a:extLst>
                    <a:ext uri="{FF2B5EF4-FFF2-40B4-BE49-F238E27FC236}">
                      <a16:creationId xmlns:a16="http://schemas.microsoft.com/office/drawing/2014/main" id="{925C179E-B616-472E-389F-B264FB52DB47}"/>
                    </a:ext>
                  </a:extLst>
                </p:cNvPr>
                <p:cNvSpPr/>
                <p:nvPr/>
              </p:nvSpPr>
              <p:spPr>
                <a:xfrm>
                  <a:off x="1176600" y="575983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" name="Oval 450">
                  <a:extLst>
                    <a:ext uri="{FF2B5EF4-FFF2-40B4-BE49-F238E27FC236}">
                      <a16:creationId xmlns:a16="http://schemas.microsoft.com/office/drawing/2014/main" id="{220EC228-B229-C9C6-98A8-B9157E5671AD}"/>
                    </a:ext>
                  </a:extLst>
                </p:cNvPr>
                <p:cNvSpPr/>
                <p:nvPr/>
              </p:nvSpPr>
              <p:spPr>
                <a:xfrm>
                  <a:off x="2653862" y="6229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" name="Oval 451">
                  <a:extLst>
                    <a:ext uri="{FF2B5EF4-FFF2-40B4-BE49-F238E27FC236}">
                      <a16:creationId xmlns:a16="http://schemas.microsoft.com/office/drawing/2014/main" id="{360E736D-9D8A-994D-171C-E9B57AE82D9A}"/>
                    </a:ext>
                  </a:extLst>
                </p:cNvPr>
                <p:cNvSpPr/>
                <p:nvPr/>
              </p:nvSpPr>
              <p:spPr>
                <a:xfrm>
                  <a:off x="2245188" y="666390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" name="Oval 452">
                  <a:extLst>
                    <a:ext uri="{FF2B5EF4-FFF2-40B4-BE49-F238E27FC236}">
                      <a16:creationId xmlns:a16="http://schemas.microsoft.com/office/drawing/2014/main" id="{BFBAFDC3-B219-05E9-8138-458C978F5CDD}"/>
                    </a:ext>
                  </a:extLst>
                </p:cNvPr>
                <p:cNvSpPr/>
                <p:nvPr/>
              </p:nvSpPr>
              <p:spPr>
                <a:xfrm>
                  <a:off x="2446838" y="58168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4" name="Oval 453">
                  <a:extLst>
                    <a:ext uri="{FF2B5EF4-FFF2-40B4-BE49-F238E27FC236}">
                      <a16:creationId xmlns:a16="http://schemas.microsoft.com/office/drawing/2014/main" id="{6181BC44-D7FD-5E8B-8D06-0ACAAA00A3BF}"/>
                    </a:ext>
                  </a:extLst>
                </p:cNvPr>
                <p:cNvSpPr/>
                <p:nvPr/>
              </p:nvSpPr>
              <p:spPr>
                <a:xfrm>
                  <a:off x="2094225" y="568911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5" name="Oval 454">
                  <a:extLst>
                    <a:ext uri="{FF2B5EF4-FFF2-40B4-BE49-F238E27FC236}">
                      <a16:creationId xmlns:a16="http://schemas.microsoft.com/office/drawing/2014/main" id="{534D036E-A311-C00C-CD07-E2C48F1B2AD8}"/>
                    </a:ext>
                  </a:extLst>
                </p:cNvPr>
                <p:cNvSpPr/>
                <p:nvPr/>
              </p:nvSpPr>
              <p:spPr>
                <a:xfrm>
                  <a:off x="1541427" y="654176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6" name="Oval 455">
                  <a:extLst>
                    <a:ext uri="{FF2B5EF4-FFF2-40B4-BE49-F238E27FC236}">
                      <a16:creationId xmlns:a16="http://schemas.microsoft.com/office/drawing/2014/main" id="{90F0B0BE-2619-C3C3-5E84-947A3A223F7A}"/>
                    </a:ext>
                  </a:extLst>
                </p:cNvPr>
                <p:cNvSpPr/>
                <p:nvPr/>
              </p:nvSpPr>
              <p:spPr>
                <a:xfrm>
                  <a:off x="2240424" y="521351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7" name="Oval 456">
                  <a:extLst>
                    <a:ext uri="{FF2B5EF4-FFF2-40B4-BE49-F238E27FC236}">
                      <a16:creationId xmlns:a16="http://schemas.microsoft.com/office/drawing/2014/main" id="{8592F197-404F-7858-88AD-6C309AB73665}"/>
                    </a:ext>
                  </a:extLst>
                </p:cNvPr>
                <p:cNvSpPr/>
                <p:nvPr/>
              </p:nvSpPr>
              <p:spPr>
                <a:xfrm>
                  <a:off x="3415516" y="533821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8" name="Oval 457">
                  <a:extLst>
                    <a:ext uri="{FF2B5EF4-FFF2-40B4-BE49-F238E27FC236}">
                      <a16:creationId xmlns:a16="http://schemas.microsoft.com/office/drawing/2014/main" id="{7045B88C-BD0F-541B-80C0-A88E9E529191}"/>
                    </a:ext>
                  </a:extLst>
                </p:cNvPr>
                <p:cNvSpPr/>
                <p:nvPr/>
              </p:nvSpPr>
              <p:spPr>
                <a:xfrm>
                  <a:off x="3402447" y="513778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9" name="Oval 458">
                  <a:extLst>
                    <a:ext uri="{FF2B5EF4-FFF2-40B4-BE49-F238E27FC236}">
                      <a16:creationId xmlns:a16="http://schemas.microsoft.com/office/drawing/2014/main" id="{0F554278-4AE4-4659-F435-5EB5198CFFBA}"/>
                    </a:ext>
                  </a:extLst>
                </p:cNvPr>
                <p:cNvSpPr/>
                <p:nvPr/>
              </p:nvSpPr>
              <p:spPr>
                <a:xfrm>
                  <a:off x="3682021" y="491867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0" name="Oval 459">
                  <a:extLst>
                    <a:ext uri="{FF2B5EF4-FFF2-40B4-BE49-F238E27FC236}">
                      <a16:creationId xmlns:a16="http://schemas.microsoft.com/office/drawing/2014/main" id="{1B2E5B56-E1C7-F398-8692-6D2BBD68BCB2}"/>
                    </a:ext>
                  </a:extLst>
                </p:cNvPr>
                <p:cNvSpPr/>
                <p:nvPr/>
              </p:nvSpPr>
              <p:spPr>
                <a:xfrm>
                  <a:off x="3748587" y="487983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" name="Oval 460">
                  <a:extLst>
                    <a:ext uri="{FF2B5EF4-FFF2-40B4-BE49-F238E27FC236}">
                      <a16:creationId xmlns:a16="http://schemas.microsoft.com/office/drawing/2014/main" id="{292B0E43-F5D5-F553-D07B-E4D7233F55BF}"/>
                    </a:ext>
                  </a:extLst>
                </p:cNvPr>
                <p:cNvSpPr/>
                <p:nvPr/>
              </p:nvSpPr>
              <p:spPr>
                <a:xfrm>
                  <a:off x="3035910" y="554206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" name="Oval 461">
                  <a:extLst>
                    <a:ext uri="{FF2B5EF4-FFF2-40B4-BE49-F238E27FC236}">
                      <a16:creationId xmlns:a16="http://schemas.microsoft.com/office/drawing/2014/main" id="{355E761F-D1C7-31FA-6317-2A9AB2E03B6B}"/>
                    </a:ext>
                  </a:extLst>
                </p:cNvPr>
                <p:cNvSpPr/>
                <p:nvPr/>
              </p:nvSpPr>
              <p:spPr>
                <a:xfrm>
                  <a:off x="2685007" y="5885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" name="Oval 462">
                  <a:extLst>
                    <a:ext uri="{FF2B5EF4-FFF2-40B4-BE49-F238E27FC236}">
                      <a16:creationId xmlns:a16="http://schemas.microsoft.com/office/drawing/2014/main" id="{836E4407-FE35-A0B8-1C57-E6CC8CD2C94E}"/>
                    </a:ext>
                  </a:extLst>
                </p:cNvPr>
                <p:cNvSpPr/>
                <p:nvPr/>
              </p:nvSpPr>
              <p:spPr>
                <a:xfrm>
                  <a:off x="3249530" y="48281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4" name="Oval 463">
                  <a:extLst>
                    <a:ext uri="{FF2B5EF4-FFF2-40B4-BE49-F238E27FC236}">
                      <a16:creationId xmlns:a16="http://schemas.microsoft.com/office/drawing/2014/main" id="{C087CA30-911E-F649-F995-1ACE1864602C}"/>
                    </a:ext>
                  </a:extLst>
                </p:cNvPr>
                <p:cNvSpPr/>
                <p:nvPr/>
              </p:nvSpPr>
              <p:spPr>
                <a:xfrm>
                  <a:off x="3395730" y="47885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5" name="Oval 464">
                  <a:extLst>
                    <a:ext uri="{FF2B5EF4-FFF2-40B4-BE49-F238E27FC236}">
                      <a16:creationId xmlns:a16="http://schemas.microsoft.com/office/drawing/2014/main" id="{42331188-B9DD-AE42-AC4E-600BC83778C7}"/>
                    </a:ext>
                  </a:extLst>
                </p:cNvPr>
                <p:cNvSpPr/>
                <p:nvPr/>
              </p:nvSpPr>
              <p:spPr>
                <a:xfrm>
                  <a:off x="2535632" y="565773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6" name="Oval 465">
                  <a:extLst>
                    <a:ext uri="{FF2B5EF4-FFF2-40B4-BE49-F238E27FC236}">
                      <a16:creationId xmlns:a16="http://schemas.microsoft.com/office/drawing/2014/main" id="{69AF68A8-FD31-3064-624F-9441DA88F91E}"/>
                    </a:ext>
                  </a:extLst>
                </p:cNvPr>
                <p:cNvSpPr/>
                <p:nvPr/>
              </p:nvSpPr>
              <p:spPr>
                <a:xfrm>
                  <a:off x="3515181" y="44166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7" name="Oval 466">
                  <a:extLst>
                    <a:ext uri="{FF2B5EF4-FFF2-40B4-BE49-F238E27FC236}">
                      <a16:creationId xmlns:a16="http://schemas.microsoft.com/office/drawing/2014/main" id="{456D400F-0889-7609-EF3B-065A8DC07D50}"/>
                    </a:ext>
                  </a:extLst>
                </p:cNvPr>
                <p:cNvSpPr/>
                <p:nvPr/>
              </p:nvSpPr>
              <p:spPr>
                <a:xfrm>
                  <a:off x="3628159" y="412672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8" name="Oval 467">
                  <a:extLst>
                    <a:ext uri="{FF2B5EF4-FFF2-40B4-BE49-F238E27FC236}">
                      <a16:creationId xmlns:a16="http://schemas.microsoft.com/office/drawing/2014/main" id="{FDDFF5B8-2473-D54C-35B5-55BFE11151D4}"/>
                    </a:ext>
                  </a:extLst>
                </p:cNvPr>
                <p:cNvSpPr/>
                <p:nvPr/>
              </p:nvSpPr>
              <p:spPr>
                <a:xfrm>
                  <a:off x="3163545" y="400324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9" name="Oval 468">
                  <a:extLst>
                    <a:ext uri="{FF2B5EF4-FFF2-40B4-BE49-F238E27FC236}">
                      <a16:creationId xmlns:a16="http://schemas.microsoft.com/office/drawing/2014/main" id="{913A5B07-EE88-9FC5-D183-286541C15DBF}"/>
                    </a:ext>
                  </a:extLst>
                </p:cNvPr>
                <p:cNvSpPr/>
                <p:nvPr/>
              </p:nvSpPr>
              <p:spPr>
                <a:xfrm>
                  <a:off x="2925009" y="52033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0" name="Oval 469">
                  <a:extLst>
                    <a:ext uri="{FF2B5EF4-FFF2-40B4-BE49-F238E27FC236}">
                      <a16:creationId xmlns:a16="http://schemas.microsoft.com/office/drawing/2014/main" id="{61763535-12D3-CD23-7D8B-F9A680AF2C0D}"/>
                    </a:ext>
                  </a:extLst>
                </p:cNvPr>
                <p:cNvSpPr/>
                <p:nvPr/>
              </p:nvSpPr>
              <p:spPr>
                <a:xfrm>
                  <a:off x="2333982" y="595501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" name="Oval 470">
                  <a:extLst>
                    <a:ext uri="{FF2B5EF4-FFF2-40B4-BE49-F238E27FC236}">
                      <a16:creationId xmlns:a16="http://schemas.microsoft.com/office/drawing/2014/main" id="{5FFCC8EF-7FB8-5C40-6037-0F83044E9F76}"/>
                    </a:ext>
                  </a:extLst>
                </p:cNvPr>
                <p:cNvSpPr/>
                <p:nvPr/>
              </p:nvSpPr>
              <p:spPr>
                <a:xfrm>
                  <a:off x="1956697" y="596234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" name="Oval 471">
                  <a:extLst>
                    <a:ext uri="{FF2B5EF4-FFF2-40B4-BE49-F238E27FC236}">
                      <a16:creationId xmlns:a16="http://schemas.microsoft.com/office/drawing/2014/main" id="{BF669353-E353-2BC8-8F86-5A8602B6D0D2}"/>
                    </a:ext>
                  </a:extLst>
                </p:cNvPr>
                <p:cNvSpPr/>
                <p:nvPr/>
              </p:nvSpPr>
              <p:spPr>
                <a:xfrm>
                  <a:off x="2574961" y="48196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" name="Oval 472">
                  <a:extLst>
                    <a:ext uri="{FF2B5EF4-FFF2-40B4-BE49-F238E27FC236}">
                      <a16:creationId xmlns:a16="http://schemas.microsoft.com/office/drawing/2014/main" id="{58984460-E7CF-CB72-2E9C-60B2405A56BD}"/>
                    </a:ext>
                  </a:extLst>
                </p:cNvPr>
                <p:cNvSpPr/>
                <p:nvPr/>
              </p:nvSpPr>
              <p:spPr>
                <a:xfrm>
                  <a:off x="1387777" y="60251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4" name="Oval 473">
                  <a:extLst>
                    <a:ext uri="{FF2B5EF4-FFF2-40B4-BE49-F238E27FC236}">
                      <a16:creationId xmlns:a16="http://schemas.microsoft.com/office/drawing/2014/main" id="{B803514A-189C-C432-ABD2-66534F787660}"/>
                    </a:ext>
                  </a:extLst>
                </p:cNvPr>
                <p:cNvSpPr/>
                <p:nvPr/>
              </p:nvSpPr>
              <p:spPr>
                <a:xfrm>
                  <a:off x="1927018" y="557467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5" name="Oval 474">
                  <a:extLst>
                    <a:ext uri="{FF2B5EF4-FFF2-40B4-BE49-F238E27FC236}">
                      <a16:creationId xmlns:a16="http://schemas.microsoft.com/office/drawing/2014/main" id="{2C437D4B-C703-F02C-11FA-26907EF9058E}"/>
                    </a:ext>
                  </a:extLst>
                </p:cNvPr>
                <p:cNvSpPr/>
                <p:nvPr/>
              </p:nvSpPr>
              <p:spPr>
                <a:xfrm>
                  <a:off x="2985223" y="568325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6" name="Oval 475">
                  <a:extLst>
                    <a:ext uri="{FF2B5EF4-FFF2-40B4-BE49-F238E27FC236}">
                      <a16:creationId xmlns:a16="http://schemas.microsoft.com/office/drawing/2014/main" id="{FC60256E-111E-DAE7-A9CD-FC2902A08A98}"/>
                    </a:ext>
                  </a:extLst>
                </p:cNvPr>
                <p:cNvSpPr/>
                <p:nvPr/>
              </p:nvSpPr>
              <p:spPr>
                <a:xfrm>
                  <a:off x="2881161" y="51178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7" name="Oval 476">
                  <a:extLst>
                    <a:ext uri="{FF2B5EF4-FFF2-40B4-BE49-F238E27FC236}">
                      <a16:creationId xmlns:a16="http://schemas.microsoft.com/office/drawing/2014/main" id="{D3ACD7BA-590D-F3D0-ADFE-78ED62C06DFF}"/>
                    </a:ext>
                  </a:extLst>
                </p:cNvPr>
                <p:cNvSpPr/>
                <p:nvPr/>
              </p:nvSpPr>
              <p:spPr>
                <a:xfrm>
                  <a:off x="3465470" y="3678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8" name="Oval 477">
                  <a:extLst>
                    <a:ext uri="{FF2B5EF4-FFF2-40B4-BE49-F238E27FC236}">
                      <a16:creationId xmlns:a16="http://schemas.microsoft.com/office/drawing/2014/main" id="{0A3B203E-6454-7B64-E98F-DA57B63D4CA1}"/>
                    </a:ext>
                  </a:extLst>
                </p:cNvPr>
                <p:cNvSpPr/>
                <p:nvPr/>
              </p:nvSpPr>
              <p:spPr>
                <a:xfrm>
                  <a:off x="3311821" y="352959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9" name="Oval 478">
                  <a:extLst>
                    <a:ext uri="{FF2B5EF4-FFF2-40B4-BE49-F238E27FC236}">
                      <a16:creationId xmlns:a16="http://schemas.microsoft.com/office/drawing/2014/main" id="{7F435B15-3D6E-23A2-A22C-FA1DC03981DB}"/>
                    </a:ext>
                  </a:extLst>
                </p:cNvPr>
                <p:cNvSpPr/>
                <p:nvPr/>
              </p:nvSpPr>
              <p:spPr>
                <a:xfrm>
                  <a:off x="3055208" y="36442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0" name="Oval 479">
                  <a:extLst>
                    <a:ext uri="{FF2B5EF4-FFF2-40B4-BE49-F238E27FC236}">
                      <a16:creationId xmlns:a16="http://schemas.microsoft.com/office/drawing/2014/main" id="{560A6773-C933-528C-C5BF-19AFDCB80902}"/>
                    </a:ext>
                  </a:extLst>
                </p:cNvPr>
                <p:cNvSpPr/>
                <p:nvPr/>
              </p:nvSpPr>
              <p:spPr>
                <a:xfrm>
                  <a:off x="3225957" y="369435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" name="Oval 480">
                  <a:extLst>
                    <a:ext uri="{FF2B5EF4-FFF2-40B4-BE49-F238E27FC236}">
                      <a16:creationId xmlns:a16="http://schemas.microsoft.com/office/drawing/2014/main" id="{450B2B9A-6F3B-6454-A028-549FD85F0B7F}"/>
                    </a:ext>
                  </a:extLst>
                </p:cNvPr>
                <p:cNvSpPr/>
                <p:nvPr/>
              </p:nvSpPr>
              <p:spPr>
                <a:xfrm>
                  <a:off x="3553654" y="344507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2" name="Oval 481">
                  <a:extLst>
                    <a:ext uri="{FF2B5EF4-FFF2-40B4-BE49-F238E27FC236}">
                      <a16:creationId xmlns:a16="http://schemas.microsoft.com/office/drawing/2014/main" id="{0995281E-2A0F-9674-1741-701364F73BFD}"/>
                    </a:ext>
                  </a:extLst>
                </p:cNvPr>
                <p:cNvSpPr/>
                <p:nvPr/>
              </p:nvSpPr>
              <p:spPr>
                <a:xfrm>
                  <a:off x="2208424" y="3601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3" name="Oval 482">
                  <a:extLst>
                    <a:ext uri="{FF2B5EF4-FFF2-40B4-BE49-F238E27FC236}">
                      <a16:creationId xmlns:a16="http://schemas.microsoft.com/office/drawing/2014/main" id="{A68E28DF-C36D-F391-19B2-D4D78729C32C}"/>
                    </a:ext>
                  </a:extLst>
                </p:cNvPr>
                <p:cNvSpPr/>
                <p:nvPr/>
              </p:nvSpPr>
              <p:spPr>
                <a:xfrm>
                  <a:off x="2067110" y="36977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4" name="Oval 483">
                  <a:extLst>
                    <a:ext uri="{FF2B5EF4-FFF2-40B4-BE49-F238E27FC236}">
                      <a16:creationId xmlns:a16="http://schemas.microsoft.com/office/drawing/2014/main" id="{BF2B2374-C5BD-89CC-D119-3CBC583624BC}"/>
                    </a:ext>
                  </a:extLst>
                </p:cNvPr>
                <p:cNvSpPr/>
                <p:nvPr/>
              </p:nvSpPr>
              <p:spPr>
                <a:xfrm>
                  <a:off x="1654527" y="400007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5" name="Oval 484">
                  <a:extLst>
                    <a:ext uri="{FF2B5EF4-FFF2-40B4-BE49-F238E27FC236}">
                      <a16:creationId xmlns:a16="http://schemas.microsoft.com/office/drawing/2014/main" id="{6F62303B-11EB-5B70-635B-67B3592A7180}"/>
                    </a:ext>
                  </a:extLst>
                </p:cNvPr>
                <p:cNvSpPr/>
                <p:nvPr/>
              </p:nvSpPr>
              <p:spPr>
                <a:xfrm>
                  <a:off x="1205547" y="41077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6" name="Oval 485">
                  <a:extLst>
                    <a:ext uri="{FF2B5EF4-FFF2-40B4-BE49-F238E27FC236}">
                      <a16:creationId xmlns:a16="http://schemas.microsoft.com/office/drawing/2014/main" id="{300656AB-B443-6C40-9856-786A5EC7D68B}"/>
                    </a:ext>
                  </a:extLst>
                </p:cNvPr>
                <p:cNvSpPr/>
                <p:nvPr/>
              </p:nvSpPr>
              <p:spPr>
                <a:xfrm>
                  <a:off x="3996405" y="380684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7" name="Oval 486">
                  <a:extLst>
                    <a:ext uri="{FF2B5EF4-FFF2-40B4-BE49-F238E27FC236}">
                      <a16:creationId xmlns:a16="http://schemas.microsoft.com/office/drawing/2014/main" id="{B1648E02-6016-51DD-9C22-EF4C866A5C05}"/>
                    </a:ext>
                  </a:extLst>
                </p:cNvPr>
                <p:cNvSpPr/>
                <p:nvPr/>
              </p:nvSpPr>
              <p:spPr>
                <a:xfrm>
                  <a:off x="4016314" y="402388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8" name="Oval 487">
                  <a:extLst>
                    <a:ext uri="{FF2B5EF4-FFF2-40B4-BE49-F238E27FC236}">
                      <a16:creationId xmlns:a16="http://schemas.microsoft.com/office/drawing/2014/main" id="{D4F63161-9680-5913-8E28-9F8B8C4C1906}"/>
                    </a:ext>
                  </a:extLst>
                </p:cNvPr>
                <p:cNvSpPr/>
                <p:nvPr/>
              </p:nvSpPr>
              <p:spPr>
                <a:xfrm>
                  <a:off x="4478851" y="35707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9" name="Oval 488">
                  <a:extLst>
                    <a:ext uri="{FF2B5EF4-FFF2-40B4-BE49-F238E27FC236}">
                      <a16:creationId xmlns:a16="http://schemas.microsoft.com/office/drawing/2014/main" id="{F09374D0-8142-5CAA-382D-E7A7CC940154}"/>
                    </a:ext>
                  </a:extLst>
                </p:cNvPr>
                <p:cNvSpPr/>
                <p:nvPr/>
              </p:nvSpPr>
              <p:spPr>
                <a:xfrm>
                  <a:off x="4321171" y="446370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0" name="Oval 489">
                  <a:extLst>
                    <a:ext uri="{FF2B5EF4-FFF2-40B4-BE49-F238E27FC236}">
                      <a16:creationId xmlns:a16="http://schemas.microsoft.com/office/drawing/2014/main" id="{6A73D9A6-2BD2-A492-485C-8012261812B4}"/>
                    </a:ext>
                  </a:extLst>
                </p:cNvPr>
                <p:cNvSpPr/>
                <p:nvPr/>
              </p:nvSpPr>
              <p:spPr>
                <a:xfrm>
                  <a:off x="4122818" y="46688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1" name="Oval 490">
                  <a:extLst>
                    <a:ext uri="{FF2B5EF4-FFF2-40B4-BE49-F238E27FC236}">
                      <a16:creationId xmlns:a16="http://schemas.microsoft.com/office/drawing/2014/main" id="{7BCF3D44-0E95-8D5D-8ACE-6B534911D85F}"/>
                    </a:ext>
                  </a:extLst>
                </p:cNvPr>
                <p:cNvSpPr/>
                <p:nvPr/>
              </p:nvSpPr>
              <p:spPr>
                <a:xfrm>
                  <a:off x="3885626" y="4888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" name="Oval 491">
                  <a:extLst>
                    <a:ext uri="{FF2B5EF4-FFF2-40B4-BE49-F238E27FC236}">
                      <a16:creationId xmlns:a16="http://schemas.microsoft.com/office/drawing/2014/main" id="{DD9A9EE0-4780-7AA4-32B8-F8D7277B8AA5}"/>
                    </a:ext>
                  </a:extLst>
                </p:cNvPr>
                <p:cNvSpPr/>
                <p:nvPr/>
              </p:nvSpPr>
              <p:spPr>
                <a:xfrm>
                  <a:off x="4048925" y="52291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3" name="Oval 492">
                  <a:extLst>
                    <a:ext uri="{FF2B5EF4-FFF2-40B4-BE49-F238E27FC236}">
                      <a16:creationId xmlns:a16="http://schemas.microsoft.com/office/drawing/2014/main" id="{2170C8B9-A16B-8B8D-A3E9-3116FF890789}"/>
                    </a:ext>
                  </a:extLst>
                </p:cNvPr>
                <p:cNvSpPr/>
                <p:nvPr/>
              </p:nvSpPr>
              <p:spPr>
                <a:xfrm>
                  <a:off x="3599334" y="55245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4" name="Oval 493">
                  <a:extLst>
                    <a:ext uri="{FF2B5EF4-FFF2-40B4-BE49-F238E27FC236}">
                      <a16:creationId xmlns:a16="http://schemas.microsoft.com/office/drawing/2014/main" id="{5BD2C6EB-E383-2A20-7C95-FE6ABFCC62B7}"/>
                    </a:ext>
                  </a:extLst>
                </p:cNvPr>
                <p:cNvSpPr/>
                <p:nvPr/>
              </p:nvSpPr>
              <p:spPr>
                <a:xfrm>
                  <a:off x="3326233" y="562646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5" name="Oval 494">
                  <a:extLst>
                    <a:ext uri="{FF2B5EF4-FFF2-40B4-BE49-F238E27FC236}">
                      <a16:creationId xmlns:a16="http://schemas.microsoft.com/office/drawing/2014/main" id="{18BBD433-828E-90A3-21B0-DE78E06FAEE1}"/>
                    </a:ext>
                  </a:extLst>
                </p:cNvPr>
                <p:cNvSpPr/>
                <p:nvPr/>
              </p:nvSpPr>
              <p:spPr>
                <a:xfrm>
                  <a:off x="3331607" y="579733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6" name="Oval 495">
                  <a:extLst>
                    <a:ext uri="{FF2B5EF4-FFF2-40B4-BE49-F238E27FC236}">
                      <a16:creationId xmlns:a16="http://schemas.microsoft.com/office/drawing/2014/main" id="{D300F343-F252-AABB-F180-C8632CEAB903}"/>
                    </a:ext>
                  </a:extLst>
                </p:cNvPr>
                <p:cNvSpPr/>
                <p:nvPr/>
              </p:nvSpPr>
              <p:spPr>
                <a:xfrm>
                  <a:off x="3038597" y="5933884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7" name="Oval 496">
                  <a:extLst>
                    <a:ext uri="{FF2B5EF4-FFF2-40B4-BE49-F238E27FC236}">
                      <a16:creationId xmlns:a16="http://schemas.microsoft.com/office/drawing/2014/main" id="{673FEAB5-B8FC-7D89-771C-B1361E61C21B}"/>
                    </a:ext>
                  </a:extLst>
                </p:cNvPr>
                <p:cNvSpPr/>
                <p:nvPr/>
              </p:nvSpPr>
              <p:spPr>
                <a:xfrm>
                  <a:off x="2887146" y="603562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8" name="Oval 497">
                  <a:extLst>
                    <a:ext uri="{FF2B5EF4-FFF2-40B4-BE49-F238E27FC236}">
                      <a16:creationId xmlns:a16="http://schemas.microsoft.com/office/drawing/2014/main" id="{61753D04-B0C9-BA89-8643-B56572C064C1}"/>
                    </a:ext>
                  </a:extLst>
                </p:cNvPr>
                <p:cNvSpPr/>
                <p:nvPr/>
              </p:nvSpPr>
              <p:spPr>
                <a:xfrm>
                  <a:off x="4534302" y="303652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9" name="Oval 498">
                  <a:extLst>
                    <a:ext uri="{FF2B5EF4-FFF2-40B4-BE49-F238E27FC236}">
                      <a16:creationId xmlns:a16="http://schemas.microsoft.com/office/drawing/2014/main" id="{C29103D6-10A5-4CAF-E9AD-C521A80DB7F6}"/>
                    </a:ext>
                  </a:extLst>
                </p:cNvPr>
                <p:cNvSpPr/>
                <p:nvPr/>
              </p:nvSpPr>
              <p:spPr>
                <a:xfrm>
                  <a:off x="4520012" y="2757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0" name="Oval 499">
                  <a:extLst>
                    <a:ext uri="{FF2B5EF4-FFF2-40B4-BE49-F238E27FC236}">
                      <a16:creationId xmlns:a16="http://schemas.microsoft.com/office/drawing/2014/main" id="{0080DCC8-BB8D-6ED7-4324-1C5AF0E4B7AC}"/>
                    </a:ext>
                  </a:extLst>
                </p:cNvPr>
                <p:cNvSpPr/>
                <p:nvPr/>
              </p:nvSpPr>
              <p:spPr>
                <a:xfrm>
                  <a:off x="4440133" y="23334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1" name="Oval 500">
                  <a:extLst>
                    <a:ext uri="{FF2B5EF4-FFF2-40B4-BE49-F238E27FC236}">
                      <a16:creationId xmlns:a16="http://schemas.microsoft.com/office/drawing/2014/main" id="{6432CDA9-D6FF-2873-29A9-7E9C7B61B1F2}"/>
                    </a:ext>
                  </a:extLst>
                </p:cNvPr>
                <p:cNvSpPr/>
                <p:nvPr/>
              </p:nvSpPr>
              <p:spPr>
                <a:xfrm>
                  <a:off x="4246911" y="21221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" name="Oval 501">
                  <a:extLst>
                    <a:ext uri="{FF2B5EF4-FFF2-40B4-BE49-F238E27FC236}">
                      <a16:creationId xmlns:a16="http://schemas.microsoft.com/office/drawing/2014/main" id="{39B30F6C-7771-73D1-7C92-8A696CD8BEDF}"/>
                    </a:ext>
                  </a:extLst>
                </p:cNvPr>
                <p:cNvSpPr/>
                <p:nvPr/>
              </p:nvSpPr>
              <p:spPr>
                <a:xfrm>
                  <a:off x="4264376" y="255041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3" name="Oval 502">
                  <a:extLst>
                    <a:ext uri="{FF2B5EF4-FFF2-40B4-BE49-F238E27FC236}">
                      <a16:creationId xmlns:a16="http://schemas.microsoft.com/office/drawing/2014/main" id="{6363866B-A187-C331-B4E2-598B4BB028A7}"/>
                    </a:ext>
                  </a:extLst>
                </p:cNvPr>
                <p:cNvSpPr/>
                <p:nvPr/>
              </p:nvSpPr>
              <p:spPr>
                <a:xfrm>
                  <a:off x="4231399" y="24474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4" name="Oval 503">
                  <a:extLst>
                    <a:ext uri="{FF2B5EF4-FFF2-40B4-BE49-F238E27FC236}">
                      <a16:creationId xmlns:a16="http://schemas.microsoft.com/office/drawing/2014/main" id="{77DC7F70-C143-6E10-D1F2-D8F90B6351C1}"/>
                    </a:ext>
                  </a:extLst>
                </p:cNvPr>
                <p:cNvSpPr/>
                <p:nvPr/>
              </p:nvSpPr>
              <p:spPr>
                <a:xfrm>
                  <a:off x="3947794" y="18015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5" name="Oval 504">
                  <a:extLst>
                    <a:ext uri="{FF2B5EF4-FFF2-40B4-BE49-F238E27FC236}">
                      <a16:creationId xmlns:a16="http://schemas.microsoft.com/office/drawing/2014/main" id="{BC9EE60A-141A-1D6D-179F-B7A6FCEEF4F6}"/>
                    </a:ext>
                  </a:extLst>
                </p:cNvPr>
                <p:cNvSpPr/>
                <p:nvPr/>
              </p:nvSpPr>
              <p:spPr>
                <a:xfrm>
                  <a:off x="3653563" y="146594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6" name="Oval 505">
                  <a:extLst>
                    <a:ext uri="{FF2B5EF4-FFF2-40B4-BE49-F238E27FC236}">
                      <a16:creationId xmlns:a16="http://schemas.microsoft.com/office/drawing/2014/main" id="{9E98F8E5-E874-985B-036E-3993F99D35FD}"/>
                    </a:ext>
                  </a:extLst>
                </p:cNvPr>
                <p:cNvSpPr/>
                <p:nvPr/>
              </p:nvSpPr>
              <p:spPr>
                <a:xfrm>
                  <a:off x="3903092" y="14523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7" name="Oval 506">
                  <a:extLst>
                    <a:ext uri="{FF2B5EF4-FFF2-40B4-BE49-F238E27FC236}">
                      <a16:creationId xmlns:a16="http://schemas.microsoft.com/office/drawing/2014/main" id="{6ED602FB-D46B-2F55-D161-998BE5DACBA2}"/>
                    </a:ext>
                  </a:extLst>
                </p:cNvPr>
                <p:cNvSpPr/>
                <p:nvPr/>
              </p:nvSpPr>
              <p:spPr>
                <a:xfrm>
                  <a:off x="3717564" y="12426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8" name="Oval 507">
                  <a:extLst>
                    <a:ext uri="{FF2B5EF4-FFF2-40B4-BE49-F238E27FC236}">
                      <a16:creationId xmlns:a16="http://schemas.microsoft.com/office/drawing/2014/main" id="{B60D9F6B-45AD-879E-098B-53FEFE6E053A}"/>
                    </a:ext>
                  </a:extLst>
                </p:cNvPr>
                <p:cNvSpPr/>
                <p:nvPr/>
              </p:nvSpPr>
              <p:spPr>
                <a:xfrm>
                  <a:off x="3291912" y="82117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9" name="Oval 508">
                  <a:extLst>
                    <a:ext uri="{FF2B5EF4-FFF2-40B4-BE49-F238E27FC236}">
                      <a16:creationId xmlns:a16="http://schemas.microsoft.com/office/drawing/2014/main" id="{F6A69AE8-001B-F68E-12AD-A3365A46F6D1}"/>
                    </a:ext>
                  </a:extLst>
                </p:cNvPr>
                <p:cNvSpPr/>
                <p:nvPr/>
              </p:nvSpPr>
              <p:spPr>
                <a:xfrm>
                  <a:off x="2800306" y="68878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0" name="Oval 509">
                  <a:extLst>
                    <a:ext uri="{FF2B5EF4-FFF2-40B4-BE49-F238E27FC236}">
                      <a16:creationId xmlns:a16="http://schemas.microsoft.com/office/drawing/2014/main" id="{C16EF56D-9251-33EC-E8FA-D9A16A511622}"/>
                    </a:ext>
                  </a:extLst>
                </p:cNvPr>
                <p:cNvSpPr/>
                <p:nvPr/>
              </p:nvSpPr>
              <p:spPr>
                <a:xfrm>
                  <a:off x="3280187" y="109757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1" name="Oval 510">
                  <a:extLst>
                    <a:ext uri="{FF2B5EF4-FFF2-40B4-BE49-F238E27FC236}">
                      <a16:creationId xmlns:a16="http://schemas.microsoft.com/office/drawing/2014/main" id="{BF319707-1693-5C49-A230-5E63A499D4AD}"/>
                    </a:ext>
                  </a:extLst>
                </p:cNvPr>
                <p:cNvSpPr/>
                <p:nvPr/>
              </p:nvSpPr>
              <p:spPr>
                <a:xfrm>
                  <a:off x="1842987" y="41519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" name="Oval 511">
                  <a:extLst>
                    <a:ext uri="{FF2B5EF4-FFF2-40B4-BE49-F238E27FC236}">
                      <a16:creationId xmlns:a16="http://schemas.microsoft.com/office/drawing/2014/main" id="{E7D0E37C-0C07-1E99-692C-FCE0F457E939}"/>
                    </a:ext>
                  </a:extLst>
                </p:cNvPr>
                <p:cNvSpPr/>
                <p:nvPr/>
              </p:nvSpPr>
              <p:spPr>
                <a:xfrm>
                  <a:off x="1616542" y="48358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3" name="Oval 512">
                  <a:extLst>
                    <a:ext uri="{FF2B5EF4-FFF2-40B4-BE49-F238E27FC236}">
                      <a16:creationId xmlns:a16="http://schemas.microsoft.com/office/drawing/2014/main" id="{7AC4996C-689B-1054-1370-0DB04FF70AAD}"/>
                    </a:ext>
                  </a:extLst>
                </p:cNvPr>
                <p:cNvSpPr/>
                <p:nvPr/>
              </p:nvSpPr>
              <p:spPr>
                <a:xfrm>
                  <a:off x="2040606" y="47479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4" name="Oval 513">
                  <a:extLst>
                    <a:ext uri="{FF2B5EF4-FFF2-40B4-BE49-F238E27FC236}">
                      <a16:creationId xmlns:a16="http://schemas.microsoft.com/office/drawing/2014/main" id="{7B94E7CD-87C1-F815-DFA1-3C1522B56930}"/>
                    </a:ext>
                  </a:extLst>
                </p:cNvPr>
                <p:cNvSpPr/>
                <p:nvPr/>
              </p:nvSpPr>
              <p:spPr>
                <a:xfrm>
                  <a:off x="1353090" y="35607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5" name="Oval 514">
                  <a:extLst>
                    <a:ext uri="{FF2B5EF4-FFF2-40B4-BE49-F238E27FC236}">
                      <a16:creationId xmlns:a16="http://schemas.microsoft.com/office/drawing/2014/main" id="{CBDF9EDC-2033-6929-EA91-9A5938A3B73D}"/>
                    </a:ext>
                  </a:extLst>
                </p:cNvPr>
                <p:cNvSpPr/>
                <p:nvPr/>
              </p:nvSpPr>
              <p:spPr>
                <a:xfrm>
                  <a:off x="80044" y="7158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" name="Oval 515">
                  <a:extLst>
                    <a:ext uri="{FF2B5EF4-FFF2-40B4-BE49-F238E27FC236}">
                      <a16:creationId xmlns:a16="http://schemas.microsoft.com/office/drawing/2014/main" id="{6CBE4D26-7CA3-3D98-6A3E-58C155C47EBF}"/>
                    </a:ext>
                  </a:extLst>
                </p:cNvPr>
                <p:cNvSpPr/>
                <p:nvPr/>
              </p:nvSpPr>
              <p:spPr>
                <a:xfrm>
                  <a:off x="397114" y="55418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" name="Oval 516">
                  <a:extLst>
                    <a:ext uri="{FF2B5EF4-FFF2-40B4-BE49-F238E27FC236}">
                      <a16:creationId xmlns:a16="http://schemas.microsoft.com/office/drawing/2014/main" id="{7ABE3F82-6A5E-F6CE-367E-7BD47478DAE0}"/>
                    </a:ext>
                  </a:extLst>
                </p:cNvPr>
                <p:cNvSpPr/>
                <p:nvPr/>
              </p:nvSpPr>
              <p:spPr>
                <a:xfrm>
                  <a:off x="729575" y="61855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8" name="Oval 517">
                  <a:extLst>
                    <a:ext uri="{FF2B5EF4-FFF2-40B4-BE49-F238E27FC236}">
                      <a16:creationId xmlns:a16="http://schemas.microsoft.com/office/drawing/2014/main" id="{BC26C966-AB7A-0DF3-60A9-2FD916A23E0F}"/>
                    </a:ext>
                  </a:extLst>
                </p:cNvPr>
                <p:cNvSpPr/>
                <p:nvPr/>
              </p:nvSpPr>
              <p:spPr>
                <a:xfrm>
                  <a:off x="-681609" y="1555718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9" name="Oval 518">
                  <a:extLst>
                    <a:ext uri="{FF2B5EF4-FFF2-40B4-BE49-F238E27FC236}">
                      <a16:creationId xmlns:a16="http://schemas.microsoft.com/office/drawing/2014/main" id="{DD4A6180-FA75-CE73-10D5-A7A5419E77D9}"/>
                    </a:ext>
                  </a:extLst>
                </p:cNvPr>
                <p:cNvSpPr/>
                <p:nvPr/>
              </p:nvSpPr>
              <p:spPr>
                <a:xfrm>
                  <a:off x="-316049" y="112225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0" name="Oval 519">
                  <a:extLst>
                    <a:ext uri="{FF2B5EF4-FFF2-40B4-BE49-F238E27FC236}">
                      <a16:creationId xmlns:a16="http://schemas.microsoft.com/office/drawing/2014/main" id="{B3F53D60-B33B-34F9-3D8B-CC870D616319}"/>
                    </a:ext>
                  </a:extLst>
                </p:cNvPr>
                <p:cNvSpPr/>
                <p:nvPr/>
              </p:nvSpPr>
              <p:spPr>
                <a:xfrm>
                  <a:off x="-625059" y="1437367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1" name="Oval 520">
                  <a:extLst>
                    <a:ext uri="{FF2B5EF4-FFF2-40B4-BE49-F238E27FC236}">
                      <a16:creationId xmlns:a16="http://schemas.microsoft.com/office/drawing/2014/main" id="{603785D1-64C4-081F-A2AB-68F3294F4438}"/>
                    </a:ext>
                  </a:extLst>
                </p:cNvPr>
                <p:cNvSpPr/>
                <p:nvPr/>
              </p:nvSpPr>
              <p:spPr>
                <a:xfrm>
                  <a:off x="-921977" y="1745399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" name="Oval 521">
                  <a:extLst>
                    <a:ext uri="{FF2B5EF4-FFF2-40B4-BE49-F238E27FC236}">
                      <a16:creationId xmlns:a16="http://schemas.microsoft.com/office/drawing/2014/main" id="{767C893E-8262-035C-FB08-89191103032A}"/>
                    </a:ext>
                  </a:extLst>
                </p:cNvPr>
                <p:cNvSpPr/>
                <p:nvPr/>
              </p:nvSpPr>
              <p:spPr>
                <a:xfrm>
                  <a:off x="-905733" y="144359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3" name="Oval 522">
                  <a:extLst>
                    <a:ext uri="{FF2B5EF4-FFF2-40B4-BE49-F238E27FC236}">
                      <a16:creationId xmlns:a16="http://schemas.microsoft.com/office/drawing/2014/main" id="{1D59176C-DF12-B717-A993-08A59C55A2DA}"/>
                    </a:ext>
                  </a:extLst>
                </p:cNvPr>
                <p:cNvSpPr/>
                <p:nvPr/>
              </p:nvSpPr>
              <p:spPr>
                <a:xfrm>
                  <a:off x="-1300850" y="234986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4" name="Oval 523">
                  <a:extLst>
                    <a:ext uri="{FF2B5EF4-FFF2-40B4-BE49-F238E27FC236}">
                      <a16:creationId xmlns:a16="http://schemas.microsoft.com/office/drawing/2014/main" id="{EEDBE725-D0C5-CA07-9409-04E92DDA5944}"/>
                    </a:ext>
                  </a:extLst>
                </p:cNvPr>
                <p:cNvSpPr/>
                <p:nvPr/>
              </p:nvSpPr>
              <p:spPr>
                <a:xfrm>
                  <a:off x="-1308911" y="280592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5" name="Oval 524">
                  <a:extLst>
                    <a:ext uri="{FF2B5EF4-FFF2-40B4-BE49-F238E27FC236}">
                      <a16:creationId xmlns:a16="http://schemas.microsoft.com/office/drawing/2014/main" id="{2397E374-B899-3FAF-16F6-21183B356D8B}"/>
                    </a:ext>
                  </a:extLst>
                </p:cNvPr>
                <p:cNvSpPr/>
                <p:nvPr/>
              </p:nvSpPr>
              <p:spPr>
                <a:xfrm>
                  <a:off x="-1544393" y="367701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6" name="Oval 525">
                  <a:extLst>
                    <a:ext uri="{FF2B5EF4-FFF2-40B4-BE49-F238E27FC236}">
                      <a16:creationId xmlns:a16="http://schemas.microsoft.com/office/drawing/2014/main" id="{1F65827B-761F-85C0-B65A-5BC8CACF418F}"/>
                    </a:ext>
                  </a:extLst>
                </p:cNvPr>
                <p:cNvSpPr/>
                <p:nvPr/>
              </p:nvSpPr>
              <p:spPr>
                <a:xfrm>
                  <a:off x="-1428240" y="3496983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27" name="Graphic 5">
                <a:extLst>
                  <a:ext uri="{FF2B5EF4-FFF2-40B4-BE49-F238E27FC236}">
                    <a16:creationId xmlns:a16="http://schemas.microsoft.com/office/drawing/2014/main" id="{750B39B0-8039-F221-E314-720042D8934A}"/>
                  </a:ext>
                </a:extLst>
              </p:cNvPr>
              <p:cNvGrpSpPr/>
              <p:nvPr/>
            </p:nvGrpSpPr>
            <p:grpSpPr>
              <a:xfrm>
                <a:off x="2454044" y="6616881"/>
                <a:ext cx="622132" cy="678438"/>
                <a:chOff x="2454044" y="6616881"/>
                <a:chExt cx="622132" cy="678438"/>
              </a:xfrm>
            </p:grpSpPr>
            <p:sp>
              <p:nvSpPr>
                <p:cNvPr id="528" name="Oval 527">
                  <a:extLst>
                    <a:ext uri="{FF2B5EF4-FFF2-40B4-BE49-F238E27FC236}">
                      <a16:creationId xmlns:a16="http://schemas.microsoft.com/office/drawing/2014/main" id="{E9A579F7-641C-3065-49FF-A9A36299147E}"/>
                    </a:ext>
                  </a:extLst>
                </p:cNvPr>
                <p:cNvSpPr/>
                <p:nvPr/>
              </p:nvSpPr>
              <p:spPr>
                <a:xfrm>
                  <a:off x="2454044" y="6797890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9" name="Oval 528">
                  <a:extLst>
                    <a:ext uri="{FF2B5EF4-FFF2-40B4-BE49-F238E27FC236}">
                      <a16:creationId xmlns:a16="http://schemas.microsoft.com/office/drawing/2014/main" id="{0515BB42-5EAA-B085-1206-65B133126D5B}"/>
                    </a:ext>
                  </a:extLst>
                </p:cNvPr>
                <p:cNvSpPr/>
                <p:nvPr/>
              </p:nvSpPr>
              <p:spPr>
                <a:xfrm>
                  <a:off x="2624671" y="6945555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0" name="Oval 529">
                  <a:extLst>
                    <a:ext uri="{FF2B5EF4-FFF2-40B4-BE49-F238E27FC236}">
                      <a16:creationId xmlns:a16="http://schemas.microsoft.com/office/drawing/2014/main" id="{B14D1C1D-9B99-1C0E-BD3C-939DB6E230D0}"/>
                    </a:ext>
                  </a:extLst>
                </p:cNvPr>
                <p:cNvSpPr/>
                <p:nvPr/>
              </p:nvSpPr>
              <p:spPr>
                <a:xfrm>
                  <a:off x="2689526" y="706354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1" name="Oval 530">
                  <a:extLst>
                    <a:ext uri="{FF2B5EF4-FFF2-40B4-BE49-F238E27FC236}">
                      <a16:creationId xmlns:a16="http://schemas.microsoft.com/office/drawing/2014/main" id="{9FAAF803-5165-9682-36AD-E86C5A59C313}"/>
                    </a:ext>
                  </a:extLst>
                </p:cNvPr>
                <p:cNvSpPr/>
                <p:nvPr/>
              </p:nvSpPr>
              <p:spPr>
                <a:xfrm>
                  <a:off x="2749374" y="71823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2" name="Oval 531">
                  <a:extLst>
                    <a:ext uri="{FF2B5EF4-FFF2-40B4-BE49-F238E27FC236}">
                      <a16:creationId xmlns:a16="http://schemas.microsoft.com/office/drawing/2014/main" id="{BC97E660-0E56-42BE-7A29-3EAB7C37A9BD}"/>
                    </a:ext>
                  </a:extLst>
                </p:cNvPr>
                <p:cNvSpPr/>
                <p:nvPr/>
              </p:nvSpPr>
              <p:spPr>
                <a:xfrm>
                  <a:off x="2854291" y="7265802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3" name="Oval 532">
                  <a:extLst>
                    <a:ext uri="{FF2B5EF4-FFF2-40B4-BE49-F238E27FC236}">
                      <a16:creationId xmlns:a16="http://schemas.microsoft.com/office/drawing/2014/main" id="{DA3E882F-69F9-8310-2980-FCE5066E7672}"/>
                    </a:ext>
                  </a:extLst>
                </p:cNvPr>
                <p:cNvSpPr/>
                <p:nvPr/>
              </p:nvSpPr>
              <p:spPr>
                <a:xfrm>
                  <a:off x="2866383" y="6616881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4" name="Oval 533">
                  <a:extLst>
                    <a:ext uri="{FF2B5EF4-FFF2-40B4-BE49-F238E27FC236}">
                      <a16:creationId xmlns:a16="http://schemas.microsoft.com/office/drawing/2014/main" id="{24E93BEA-7AAE-A5A0-6142-4462BAC2EE67}"/>
                    </a:ext>
                  </a:extLst>
                </p:cNvPr>
                <p:cNvSpPr/>
                <p:nvPr/>
              </p:nvSpPr>
              <p:spPr>
                <a:xfrm>
                  <a:off x="3046659" y="7234656"/>
                  <a:ext cx="29518" cy="29518"/>
                </a:xfrm>
                <a:prstGeom prst="ellipse">
                  <a:avLst/>
                </a:prstGeom>
                <a:solidFill>
                  <a:srgbClr val="BCBEC0"/>
                </a:solidFill>
                <a:ln w="646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35" name="Graphic 5">
            <a:extLst>
              <a:ext uri="{FF2B5EF4-FFF2-40B4-BE49-F238E27FC236}">
                <a16:creationId xmlns:a16="http://schemas.microsoft.com/office/drawing/2014/main" id="{E8C305CF-D967-9353-E1FD-7841D2FAE7E1}"/>
              </a:ext>
            </a:extLst>
          </p:cNvPr>
          <p:cNvGrpSpPr/>
          <p:nvPr/>
        </p:nvGrpSpPr>
        <p:grpSpPr>
          <a:xfrm>
            <a:off x="1043103" y="1057028"/>
            <a:ext cx="996159" cy="2820904"/>
            <a:chOff x="1043103" y="1057028"/>
            <a:chExt cx="996159" cy="2820904"/>
          </a:xfrm>
        </p:grpSpPr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7E70EF41-5A68-B8F7-FB1A-AB6FCD776082}"/>
                </a:ext>
              </a:extLst>
            </p:cNvPr>
            <p:cNvSpPr/>
            <p:nvPr/>
          </p:nvSpPr>
          <p:spPr>
            <a:xfrm>
              <a:off x="1043103" y="1057028"/>
              <a:ext cx="996159" cy="2820904"/>
            </a:xfrm>
            <a:custGeom>
              <a:avLst/>
              <a:gdLst>
                <a:gd name="csX0" fmla="*/ 570874 w 996159"/>
                <a:gd name="csY0" fmla="*/ 1830119 h 2820904"/>
                <a:gd name="csX1" fmla="*/ 548523 w 996159"/>
                <a:gd name="csY1" fmla="*/ 70107 h 2820904"/>
                <a:gd name="csX2" fmla="*/ 548279 w 996159"/>
                <a:gd name="csY2" fmla="*/ 70107 h 2820904"/>
                <a:gd name="csX3" fmla="*/ 500889 w 996159"/>
                <a:gd name="csY3" fmla="*/ 0 h 2820904"/>
                <a:gd name="csX4" fmla="*/ 453499 w 996159"/>
                <a:gd name="csY4" fmla="*/ 70107 h 2820904"/>
                <a:gd name="csX5" fmla="*/ 453255 w 996159"/>
                <a:gd name="csY5" fmla="*/ 70107 h 2820904"/>
                <a:gd name="csX6" fmla="*/ 425408 w 996159"/>
                <a:gd name="csY6" fmla="*/ 1830119 h 2820904"/>
                <a:gd name="csX7" fmla="*/ 0 w 996159"/>
                <a:gd name="csY7" fmla="*/ 2322825 h 2820904"/>
                <a:gd name="csX8" fmla="*/ 498080 w 996159"/>
                <a:gd name="csY8" fmla="*/ 2820904 h 2820904"/>
                <a:gd name="csX9" fmla="*/ 996159 w 996159"/>
                <a:gd name="csY9" fmla="*/ 2322825 h 2820904"/>
                <a:gd name="csX10" fmla="*/ 570874 w 996159"/>
                <a:gd name="csY10" fmla="*/ 1830119 h 28209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96159" h="2820904">
                  <a:moveTo>
                    <a:pt x="570874" y="1830119"/>
                  </a:moveTo>
                  <a:lnTo>
                    <a:pt x="548523" y="70107"/>
                  </a:lnTo>
                  <a:lnTo>
                    <a:pt x="548279" y="70107"/>
                  </a:lnTo>
                  <a:cubicBezTo>
                    <a:pt x="545836" y="15145"/>
                    <a:pt x="525561" y="0"/>
                    <a:pt x="500889" y="0"/>
                  </a:cubicBezTo>
                  <a:cubicBezTo>
                    <a:pt x="476217" y="0"/>
                    <a:pt x="456064" y="15145"/>
                    <a:pt x="453499" y="70107"/>
                  </a:cubicBezTo>
                  <a:lnTo>
                    <a:pt x="453255" y="70107"/>
                  </a:lnTo>
                  <a:lnTo>
                    <a:pt x="425408" y="1830119"/>
                  </a:lnTo>
                  <a:cubicBezTo>
                    <a:pt x="184795" y="1865295"/>
                    <a:pt x="0" y="2072441"/>
                    <a:pt x="0" y="2322825"/>
                  </a:cubicBezTo>
                  <a:cubicBezTo>
                    <a:pt x="0" y="2597880"/>
                    <a:pt x="223024" y="2820904"/>
                    <a:pt x="498080" y="2820904"/>
                  </a:cubicBezTo>
                  <a:cubicBezTo>
                    <a:pt x="773135" y="2820904"/>
                    <a:pt x="996159" y="2597880"/>
                    <a:pt x="996159" y="2322825"/>
                  </a:cubicBezTo>
                  <a:cubicBezTo>
                    <a:pt x="996159" y="2072441"/>
                    <a:pt x="811364" y="1865295"/>
                    <a:pt x="570874" y="1830119"/>
                  </a:cubicBezTo>
                  <a:close/>
                </a:path>
              </a:pathLst>
            </a:custGeom>
            <a:solidFill>
              <a:srgbClr val="A4282C"/>
            </a:solidFill>
            <a:ln w="1220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0B6B1908-AF92-D401-FD95-E7B4B184632A}"/>
                </a:ext>
              </a:extLst>
            </p:cNvPr>
            <p:cNvSpPr/>
            <p:nvPr/>
          </p:nvSpPr>
          <p:spPr>
            <a:xfrm>
              <a:off x="1174768" y="3013438"/>
              <a:ext cx="732829" cy="732829"/>
            </a:xfrm>
            <a:prstGeom prst="ellipse">
              <a:avLst/>
            </a:prstGeom>
            <a:noFill/>
            <a:ln w="48808" cap="flat">
              <a:solidFill>
                <a:srgbClr val="87151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8EC65A87-93C4-F43D-7695-8A454872E51C}"/>
              </a:ext>
            </a:extLst>
          </p:cNvPr>
          <p:cNvSpPr/>
          <p:nvPr/>
        </p:nvSpPr>
        <p:spPr>
          <a:xfrm>
            <a:off x="-2467126" y="3105639"/>
            <a:ext cx="1543815" cy="340534"/>
          </a:xfrm>
          <a:custGeom>
            <a:avLst/>
            <a:gdLst>
              <a:gd name="csX0" fmla="*/ 1436568 w 1543815"/>
              <a:gd name="csY0" fmla="*/ 148534 h 340534"/>
              <a:gd name="csX1" fmla="*/ 1436568 w 1543815"/>
              <a:gd name="csY1" fmla="*/ 147923 h 340534"/>
              <a:gd name="csX2" fmla="*/ 1422888 w 1543815"/>
              <a:gd name="csY2" fmla="*/ 146335 h 340534"/>
              <a:gd name="csX3" fmla="*/ 1422888 w 1543815"/>
              <a:gd name="csY3" fmla="*/ 146335 h 340534"/>
              <a:gd name="csX4" fmla="*/ 130910 w 1543815"/>
              <a:gd name="csY4" fmla="*/ 869 h 340534"/>
              <a:gd name="csX5" fmla="*/ 711 w 1543815"/>
              <a:gd name="csY5" fmla="*/ 84045 h 340534"/>
              <a:gd name="csX6" fmla="*/ 104651 w 1543815"/>
              <a:gd name="csY6" fmla="*/ 193480 h 340534"/>
              <a:gd name="csX7" fmla="*/ 1410430 w 1543815"/>
              <a:gd name="csY7" fmla="*/ 340535 h 340534"/>
              <a:gd name="csX8" fmla="*/ 1410430 w 1543815"/>
              <a:gd name="csY8" fmla="*/ 339924 h 340534"/>
              <a:gd name="csX9" fmla="*/ 1543194 w 1543815"/>
              <a:gd name="csY9" fmla="*/ 257603 h 340534"/>
              <a:gd name="csX10" fmla="*/ 1436568 w 1543815"/>
              <a:gd name="csY10" fmla="*/ 148411 h 340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3815" h="340534">
                <a:moveTo>
                  <a:pt x="1436568" y="148534"/>
                </a:moveTo>
                <a:lnTo>
                  <a:pt x="1436568" y="147923"/>
                </a:lnTo>
                <a:cubicBezTo>
                  <a:pt x="1436568" y="147923"/>
                  <a:pt x="1422888" y="146335"/>
                  <a:pt x="1422888" y="146335"/>
                </a:cubicBezTo>
                <a:lnTo>
                  <a:pt x="1422888" y="146335"/>
                </a:lnTo>
                <a:cubicBezTo>
                  <a:pt x="1422888" y="146335"/>
                  <a:pt x="130910" y="869"/>
                  <a:pt x="130910" y="869"/>
                </a:cubicBezTo>
                <a:cubicBezTo>
                  <a:pt x="68253" y="-6216"/>
                  <a:pt x="7917" y="30792"/>
                  <a:pt x="711" y="84045"/>
                </a:cubicBezTo>
                <a:cubicBezTo>
                  <a:pt x="-6495" y="137175"/>
                  <a:pt x="41994" y="186519"/>
                  <a:pt x="104651" y="193480"/>
                </a:cubicBezTo>
                <a:lnTo>
                  <a:pt x="1410430" y="340535"/>
                </a:lnTo>
                <a:lnTo>
                  <a:pt x="1410430" y="339924"/>
                </a:lnTo>
                <a:cubicBezTo>
                  <a:pt x="1476629" y="342245"/>
                  <a:pt x="1536477" y="307435"/>
                  <a:pt x="1543194" y="257603"/>
                </a:cubicBezTo>
                <a:cubicBezTo>
                  <a:pt x="1549912" y="207893"/>
                  <a:pt x="1501301" y="160869"/>
                  <a:pt x="1436568" y="148411"/>
                </a:cubicBezTo>
                <a:close/>
              </a:path>
            </a:pathLst>
          </a:custGeom>
          <a:solidFill>
            <a:srgbClr val="74C7A8"/>
          </a:solidFill>
          <a:ln w="1220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5D954B-6462-E4A9-3E69-FFCFC7D7F477}"/>
              </a:ext>
            </a:extLst>
          </p:cNvPr>
          <p:cNvGrpSpPr/>
          <p:nvPr/>
        </p:nvGrpSpPr>
        <p:grpSpPr>
          <a:xfrm>
            <a:off x="6338115" y="2606186"/>
            <a:ext cx="5141600" cy="1645628"/>
            <a:chOff x="7282758" y="1796145"/>
            <a:chExt cx="6442943" cy="164562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7376CE-A36E-82DC-254C-88106A07C3F5}"/>
                </a:ext>
              </a:extLst>
            </p:cNvPr>
            <p:cNvSpPr txBox="1"/>
            <p:nvPr/>
          </p:nvSpPr>
          <p:spPr>
            <a:xfrm>
              <a:off x="7282758" y="1796145"/>
              <a:ext cx="64429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See it Yourself: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7E01F1A-03D6-0478-AC17-F638432AB665}"/>
                </a:ext>
              </a:extLst>
            </p:cNvPr>
            <p:cNvSpPr txBox="1"/>
            <p:nvPr/>
          </p:nvSpPr>
          <p:spPr>
            <a:xfrm>
              <a:off x="7527772" y="2918553"/>
              <a:ext cx="47986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7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http://127.0.0.1:5000</a:t>
              </a:r>
              <a:endParaRPr lang="en-US" sz="2800" dirty="0">
                <a:solidFill>
                  <a:schemeClr val="bg2">
                    <a:lumMod val="7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</p:txBody>
        </p:sp>
      </p:grpSp>
      <p:grpSp>
        <p:nvGrpSpPr>
          <p:cNvPr id="539" name="Group 538">
            <a:extLst>
              <a:ext uri="{FF2B5EF4-FFF2-40B4-BE49-F238E27FC236}">
                <a16:creationId xmlns:a16="http://schemas.microsoft.com/office/drawing/2014/main" id="{C2B70F15-C354-7E1D-1B12-0EC19F61A9D8}"/>
              </a:ext>
            </a:extLst>
          </p:cNvPr>
          <p:cNvGrpSpPr/>
          <p:nvPr/>
        </p:nvGrpSpPr>
        <p:grpSpPr>
          <a:xfrm rot="20430459">
            <a:off x="4964545" y="-7015841"/>
            <a:ext cx="5419100" cy="4754079"/>
            <a:chOff x="6366648" y="1796145"/>
            <a:chExt cx="6790679" cy="4754079"/>
          </a:xfrm>
        </p:grpSpPr>
        <p:sp>
          <p:nvSpPr>
            <p:cNvPr id="540" name="TextBox 539">
              <a:extLst>
                <a:ext uri="{FF2B5EF4-FFF2-40B4-BE49-F238E27FC236}">
                  <a16:creationId xmlns:a16="http://schemas.microsoft.com/office/drawing/2014/main" id="{294FB97E-5A12-EF4C-B76D-6D01DD72223F}"/>
                </a:ext>
              </a:extLst>
            </p:cNvPr>
            <p:cNvSpPr txBox="1"/>
            <p:nvPr/>
          </p:nvSpPr>
          <p:spPr>
            <a:xfrm>
              <a:off x="7282758" y="1796145"/>
              <a:ext cx="58745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bg1"/>
                  </a:solidFill>
                  <a:latin typeface="PT Serif" panose="020A0603040505020204" pitchFamily="18" charset="77"/>
                </a:rPr>
                <a:t>Best Model</a:t>
              </a:r>
            </a:p>
          </p:txBody>
        </p:sp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id="{DEE1AA48-2AAF-29B0-2F70-D370F09D6FBD}"/>
                </a:ext>
              </a:extLst>
            </p:cNvPr>
            <p:cNvSpPr txBox="1"/>
            <p:nvPr/>
          </p:nvSpPr>
          <p:spPr>
            <a:xfrm>
              <a:off x="6366648" y="2764572"/>
              <a:ext cx="5235615" cy="3785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MAE: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13.31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Pearson (r): 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0.805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Within-Blue Acc:  </a:t>
              </a:r>
              <a:r>
                <a:rPr lang="en-US" sz="20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23.75%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Within-Orange Acc:  </a:t>
              </a:r>
              <a:r>
                <a:rPr lang="en-US" sz="20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60.00%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r>
                <a:rPr lang="en-US" sz="2000" b="1" dirty="0">
                  <a:solidFill>
                    <a:schemeClr val="bg1">
                      <a:lumMod val="85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Within-Yellow Acc: </a:t>
              </a:r>
              <a:r>
                <a:rPr lang="en-US" sz="2000" dirty="0">
                  <a:solidFill>
                    <a:schemeClr val="accent4">
                      <a:lumMod val="40000"/>
                      <a:lumOff val="60000"/>
                    </a:schemeClr>
                  </a:solidFill>
                  <a:latin typeface="Euphemia UCAS" panose="020B0503040102020104" pitchFamily="34" charset="-79"/>
                  <a:cs typeface="Euphemia UCAS" panose="020B0503040102020104" pitchFamily="34" charset="-79"/>
                </a:rPr>
                <a:t>76.67%</a:t>
              </a: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  <a:p>
              <a:endParaRPr lang="en-US" sz="2000" dirty="0">
                <a:solidFill>
                  <a:schemeClr val="bg1">
                    <a:lumMod val="85000"/>
                  </a:schemeClr>
                </a:solidFill>
                <a:latin typeface="Euphemia UCAS" panose="020B0503040102020104" pitchFamily="34" charset="-79"/>
                <a:cs typeface="Euphemia UCAS" panose="020B0503040102020104" pitchFamily="34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44309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478</Words>
  <Application>Microsoft Macintosh PowerPoint</Application>
  <PresentationFormat>Widescreen</PresentationFormat>
  <Paragraphs>115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Euphemia UCAS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Reece Galgana</dc:creator>
  <cp:lastModifiedBy>Reece Galgana</cp:lastModifiedBy>
  <cp:revision>2</cp:revision>
  <dcterms:created xsi:type="dcterms:W3CDTF">2026-05-02T22:23:35Z</dcterms:created>
  <dcterms:modified xsi:type="dcterms:W3CDTF">2026-05-03T03:30:49Z</dcterms:modified>
</cp:coreProperties>
</file>